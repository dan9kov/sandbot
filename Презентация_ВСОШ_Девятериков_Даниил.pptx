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Lst>
  <p:notesMasterIdLst>
    <p:notesMasterId r:id="rId18"/>
  </p:notesMasterIdLst>
  <p:sldIdLst>
    <p:sldId id="256" r:id="rId2"/>
    <p:sldId id="268" r:id="rId3"/>
    <p:sldId id="264" r:id="rId4"/>
    <p:sldId id="266" r:id="rId5"/>
    <p:sldId id="262" r:id="rId6"/>
    <p:sldId id="270" r:id="rId7"/>
    <p:sldId id="298" r:id="rId8"/>
    <p:sldId id="293" r:id="rId9"/>
    <p:sldId id="265" r:id="rId10"/>
    <p:sldId id="279" r:id="rId11"/>
    <p:sldId id="295" r:id="rId12"/>
    <p:sldId id="292" r:id="rId13"/>
    <p:sldId id="286" r:id="rId14"/>
    <p:sldId id="261" r:id="rId15"/>
    <p:sldId id="269" r:id="rId16"/>
    <p:sldId id="283" r:id="rId17"/>
  </p:sldIdLst>
  <p:sldSz cx="9144000" cy="5143500" type="screen16x9"/>
  <p:notesSz cx="6858000" cy="9144000"/>
  <p:embeddedFontLst>
    <p:embeddedFont>
      <p:font typeface="Amiko" panose="020B0604020202020204" charset="0"/>
      <p:regular r:id="rId19"/>
      <p:bold r:id="rId20"/>
    </p:embeddedFont>
    <p:embeddedFont>
      <p:font typeface="Bahnschrift" panose="020B0502040204020203" pitchFamily="34" charset="0"/>
      <p:regular r:id="rId21"/>
      <p:bold r:id="rId22"/>
    </p:embeddedFont>
    <p:embeddedFont>
      <p:font typeface="BioRhyme" panose="020B0604020202020204" charset="0"/>
      <p:regular r:id="rId23"/>
      <p:bold r:id="rId24"/>
    </p:embeddedFont>
    <p:embeddedFont>
      <p:font typeface="Londrina Solid" panose="020B0604020202020204" charset="0"/>
      <p:regular r:id="rId25"/>
    </p:embeddedFont>
    <p:embeddedFont>
      <p:font typeface="Montserrat" panose="00000500000000000000" pitchFamily="2" charset="-52"/>
      <p:regular r:id="rId26"/>
      <p:bold r:id="rId27"/>
      <p:italic r:id="rId28"/>
      <p:boldItalic r:id="rId29"/>
    </p:embeddedFont>
    <p:embeddedFont>
      <p:font typeface="Montserrat SemiBold" panose="00000700000000000000" pitchFamily="2" charset="-52"/>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9F3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DA1BE7-EF47-4163-9FC5-D6A0CC6611B9}">
  <a:tblStyle styleId="{26DA1BE7-EF47-4163-9FC5-D6A0CC6611B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64" autoAdjust="0"/>
  </p:normalViewPr>
  <p:slideViewPr>
    <p:cSldViewPr snapToGrid="0">
      <p:cViewPr varScale="1">
        <p:scale>
          <a:sx n="122" d="100"/>
          <a:sy n="122" d="100"/>
        </p:scale>
        <p:origin x="231"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f9d9595075_0_8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f9d9595075_0_8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Здравствуйте меня зовут Даниил, и я хочу представить вам свой проект – робот для очистки пляжа от мусора.</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6"/>
        <p:cNvGrpSpPr/>
        <p:nvPr/>
      </p:nvGrpSpPr>
      <p:grpSpPr>
        <a:xfrm>
          <a:off x="0" y="0"/>
          <a:ext cx="0" cy="0"/>
          <a:chOff x="0" y="0"/>
          <a:chExt cx="0" cy="0"/>
        </a:xfrm>
      </p:grpSpPr>
      <p:sp>
        <p:nvSpPr>
          <p:cNvPr id="1587" name="Google Shape;1587;gcb57c8ddb5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8" name="Google Shape;1588;gcb57c8ddb5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На данный момент большой проблемой является загрязнение пляжей мусором, что вредит экологии и экосистеме</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0"/>
        <p:cNvGrpSpPr/>
        <p:nvPr/>
      </p:nvGrpSpPr>
      <p:grpSpPr>
        <a:xfrm>
          <a:off x="0" y="0"/>
          <a:ext cx="0" cy="0"/>
          <a:chOff x="0" y="0"/>
          <a:chExt cx="0" cy="0"/>
        </a:xfrm>
      </p:grpSpPr>
      <p:sp>
        <p:nvSpPr>
          <p:cNvPr id="1311" name="Google Shape;1311;gcb57c8ddb5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2" name="Google Shape;1312;gcb57c8ddb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Цель моего проекта – создать робота для очистки песка от мусора, задачи проекта представлены. Основной сложностью является разработать небольшое шасси для робота, которое будет способно передвигаться по песочной поверхности.</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6"/>
        <p:cNvGrpSpPr/>
        <p:nvPr/>
      </p:nvGrpSpPr>
      <p:grpSpPr>
        <a:xfrm>
          <a:off x="0" y="0"/>
          <a:ext cx="0" cy="0"/>
          <a:chOff x="0" y="0"/>
          <a:chExt cx="0" cy="0"/>
        </a:xfrm>
      </p:grpSpPr>
      <p:sp>
        <p:nvSpPr>
          <p:cNvPr id="1507" name="Google Shape;1507;gcb57c8ddb5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8" name="Google Shape;1508;gcb57c8ddb5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Далее представлены аналоги, посередине представлен серийный робот который реально применяется для очистки пляжей, но его большой проблемой является то, что он не автономный и требует оператора. Больше всего я ориентировался на робота который представлен справа он не серийный, но его большим преимуществом является его лёгкая транспортировка и автономность.</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f9b318bbd5_2_1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7" name="Google Shape;1157;gf9b318bbd5_2_1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После было составлено техническое задание, это ограничение на захват мусора, лёгкость транспортировки, автономность, дополнительное управление с пульта. Основной задачей транспортировки является разработать небольшого робота которого может легко переносить человек.</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7"/>
        <p:cNvGrpSpPr/>
        <p:nvPr/>
      </p:nvGrpSpPr>
      <p:grpSpPr>
        <a:xfrm>
          <a:off x="0" y="0"/>
          <a:ext cx="0" cy="0"/>
          <a:chOff x="0" y="0"/>
          <a:chExt cx="0" cy="0"/>
        </a:xfrm>
      </p:grpSpPr>
      <p:sp>
        <p:nvSpPr>
          <p:cNvPr id="1628" name="Google Shape;1628;gf9d9595075_2_1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9" name="Google Shape;1629;gf9d9595075_2_1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Здесь представлен алгоритм автономной очистки пляжа роботом. В начале робот приводит механизм очистки в рабочее положение, далее он начинает движение по построенной карте с корректировкой направления,  в конце робот возвращается на старт.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6"/>
        <p:cNvGrpSpPr/>
        <p:nvPr/>
      </p:nvGrpSpPr>
      <p:grpSpPr>
        <a:xfrm>
          <a:off x="0" y="0"/>
          <a:ext cx="0" cy="0"/>
          <a:chOff x="0" y="0"/>
          <a:chExt cx="0" cy="0"/>
        </a:xfrm>
      </p:grpSpPr>
      <p:sp>
        <p:nvSpPr>
          <p:cNvPr id="1507" name="Google Shape;1507;gcb57c8ddb5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8" name="Google Shape;1508;gcb57c8ddb5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Первая версия шасси была выполнена на базе где сзади стоят колёса, а спереди поворотные лыжи, но при испытании робота было выявлено, что колёсам с резиновыми шинами не хватает зацепа и робот роит песок на месте. Также был сделан вариант колёс с лопатками напечатанными на 3д принтере, при испытании было выявлено, что поворотные лыжи застревают на ямах. Также был сделан </a:t>
            </a:r>
            <a:r>
              <a:rPr lang="ru-RU" dirty="0" err="1"/>
              <a:t>шнекоход</a:t>
            </a:r>
            <a:r>
              <a:rPr lang="ru-RU" dirty="0"/>
              <a:t> на отдельной тестовой базе, но от данного типа шасси пришлось отказаться так как </a:t>
            </a:r>
            <a:r>
              <a:rPr lang="ru-RU" dirty="0" err="1"/>
              <a:t>шнекоход</a:t>
            </a:r>
            <a:r>
              <a:rPr lang="ru-RU" dirty="0"/>
              <a:t> не может передвигаться по твёрдой поверхности.</a:t>
            </a:r>
            <a:endParaRPr dirty="0"/>
          </a:p>
        </p:txBody>
      </p:sp>
    </p:spTree>
    <p:extLst>
      <p:ext uri="{BB962C8B-B14F-4D97-AF65-F5344CB8AC3E}">
        <p14:creationId xmlns:p14="http://schemas.microsoft.com/office/powerpoint/2010/main" val="2069506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0"/>
        <p:cNvGrpSpPr/>
        <p:nvPr/>
      </p:nvGrpSpPr>
      <p:grpSpPr>
        <a:xfrm>
          <a:off x="0" y="0"/>
          <a:ext cx="0" cy="0"/>
          <a:chOff x="0" y="0"/>
          <a:chExt cx="0" cy="0"/>
        </a:xfrm>
      </p:grpSpPr>
      <p:sp>
        <p:nvSpPr>
          <p:cNvPr id="2731" name="Google Shape;2731;gf9d9595075_2_15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2" name="Google Shape;2732;gf9d9595075_2_1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ru-RU" dirty="0"/>
              <a:t>Итоговым шасси была выбрана гусеничная платформа. Соединяющей основой траков гусеницы был выбран ремень шириной 20 мм  так как при соединении траков классическим способ нужен так называемый палец, который соединяет два трака, но он принимает на себя огромные нагрузки и большое трение, ремень в свою очередь может легко сгибать и принимать на себя большие нагрузки, за счёт ненадобности пальцев и проушин на траках, вес гусеницы уменьшается. Трак на гусенице состоит из двух половин, которые сжимаются между ремнём двумя винтами, также на одной из половин есть засечки, тем самым трак держится за ремень. Звезда цепляется за круглые концы трака, что позволяет убрать выступающее перо.</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220566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8"/>
        <p:cNvGrpSpPr/>
        <p:nvPr/>
      </p:nvGrpSpPr>
      <p:grpSpPr>
        <a:xfrm>
          <a:off x="0" y="0"/>
          <a:ext cx="0" cy="0"/>
          <a:chOff x="0" y="0"/>
          <a:chExt cx="0" cy="0"/>
        </a:xfrm>
      </p:grpSpPr>
      <p:sp>
        <p:nvSpPr>
          <p:cNvPr id="1449" name="Google Shape;1449;gcb57c8ddb5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0" name="Google Shape;1450;gcb57c8ddb5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Итоговый вариант шасси. Ведущая звезда задняя на коллекторных моторах от </a:t>
            </a:r>
            <a:r>
              <a:rPr lang="en-US" dirty="0"/>
              <a:t>Tetrix</a:t>
            </a:r>
            <a:r>
              <a:rPr lang="ru-RU" dirty="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2"/>
        <p:cNvGrpSpPr/>
        <p:nvPr/>
      </p:nvGrpSpPr>
      <p:grpSpPr>
        <a:xfrm>
          <a:off x="0" y="0"/>
          <a:ext cx="0" cy="0"/>
          <a:chOff x="0" y="0"/>
          <a:chExt cx="0" cy="0"/>
        </a:xfrm>
      </p:grpSpPr>
      <p:sp>
        <p:nvSpPr>
          <p:cNvPr id="2103" name="Google Shape;2103;gf9d9595075_2_1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4" name="Google Shape;2104;gf9d9595075_2_1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Механизм очистки был выбран барабанного типа с крюками, так как он может очищать мусор наполовину или полностью закопанный. Для того чтобы крюки не ломались на аналоге крюки подпружинены, но для облегчения по массе конструкции барабан с крюками был напечатан из гибкого </a:t>
            </a:r>
            <a:r>
              <a:rPr lang="en-US" dirty="0"/>
              <a:t>FLEX </a:t>
            </a:r>
            <a:r>
              <a:rPr lang="ru-RU" dirty="0"/>
              <a:t>пластика, также расстановка крюков была сделана </a:t>
            </a:r>
            <a:r>
              <a:rPr lang="en-US" dirty="0"/>
              <a:t>V –</a:t>
            </a:r>
            <a:r>
              <a:rPr lang="ru-RU" dirty="0"/>
              <a:t> образной чтобы при отскакивания от крюков мусор стремился к центру.</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2"/>
        <p:cNvGrpSpPr/>
        <p:nvPr/>
      </p:nvGrpSpPr>
      <p:grpSpPr>
        <a:xfrm>
          <a:off x="0" y="0"/>
          <a:ext cx="0" cy="0"/>
          <a:chOff x="0" y="0"/>
          <a:chExt cx="0" cy="0"/>
        </a:xfrm>
      </p:grpSpPr>
      <p:sp>
        <p:nvSpPr>
          <p:cNvPr id="2103" name="Google Shape;2103;gf9d9595075_2_1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4" name="Google Shape;2104;gf9d9595075_2_1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Перед изготовлением всего механизма было напечатано несколько прототипов где тестировался материал и вид крюков, при испытании было выявлено, что у прямого крюка после поднятия мусора из песка падает предмет вперёд, Г – образный крюк убрал эту проблему. Мотор был взят из насадки от пылесоса, его форма позволяет не делать передач на барабан, а поместить его внутрь, что сильно уменьшает и облегчает конструкцию. Итоговый вариант имеет механизм регулировки высота для подстройки под пляж с бугорками или углублениями. Механизм может менять свою высоту для транспортировки.</a:t>
            </a:r>
            <a:endParaRPr dirty="0"/>
          </a:p>
        </p:txBody>
      </p:sp>
    </p:spTree>
    <p:extLst>
      <p:ext uri="{BB962C8B-B14F-4D97-AF65-F5344CB8AC3E}">
        <p14:creationId xmlns:p14="http://schemas.microsoft.com/office/powerpoint/2010/main" val="839945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6"/>
        <p:cNvGrpSpPr/>
        <p:nvPr/>
      </p:nvGrpSpPr>
      <p:grpSpPr>
        <a:xfrm>
          <a:off x="0" y="0"/>
          <a:ext cx="0" cy="0"/>
          <a:chOff x="0" y="0"/>
          <a:chExt cx="0" cy="0"/>
        </a:xfrm>
      </p:grpSpPr>
      <p:sp>
        <p:nvSpPr>
          <p:cNvPr id="1607" name="Google Shape;1607;gf9d9595075_2_8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8" name="Google Shape;1608;gf9d9595075_2_8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Разводная плата была трассирована в </a:t>
            </a:r>
            <a:r>
              <a:rPr lang="en-US" dirty="0" err="1"/>
              <a:t>KiCad</a:t>
            </a:r>
            <a:r>
              <a:rPr lang="ru-RU" dirty="0"/>
              <a:t>. Плата изготовлена методом ЛУТ. Микроконтроллер был выбран </a:t>
            </a:r>
            <a:r>
              <a:rPr lang="en-US" dirty="0"/>
              <a:t>esp-32</a:t>
            </a:r>
            <a:r>
              <a:rPr lang="ru-RU" dirty="0"/>
              <a:t> для связи с дополнительным пультом управления.</a:t>
            </a:r>
            <a:endParaRPr dirty="0"/>
          </a:p>
        </p:txBody>
      </p:sp>
    </p:spTree>
    <p:extLst>
      <p:ext uri="{BB962C8B-B14F-4D97-AF65-F5344CB8AC3E}">
        <p14:creationId xmlns:p14="http://schemas.microsoft.com/office/powerpoint/2010/main" val="2562830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9"/>
        <p:cNvGrpSpPr/>
        <p:nvPr/>
      </p:nvGrpSpPr>
      <p:grpSpPr>
        <a:xfrm>
          <a:off x="0" y="0"/>
          <a:ext cx="0" cy="0"/>
          <a:chOff x="0" y="0"/>
          <a:chExt cx="0" cy="0"/>
        </a:xfrm>
      </p:grpSpPr>
      <p:sp>
        <p:nvSpPr>
          <p:cNvPr id="2330" name="Google Shape;2330;gf9d9595075_2_15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1" name="Google Shape;2331;gf9d9595075_2_15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Для автономности робота нужна своя система навигации. От </a:t>
            </a:r>
            <a:r>
              <a:rPr lang="ru-RU" dirty="0" err="1"/>
              <a:t>одометрии</a:t>
            </a:r>
            <a:r>
              <a:rPr lang="ru-RU" dirty="0"/>
              <a:t> пришлось отказаться, так как на песке присутствуют проскальзывания шасси. Был протестирован вариант с навигацией по </a:t>
            </a:r>
            <a:r>
              <a:rPr lang="ru-RU" dirty="0" err="1"/>
              <a:t>лидару</a:t>
            </a:r>
            <a:r>
              <a:rPr lang="ru-RU" dirty="0"/>
              <a:t> и компасу, но при испытаниях </a:t>
            </a:r>
            <a:r>
              <a:rPr lang="ru-RU" dirty="0" err="1"/>
              <a:t>лидар</a:t>
            </a:r>
            <a:r>
              <a:rPr lang="ru-RU" dirty="0"/>
              <a:t> показывал 30% нулевых и 30% ложных показаний, что не давало нужной точности для ровного передвижения робота. Был выбран вариант навигации по </a:t>
            </a:r>
            <a:r>
              <a:rPr lang="en-US" dirty="0" err="1"/>
              <a:t>ArUco</a:t>
            </a:r>
            <a:r>
              <a:rPr lang="en-US" dirty="0"/>
              <a:t> </a:t>
            </a:r>
            <a:r>
              <a:rPr lang="ru-RU" dirty="0"/>
              <a:t>маркерам. На штативе около очищаемой поверхности стоит камера которая видит маркер на роботе и по беспроводной связи корректирует его направление. (правая картинка это вид с камеры)</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f9d9595075_0_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f9d9595075_0_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Вывод. Был изготовлен и протестирован робот на отдельном изготовленном стенде 1.5 на 1.5 метра заполненный песком, где робот показал хорошую проходимость и очистку песка.</a:t>
            </a:r>
          </a:p>
          <a:p>
            <a:pPr marL="0" lvl="0" indent="0" algn="l" rtl="0">
              <a:spcBef>
                <a:spcPts val="0"/>
              </a:spcBef>
              <a:spcAft>
                <a:spcPts val="0"/>
              </a:spcAft>
              <a:buNone/>
            </a:pPr>
            <a:r>
              <a:rPr lang="ru-RU" dirty="0"/>
              <a:t>В будущем у робота будет переработан механизм очистки и будет добавлен выравниватель поверхности для уборки следов от гусениц.</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6"/>
        <p:cNvGrpSpPr/>
        <p:nvPr/>
      </p:nvGrpSpPr>
      <p:grpSpPr>
        <a:xfrm>
          <a:off x="0" y="0"/>
          <a:ext cx="0" cy="0"/>
          <a:chOff x="0" y="0"/>
          <a:chExt cx="0" cy="0"/>
        </a:xfrm>
      </p:grpSpPr>
      <p:sp>
        <p:nvSpPr>
          <p:cNvPr id="1607" name="Google Shape;1607;gf9d9595075_2_8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8" name="Google Shape;1608;gf9d9595075_2_8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Спасибо за внимание, </a:t>
            </a:r>
            <a:r>
              <a:rPr lang="ru-RU"/>
              <a:t>ваши вопросы?</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gf9d9595075_2_14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9" name="Google Shape;2189;gf9d9595075_2_14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p:nvPr/>
        </p:nvSpPr>
        <p:spPr>
          <a:xfrm>
            <a:off x="-60100" y="3316875"/>
            <a:ext cx="9250295" cy="880015"/>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147525" y="4255450"/>
            <a:ext cx="9291583" cy="880009"/>
          </a:xfrm>
          <a:custGeom>
            <a:avLst/>
            <a:gdLst/>
            <a:ahLst/>
            <a:cxnLst/>
            <a:rect l="l" t="t" r="r" b="b"/>
            <a:pathLst>
              <a:path w="206951" h="45455" extrusionOk="0">
                <a:moveTo>
                  <a:pt x="0" y="1"/>
                </a:moveTo>
                <a:lnTo>
                  <a:pt x="0" y="45455"/>
                </a:lnTo>
                <a:lnTo>
                  <a:pt x="206950" y="45455"/>
                </a:lnTo>
                <a:lnTo>
                  <a:pt x="206950" y="1"/>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390050" y="3895775"/>
            <a:ext cx="9602886" cy="675820"/>
          </a:xfrm>
          <a:custGeom>
            <a:avLst/>
            <a:gdLst/>
            <a:ahLst/>
            <a:cxnLst/>
            <a:rect l="l" t="t" r="r" b="b"/>
            <a:pathLst>
              <a:path w="227032" h="16090" extrusionOk="0">
                <a:moveTo>
                  <a:pt x="64375" y="0"/>
                </a:moveTo>
                <a:cubicBezTo>
                  <a:pt x="44700" y="0"/>
                  <a:pt x="25026" y="1237"/>
                  <a:pt x="5511" y="3707"/>
                </a:cubicBezTo>
                <a:lnTo>
                  <a:pt x="1" y="15609"/>
                </a:lnTo>
                <a:cubicBezTo>
                  <a:pt x="12238" y="13149"/>
                  <a:pt x="24646" y="12384"/>
                  <a:pt x="37121" y="12384"/>
                </a:cubicBezTo>
                <a:cubicBezTo>
                  <a:pt x="52998" y="12384"/>
                  <a:pt x="68984" y="13624"/>
                  <a:pt x="84861" y="14188"/>
                </a:cubicBezTo>
                <a:cubicBezTo>
                  <a:pt x="93345" y="14492"/>
                  <a:pt x="101835" y="14600"/>
                  <a:pt x="110329" y="14600"/>
                </a:cubicBezTo>
                <a:cubicBezTo>
                  <a:pt x="131652" y="14600"/>
                  <a:pt x="152995" y="13916"/>
                  <a:pt x="174304" y="13916"/>
                </a:cubicBezTo>
                <a:cubicBezTo>
                  <a:pt x="191914" y="13916"/>
                  <a:pt x="209501" y="14383"/>
                  <a:pt x="227032" y="16090"/>
                </a:cubicBezTo>
                <a:lnTo>
                  <a:pt x="226287" y="6067"/>
                </a:lnTo>
                <a:cubicBezTo>
                  <a:pt x="211071" y="3428"/>
                  <a:pt x="195625" y="2091"/>
                  <a:pt x="180177" y="2091"/>
                </a:cubicBezTo>
                <a:cubicBezTo>
                  <a:pt x="178727" y="2091"/>
                  <a:pt x="177277" y="2102"/>
                  <a:pt x="175827" y="2126"/>
                </a:cubicBezTo>
                <a:cubicBezTo>
                  <a:pt x="162280" y="2346"/>
                  <a:pt x="148742" y="3587"/>
                  <a:pt x="135198" y="3587"/>
                </a:cubicBezTo>
                <a:cubicBezTo>
                  <a:pt x="133223" y="3587"/>
                  <a:pt x="131248" y="3560"/>
                  <a:pt x="129273" y="3501"/>
                </a:cubicBezTo>
                <a:cubicBezTo>
                  <a:pt x="120051" y="3226"/>
                  <a:pt x="110864" y="2218"/>
                  <a:pt x="101666" y="1485"/>
                </a:cubicBezTo>
                <a:cubicBezTo>
                  <a:pt x="89262" y="495"/>
                  <a:pt x="76818" y="0"/>
                  <a:pt x="64375" y="0"/>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90050" y="4265278"/>
            <a:ext cx="9602886" cy="306324"/>
          </a:xfrm>
          <a:custGeom>
            <a:avLst/>
            <a:gdLst/>
            <a:ahLst/>
            <a:cxnLst/>
            <a:rect l="l" t="t" r="r" b="b"/>
            <a:pathLst>
              <a:path w="227032" h="7293" extrusionOk="0">
                <a:moveTo>
                  <a:pt x="37319" y="0"/>
                </a:moveTo>
                <a:cubicBezTo>
                  <a:pt x="25388" y="0"/>
                  <a:pt x="13517" y="701"/>
                  <a:pt x="1799" y="2917"/>
                </a:cubicBezTo>
                <a:lnTo>
                  <a:pt x="1" y="6812"/>
                </a:lnTo>
                <a:cubicBezTo>
                  <a:pt x="12238" y="4352"/>
                  <a:pt x="24646" y="3587"/>
                  <a:pt x="37121" y="3587"/>
                </a:cubicBezTo>
                <a:cubicBezTo>
                  <a:pt x="52998" y="3587"/>
                  <a:pt x="68984" y="4827"/>
                  <a:pt x="84861" y="5391"/>
                </a:cubicBezTo>
                <a:cubicBezTo>
                  <a:pt x="93345" y="5695"/>
                  <a:pt x="101835" y="5803"/>
                  <a:pt x="110329" y="5803"/>
                </a:cubicBezTo>
                <a:cubicBezTo>
                  <a:pt x="131652" y="5803"/>
                  <a:pt x="152995" y="5119"/>
                  <a:pt x="174304" y="5119"/>
                </a:cubicBezTo>
                <a:cubicBezTo>
                  <a:pt x="191914" y="5119"/>
                  <a:pt x="209501" y="5586"/>
                  <a:pt x="227032" y="7293"/>
                </a:cubicBezTo>
                <a:lnTo>
                  <a:pt x="226757" y="3650"/>
                </a:lnTo>
                <a:cubicBezTo>
                  <a:pt x="209410" y="1985"/>
                  <a:pt x="192009" y="1527"/>
                  <a:pt x="174584" y="1527"/>
                </a:cubicBezTo>
                <a:cubicBezTo>
                  <a:pt x="153229" y="1527"/>
                  <a:pt x="131838" y="2215"/>
                  <a:pt x="110467" y="2215"/>
                </a:cubicBezTo>
                <a:cubicBezTo>
                  <a:pt x="102004" y="2215"/>
                  <a:pt x="93544" y="2107"/>
                  <a:pt x="85090" y="1806"/>
                </a:cubicBezTo>
                <a:cubicBezTo>
                  <a:pt x="69205" y="1243"/>
                  <a:pt x="53209" y="0"/>
                  <a:pt x="37319"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1148575" y="539500"/>
            <a:ext cx="5518800" cy="24429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5000" b="1">
                <a:latin typeface="BioRhyme"/>
                <a:ea typeface="BioRhyme"/>
                <a:cs typeface="BioRhyme"/>
                <a:sym typeface="BioRhym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a:off x="1148575" y="3097525"/>
            <a:ext cx="3957000" cy="406200"/>
          </a:xfrm>
          <a:prstGeom prst="rect">
            <a:avLst/>
          </a:prstGeom>
          <a:solidFill>
            <a:schemeClr val="accent1"/>
          </a:solidFill>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1400">
                <a:solidFill>
                  <a:schemeClr val="lt1"/>
                </a:solidFill>
                <a:latin typeface="Amiko"/>
                <a:ea typeface="Amiko"/>
                <a:cs typeface="Amiko"/>
                <a:sym typeface="Amik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5" name="Google Shape;15;p2"/>
          <p:cNvGrpSpPr/>
          <p:nvPr/>
        </p:nvGrpSpPr>
        <p:grpSpPr>
          <a:xfrm>
            <a:off x="4912780" y="4712222"/>
            <a:ext cx="485735" cy="184751"/>
            <a:chOff x="3877425" y="1976375"/>
            <a:chExt cx="260350" cy="99025"/>
          </a:xfrm>
        </p:grpSpPr>
        <p:sp>
          <p:nvSpPr>
            <p:cNvPr id="16" name="Google Shape;16;p2"/>
            <p:cNvSpPr/>
            <p:nvPr/>
          </p:nvSpPr>
          <p:spPr>
            <a:xfrm>
              <a:off x="3890025" y="1976375"/>
              <a:ext cx="247750" cy="99025"/>
            </a:xfrm>
            <a:custGeom>
              <a:avLst/>
              <a:gdLst/>
              <a:ahLst/>
              <a:cxnLst/>
              <a:rect l="l" t="t" r="r" b="b"/>
              <a:pathLst>
                <a:path w="9910" h="3961" extrusionOk="0">
                  <a:moveTo>
                    <a:pt x="3957" y="0"/>
                  </a:moveTo>
                  <a:cubicBezTo>
                    <a:pt x="3114" y="0"/>
                    <a:pt x="2623" y="157"/>
                    <a:pt x="2429" y="233"/>
                  </a:cubicBezTo>
                  <a:cubicBezTo>
                    <a:pt x="2292" y="290"/>
                    <a:pt x="2154" y="347"/>
                    <a:pt x="2017" y="393"/>
                  </a:cubicBezTo>
                  <a:cubicBezTo>
                    <a:pt x="1382" y="603"/>
                    <a:pt x="931" y="658"/>
                    <a:pt x="632" y="658"/>
                  </a:cubicBezTo>
                  <a:cubicBezTo>
                    <a:pt x="295" y="658"/>
                    <a:pt x="150" y="588"/>
                    <a:pt x="150" y="588"/>
                  </a:cubicBezTo>
                  <a:lnTo>
                    <a:pt x="81" y="1263"/>
                  </a:lnTo>
                  <a:lnTo>
                    <a:pt x="69" y="1344"/>
                  </a:lnTo>
                  <a:lnTo>
                    <a:pt x="1" y="2020"/>
                  </a:lnTo>
                  <a:cubicBezTo>
                    <a:pt x="1" y="2020"/>
                    <a:pt x="44" y="2009"/>
                    <a:pt x="134" y="2009"/>
                  </a:cubicBezTo>
                  <a:cubicBezTo>
                    <a:pt x="366" y="2009"/>
                    <a:pt x="904" y="2080"/>
                    <a:pt x="1788" y="2592"/>
                  </a:cubicBezTo>
                  <a:cubicBezTo>
                    <a:pt x="1914" y="2661"/>
                    <a:pt x="2040" y="2741"/>
                    <a:pt x="2166" y="2833"/>
                  </a:cubicBezTo>
                  <a:cubicBezTo>
                    <a:pt x="2395" y="2982"/>
                    <a:pt x="3139" y="3406"/>
                    <a:pt x="4652" y="3520"/>
                  </a:cubicBezTo>
                  <a:cubicBezTo>
                    <a:pt x="5980" y="3623"/>
                    <a:pt x="7928" y="3841"/>
                    <a:pt x="8936" y="3955"/>
                  </a:cubicBezTo>
                  <a:cubicBezTo>
                    <a:pt x="8964" y="3959"/>
                    <a:pt x="8992" y="3961"/>
                    <a:pt x="9019" y="3961"/>
                  </a:cubicBezTo>
                  <a:cubicBezTo>
                    <a:pt x="9340" y="3961"/>
                    <a:pt x="9614" y="3720"/>
                    <a:pt x="9646" y="3383"/>
                  </a:cubicBezTo>
                  <a:lnTo>
                    <a:pt x="9749" y="2432"/>
                  </a:lnTo>
                  <a:lnTo>
                    <a:pt x="9772" y="2203"/>
                  </a:lnTo>
                  <a:lnTo>
                    <a:pt x="9875" y="1241"/>
                  </a:lnTo>
                  <a:cubicBezTo>
                    <a:pt x="9909" y="885"/>
                    <a:pt x="9646" y="565"/>
                    <a:pt x="9291" y="530"/>
                  </a:cubicBezTo>
                  <a:cubicBezTo>
                    <a:pt x="8283" y="439"/>
                    <a:pt x="6335" y="255"/>
                    <a:pt x="5007" y="72"/>
                  </a:cubicBezTo>
                  <a:cubicBezTo>
                    <a:pt x="4610" y="21"/>
                    <a:pt x="4261" y="0"/>
                    <a:pt x="3957"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877425" y="1988200"/>
              <a:ext cx="22650" cy="39825"/>
            </a:xfrm>
            <a:custGeom>
              <a:avLst/>
              <a:gdLst/>
              <a:ahLst/>
              <a:cxnLst/>
              <a:rect l="l" t="t" r="r" b="b"/>
              <a:pathLst>
                <a:path w="906" h="1593" extrusionOk="0">
                  <a:moveTo>
                    <a:pt x="173" y="0"/>
                  </a:moveTo>
                  <a:lnTo>
                    <a:pt x="1" y="1512"/>
                  </a:lnTo>
                  <a:lnTo>
                    <a:pt x="734" y="1592"/>
                  </a:lnTo>
                  <a:lnTo>
                    <a:pt x="906" y="80"/>
                  </a:lnTo>
                  <a:lnTo>
                    <a:pt x="173" y="0"/>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713218" y="3765516"/>
            <a:ext cx="714545" cy="1137473"/>
            <a:chOff x="3463325" y="3147025"/>
            <a:chExt cx="334525" cy="532525"/>
          </a:xfrm>
        </p:grpSpPr>
        <p:sp>
          <p:nvSpPr>
            <p:cNvPr id="19" name="Google Shape;19;p2"/>
            <p:cNvSpPr/>
            <p:nvPr/>
          </p:nvSpPr>
          <p:spPr>
            <a:xfrm>
              <a:off x="3560975" y="3147025"/>
              <a:ext cx="212150" cy="485925"/>
            </a:xfrm>
            <a:custGeom>
              <a:avLst/>
              <a:gdLst/>
              <a:ahLst/>
              <a:cxnLst/>
              <a:rect l="l" t="t" r="r" b="b"/>
              <a:pathLst>
                <a:path w="8486" h="19437" extrusionOk="0">
                  <a:moveTo>
                    <a:pt x="7787" y="1"/>
                  </a:moveTo>
                  <a:cubicBezTo>
                    <a:pt x="6890" y="1"/>
                    <a:pt x="4944" y="869"/>
                    <a:pt x="4079" y="1598"/>
                  </a:cubicBezTo>
                  <a:cubicBezTo>
                    <a:pt x="2693" y="2767"/>
                    <a:pt x="4010" y="5092"/>
                    <a:pt x="2693" y="6845"/>
                  </a:cubicBezTo>
                  <a:cubicBezTo>
                    <a:pt x="1387" y="8597"/>
                    <a:pt x="1169" y="9101"/>
                    <a:pt x="2120" y="10991"/>
                  </a:cubicBezTo>
                  <a:cubicBezTo>
                    <a:pt x="3059" y="12893"/>
                    <a:pt x="2475" y="12595"/>
                    <a:pt x="1238" y="14783"/>
                  </a:cubicBezTo>
                  <a:cubicBezTo>
                    <a:pt x="1" y="16971"/>
                    <a:pt x="2555" y="19296"/>
                    <a:pt x="2555" y="19296"/>
                  </a:cubicBezTo>
                  <a:cubicBezTo>
                    <a:pt x="2555" y="19296"/>
                    <a:pt x="2861" y="19436"/>
                    <a:pt x="3260" y="19436"/>
                  </a:cubicBezTo>
                  <a:cubicBezTo>
                    <a:pt x="3775" y="19436"/>
                    <a:pt x="4444" y="19204"/>
                    <a:pt x="4812" y="18139"/>
                  </a:cubicBezTo>
                  <a:cubicBezTo>
                    <a:pt x="5465" y="16238"/>
                    <a:pt x="3575" y="13981"/>
                    <a:pt x="5614" y="12893"/>
                  </a:cubicBezTo>
                  <a:cubicBezTo>
                    <a:pt x="7653" y="11793"/>
                    <a:pt x="6118" y="9032"/>
                    <a:pt x="5316" y="6260"/>
                  </a:cubicBezTo>
                  <a:cubicBezTo>
                    <a:pt x="4514" y="3488"/>
                    <a:pt x="5980" y="3419"/>
                    <a:pt x="7802" y="1163"/>
                  </a:cubicBezTo>
                  <a:cubicBezTo>
                    <a:pt x="8486" y="315"/>
                    <a:pt x="8326" y="1"/>
                    <a:pt x="7787" y="1"/>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3611950" y="3228775"/>
              <a:ext cx="185900" cy="442775"/>
            </a:xfrm>
            <a:custGeom>
              <a:avLst/>
              <a:gdLst/>
              <a:ahLst/>
              <a:cxnLst/>
              <a:rect l="l" t="t" r="r" b="b"/>
              <a:pathLst>
                <a:path w="7436" h="17711" fill="none" extrusionOk="0">
                  <a:moveTo>
                    <a:pt x="2406" y="14869"/>
                  </a:moveTo>
                  <a:cubicBezTo>
                    <a:pt x="2647" y="14583"/>
                    <a:pt x="2693" y="13117"/>
                    <a:pt x="3792" y="12315"/>
                  </a:cubicBezTo>
                  <a:cubicBezTo>
                    <a:pt x="4881" y="11513"/>
                    <a:pt x="4961" y="11444"/>
                    <a:pt x="5030" y="9474"/>
                  </a:cubicBezTo>
                  <a:cubicBezTo>
                    <a:pt x="5098" y="7504"/>
                    <a:pt x="6267" y="6415"/>
                    <a:pt x="6851" y="4227"/>
                  </a:cubicBezTo>
                  <a:cubicBezTo>
                    <a:pt x="7435" y="2040"/>
                    <a:pt x="6553" y="1"/>
                    <a:pt x="5465" y="1684"/>
                  </a:cubicBezTo>
                  <a:cubicBezTo>
                    <a:pt x="4377" y="3357"/>
                    <a:pt x="4159" y="3506"/>
                    <a:pt x="3941" y="5545"/>
                  </a:cubicBezTo>
                  <a:cubicBezTo>
                    <a:pt x="3712" y="7584"/>
                    <a:pt x="3139" y="6633"/>
                    <a:pt x="2189" y="9039"/>
                  </a:cubicBezTo>
                  <a:cubicBezTo>
                    <a:pt x="1238" y="11444"/>
                    <a:pt x="1" y="17710"/>
                    <a:pt x="2406" y="14869"/>
                  </a:cubicBezTo>
                  <a:close/>
                </a:path>
              </a:pathLst>
            </a:custGeom>
            <a:noFill/>
            <a:ln w="4875" cap="flat" cmpd="sng">
              <a:solidFill>
                <a:srgbClr val="348281"/>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463325" y="3568975"/>
              <a:ext cx="285550" cy="110575"/>
            </a:xfrm>
            <a:custGeom>
              <a:avLst/>
              <a:gdLst/>
              <a:ahLst/>
              <a:cxnLst/>
              <a:rect l="l" t="t" r="r" b="b"/>
              <a:pathLst>
                <a:path w="11422" h="4423" extrusionOk="0">
                  <a:moveTo>
                    <a:pt x="7852" y="1"/>
                  </a:moveTo>
                  <a:cubicBezTo>
                    <a:pt x="7154" y="1"/>
                    <a:pt x="6493" y="303"/>
                    <a:pt x="5890" y="771"/>
                  </a:cubicBezTo>
                  <a:lnTo>
                    <a:pt x="5890" y="771"/>
                  </a:lnTo>
                  <a:lnTo>
                    <a:pt x="5900" y="757"/>
                  </a:lnTo>
                  <a:cubicBezTo>
                    <a:pt x="5645" y="700"/>
                    <a:pt x="5394" y="673"/>
                    <a:pt x="5147" y="673"/>
                  </a:cubicBezTo>
                  <a:cubicBezTo>
                    <a:pt x="2881" y="673"/>
                    <a:pt x="961" y="2922"/>
                    <a:pt x="0" y="4388"/>
                  </a:cubicBezTo>
                  <a:lnTo>
                    <a:pt x="3152" y="4398"/>
                  </a:lnTo>
                  <a:lnTo>
                    <a:pt x="3152" y="4398"/>
                  </a:lnTo>
                  <a:cubicBezTo>
                    <a:pt x="3148" y="4406"/>
                    <a:pt x="3143" y="4415"/>
                    <a:pt x="3139" y="4423"/>
                  </a:cubicBezTo>
                  <a:lnTo>
                    <a:pt x="3158" y="4398"/>
                  </a:lnTo>
                  <a:lnTo>
                    <a:pt x="3158" y="4398"/>
                  </a:lnTo>
                  <a:lnTo>
                    <a:pt x="11421" y="4423"/>
                  </a:lnTo>
                  <a:cubicBezTo>
                    <a:pt x="11158" y="2762"/>
                    <a:pt x="10585" y="1433"/>
                    <a:pt x="9588" y="654"/>
                  </a:cubicBezTo>
                  <a:cubicBezTo>
                    <a:pt x="8993" y="195"/>
                    <a:pt x="8411" y="1"/>
                    <a:pt x="7852"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flipH="1">
            <a:off x="5092160" y="4831329"/>
            <a:ext cx="426094" cy="109978"/>
            <a:chOff x="5002750" y="3501150"/>
            <a:chExt cx="94050" cy="24275"/>
          </a:xfrm>
        </p:grpSpPr>
        <p:sp>
          <p:nvSpPr>
            <p:cNvPr id="23" name="Google Shape;23;p2"/>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6027897" y="4611531"/>
            <a:ext cx="423747" cy="125328"/>
          </a:xfrm>
          <a:custGeom>
            <a:avLst/>
            <a:gdLst/>
            <a:ahLst/>
            <a:cxnLst/>
            <a:rect l="l" t="t" r="r" b="b"/>
            <a:pathLst>
              <a:path w="9085" h="2687" extrusionOk="0">
                <a:moveTo>
                  <a:pt x="539" y="0"/>
                </a:moveTo>
                <a:cubicBezTo>
                  <a:pt x="539" y="0"/>
                  <a:pt x="173" y="389"/>
                  <a:pt x="127" y="1077"/>
                </a:cubicBezTo>
                <a:cubicBezTo>
                  <a:pt x="1" y="1764"/>
                  <a:pt x="264" y="2234"/>
                  <a:pt x="264" y="2234"/>
                </a:cubicBezTo>
                <a:cubicBezTo>
                  <a:pt x="264" y="2234"/>
                  <a:pt x="3423" y="2628"/>
                  <a:pt x="4920" y="2628"/>
                </a:cubicBezTo>
                <a:cubicBezTo>
                  <a:pt x="5210" y="2628"/>
                  <a:pt x="5438" y="2613"/>
                  <a:pt x="5568" y="2577"/>
                </a:cubicBezTo>
                <a:cubicBezTo>
                  <a:pt x="5841" y="2501"/>
                  <a:pt x="6246" y="2476"/>
                  <a:pt x="6663" y="2476"/>
                </a:cubicBezTo>
                <a:cubicBezTo>
                  <a:pt x="7314" y="2476"/>
                  <a:pt x="7993" y="2538"/>
                  <a:pt x="8237" y="2566"/>
                </a:cubicBezTo>
                <a:cubicBezTo>
                  <a:pt x="8254" y="2617"/>
                  <a:pt x="8284" y="2687"/>
                  <a:pt x="8354" y="2687"/>
                </a:cubicBezTo>
                <a:cubicBezTo>
                  <a:pt x="8378" y="2687"/>
                  <a:pt x="8408" y="2678"/>
                  <a:pt x="8443" y="2658"/>
                </a:cubicBezTo>
                <a:cubicBezTo>
                  <a:pt x="8519" y="2617"/>
                  <a:pt x="8583" y="2605"/>
                  <a:pt x="8633" y="2605"/>
                </a:cubicBezTo>
                <a:cubicBezTo>
                  <a:pt x="8710" y="2605"/>
                  <a:pt x="8752" y="2635"/>
                  <a:pt x="8752" y="2635"/>
                </a:cubicBezTo>
                <a:cubicBezTo>
                  <a:pt x="8752" y="2635"/>
                  <a:pt x="8798" y="2672"/>
                  <a:pt x="8851" y="2672"/>
                </a:cubicBezTo>
                <a:cubicBezTo>
                  <a:pt x="8887" y="2672"/>
                  <a:pt x="8927" y="2655"/>
                  <a:pt x="8959" y="2600"/>
                </a:cubicBezTo>
                <a:cubicBezTo>
                  <a:pt x="9004" y="2497"/>
                  <a:pt x="9039" y="2302"/>
                  <a:pt x="9050" y="2199"/>
                </a:cubicBezTo>
                <a:cubicBezTo>
                  <a:pt x="9062" y="2108"/>
                  <a:pt x="9085" y="1902"/>
                  <a:pt x="9062" y="1798"/>
                </a:cubicBezTo>
                <a:cubicBezTo>
                  <a:pt x="9037" y="1712"/>
                  <a:pt x="8983" y="1692"/>
                  <a:pt x="8937" y="1692"/>
                </a:cubicBezTo>
                <a:cubicBezTo>
                  <a:pt x="8899" y="1692"/>
                  <a:pt x="8867" y="1707"/>
                  <a:pt x="8867" y="1707"/>
                </a:cubicBezTo>
                <a:cubicBezTo>
                  <a:pt x="8867" y="1707"/>
                  <a:pt x="8849" y="1713"/>
                  <a:pt x="8817" y="1713"/>
                </a:cubicBezTo>
                <a:cubicBezTo>
                  <a:pt x="8766" y="1713"/>
                  <a:pt x="8680" y="1696"/>
                  <a:pt x="8581" y="1604"/>
                </a:cubicBezTo>
                <a:cubicBezTo>
                  <a:pt x="8541" y="1568"/>
                  <a:pt x="8506" y="1554"/>
                  <a:pt x="8475" y="1554"/>
                </a:cubicBezTo>
                <a:cubicBezTo>
                  <a:pt x="8416" y="1554"/>
                  <a:pt x="8374" y="1604"/>
                  <a:pt x="8352" y="1650"/>
                </a:cubicBezTo>
                <a:cubicBezTo>
                  <a:pt x="7951" y="1592"/>
                  <a:pt x="6393" y="1340"/>
                  <a:pt x="5774" y="974"/>
                </a:cubicBezTo>
                <a:cubicBezTo>
                  <a:pt x="5052" y="561"/>
                  <a:pt x="539" y="0"/>
                  <a:pt x="539" y="0"/>
                </a:cubicBezTo>
                <a:close/>
              </a:path>
            </a:pathLst>
          </a:custGeom>
          <a:solidFill>
            <a:srgbClr val="92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3"/>
          <p:cNvSpPr/>
          <p:nvPr/>
        </p:nvSpPr>
        <p:spPr>
          <a:xfrm flipH="1">
            <a:off x="4688702" y="3124400"/>
            <a:ext cx="7253933" cy="822624"/>
          </a:xfrm>
          <a:custGeom>
            <a:avLst/>
            <a:gdLst/>
            <a:ahLst/>
            <a:cxnLst/>
            <a:rect l="l" t="t" r="r" b="b"/>
            <a:pathLst>
              <a:path w="164209" h="18623" extrusionOk="0">
                <a:moveTo>
                  <a:pt x="95331" y="0"/>
                </a:moveTo>
                <a:cubicBezTo>
                  <a:pt x="81432" y="0"/>
                  <a:pt x="84056" y="6456"/>
                  <a:pt x="60273" y="7955"/>
                </a:cubicBezTo>
                <a:cubicBezTo>
                  <a:pt x="58843" y="8045"/>
                  <a:pt x="57491" y="8087"/>
                  <a:pt x="56207" y="8087"/>
                </a:cubicBezTo>
                <a:cubicBezTo>
                  <a:pt x="42921" y="8087"/>
                  <a:pt x="36774" y="3673"/>
                  <a:pt x="24323" y="3021"/>
                </a:cubicBezTo>
                <a:cubicBezTo>
                  <a:pt x="23469" y="2976"/>
                  <a:pt x="22646" y="2954"/>
                  <a:pt x="21852" y="2954"/>
                </a:cubicBezTo>
                <a:cubicBezTo>
                  <a:pt x="501" y="2954"/>
                  <a:pt x="0" y="18622"/>
                  <a:pt x="0" y="18622"/>
                </a:cubicBezTo>
                <a:lnTo>
                  <a:pt x="164209" y="18622"/>
                </a:lnTo>
                <a:cubicBezTo>
                  <a:pt x="164209" y="18622"/>
                  <a:pt x="161173" y="10101"/>
                  <a:pt x="152041" y="9585"/>
                </a:cubicBezTo>
                <a:cubicBezTo>
                  <a:pt x="151395" y="9549"/>
                  <a:pt x="150774" y="9533"/>
                  <a:pt x="150174" y="9533"/>
                </a:cubicBezTo>
                <a:cubicBezTo>
                  <a:pt x="143659" y="9533"/>
                  <a:pt x="139657" y="11462"/>
                  <a:pt x="133338" y="11462"/>
                </a:cubicBezTo>
                <a:cubicBezTo>
                  <a:pt x="132028" y="11462"/>
                  <a:pt x="130619" y="11379"/>
                  <a:pt x="129067" y="11179"/>
                </a:cubicBezTo>
                <a:cubicBezTo>
                  <a:pt x="118060" y="9761"/>
                  <a:pt x="116197" y="1157"/>
                  <a:pt x="98556" y="102"/>
                </a:cubicBezTo>
                <a:cubicBezTo>
                  <a:pt x="97387" y="33"/>
                  <a:pt x="96317" y="0"/>
                  <a:pt x="95331" y="0"/>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588971" y="3762746"/>
            <a:ext cx="10262383" cy="726770"/>
          </a:xfrm>
          <a:custGeom>
            <a:avLst/>
            <a:gdLst/>
            <a:ahLst/>
            <a:cxnLst/>
            <a:rect l="l" t="t" r="r" b="b"/>
            <a:pathLst>
              <a:path w="232312" h="16453" extrusionOk="0">
                <a:moveTo>
                  <a:pt x="65871" y="1"/>
                </a:moveTo>
                <a:cubicBezTo>
                  <a:pt x="45737" y="1"/>
                  <a:pt x="25603" y="1266"/>
                  <a:pt x="5627" y="3793"/>
                </a:cubicBezTo>
                <a:lnTo>
                  <a:pt x="0" y="15972"/>
                </a:lnTo>
                <a:cubicBezTo>
                  <a:pt x="12522" y="13455"/>
                  <a:pt x="25219" y="12672"/>
                  <a:pt x="37982" y="12672"/>
                </a:cubicBezTo>
                <a:cubicBezTo>
                  <a:pt x="54228" y="12672"/>
                  <a:pt x="70582" y="13941"/>
                  <a:pt x="86822" y="14519"/>
                </a:cubicBezTo>
                <a:cubicBezTo>
                  <a:pt x="95503" y="14829"/>
                  <a:pt x="104190" y="14940"/>
                  <a:pt x="112880" y="14940"/>
                </a:cubicBezTo>
                <a:cubicBezTo>
                  <a:pt x="134737" y="14940"/>
                  <a:pt x="156614" y="14238"/>
                  <a:pt x="178454" y="14238"/>
                </a:cubicBezTo>
                <a:cubicBezTo>
                  <a:pt x="196442" y="14238"/>
                  <a:pt x="214405" y="14714"/>
                  <a:pt x="232311" y="16453"/>
                </a:cubicBezTo>
                <a:lnTo>
                  <a:pt x="231549" y="6208"/>
                </a:lnTo>
                <a:cubicBezTo>
                  <a:pt x="215989" y="3499"/>
                  <a:pt x="200193" y="2139"/>
                  <a:pt x="184395" y="2139"/>
                </a:cubicBezTo>
                <a:cubicBezTo>
                  <a:pt x="182902" y="2139"/>
                  <a:pt x="181409" y="2152"/>
                  <a:pt x="179916" y="2176"/>
                </a:cubicBezTo>
                <a:cubicBezTo>
                  <a:pt x="166054" y="2401"/>
                  <a:pt x="152201" y="3671"/>
                  <a:pt x="138342" y="3671"/>
                </a:cubicBezTo>
                <a:cubicBezTo>
                  <a:pt x="136321" y="3671"/>
                  <a:pt x="134300" y="3644"/>
                  <a:pt x="132279" y="3582"/>
                </a:cubicBezTo>
                <a:cubicBezTo>
                  <a:pt x="122843" y="3301"/>
                  <a:pt x="113442" y="2270"/>
                  <a:pt x="104030" y="1519"/>
                </a:cubicBezTo>
                <a:cubicBezTo>
                  <a:pt x="91337" y="507"/>
                  <a:pt x="78604" y="1"/>
                  <a:pt x="65871" y="1"/>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flipH="1">
            <a:off x="-228032" y="4177189"/>
            <a:ext cx="10262383" cy="329659"/>
          </a:xfrm>
          <a:custGeom>
            <a:avLst/>
            <a:gdLst/>
            <a:ahLst/>
            <a:cxnLst/>
            <a:rect l="l" t="t" r="r" b="b"/>
            <a:pathLst>
              <a:path w="232312" h="7463" extrusionOk="0">
                <a:moveTo>
                  <a:pt x="38195" y="0"/>
                </a:moveTo>
                <a:cubicBezTo>
                  <a:pt x="25987" y="0"/>
                  <a:pt x="13842" y="717"/>
                  <a:pt x="1852" y="2985"/>
                </a:cubicBezTo>
                <a:lnTo>
                  <a:pt x="0" y="6970"/>
                </a:lnTo>
                <a:cubicBezTo>
                  <a:pt x="12522" y="4453"/>
                  <a:pt x="25219" y="3670"/>
                  <a:pt x="37983" y="3670"/>
                </a:cubicBezTo>
                <a:cubicBezTo>
                  <a:pt x="54230" y="3670"/>
                  <a:pt x="70587" y="4939"/>
                  <a:pt x="86834" y="5517"/>
                </a:cubicBezTo>
                <a:cubicBezTo>
                  <a:pt x="95517" y="5827"/>
                  <a:pt x="104207" y="5938"/>
                  <a:pt x="112899" y="5938"/>
                </a:cubicBezTo>
                <a:cubicBezTo>
                  <a:pt x="134719" y="5938"/>
                  <a:pt x="156558" y="5238"/>
                  <a:pt x="178361" y="5238"/>
                </a:cubicBezTo>
                <a:cubicBezTo>
                  <a:pt x="196379" y="5238"/>
                  <a:pt x="214372" y="5716"/>
                  <a:pt x="232311" y="7462"/>
                </a:cubicBezTo>
                <a:lnTo>
                  <a:pt x="232042" y="3735"/>
                </a:lnTo>
                <a:cubicBezTo>
                  <a:pt x="214288" y="2031"/>
                  <a:pt x="196481" y="1562"/>
                  <a:pt x="178651" y="1562"/>
                </a:cubicBezTo>
                <a:cubicBezTo>
                  <a:pt x="156800" y="1562"/>
                  <a:pt x="134914" y="2267"/>
                  <a:pt x="113047" y="2267"/>
                </a:cubicBezTo>
                <a:cubicBezTo>
                  <a:pt x="104387" y="2267"/>
                  <a:pt x="95730" y="2156"/>
                  <a:pt x="87080" y="1848"/>
                </a:cubicBezTo>
                <a:cubicBezTo>
                  <a:pt x="70819" y="1272"/>
                  <a:pt x="54451" y="0"/>
                  <a:pt x="38195"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5" y="4090427"/>
            <a:ext cx="9355205" cy="1490361"/>
          </a:xfrm>
          <a:custGeom>
            <a:avLst/>
            <a:gdLst/>
            <a:ahLst/>
            <a:cxnLst/>
            <a:rect l="l" t="t" r="r" b="b"/>
            <a:pathLst>
              <a:path w="211776" h="46512" extrusionOk="0">
                <a:moveTo>
                  <a:pt x="0" y="0"/>
                </a:moveTo>
                <a:lnTo>
                  <a:pt x="0" y="46511"/>
                </a:lnTo>
                <a:lnTo>
                  <a:pt x="211775" y="46511"/>
                </a:lnTo>
                <a:lnTo>
                  <a:pt x="211775" y="0"/>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txBox="1">
            <a:spLocks noGrp="1"/>
          </p:cNvSpPr>
          <p:nvPr>
            <p:ph type="title"/>
          </p:nvPr>
        </p:nvSpPr>
        <p:spPr>
          <a:xfrm>
            <a:off x="713225" y="1806075"/>
            <a:ext cx="4768500" cy="11067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7000">
                <a:solidFill>
                  <a:schemeClr val="dk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2" name="Google Shape;32;p3"/>
          <p:cNvSpPr txBox="1">
            <a:spLocks noGrp="1"/>
          </p:cNvSpPr>
          <p:nvPr>
            <p:ph type="subTitle" idx="1"/>
          </p:nvPr>
        </p:nvSpPr>
        <p:spPr>
          <a:xfrm>
            <a:off x="713225" y="3000925"/>
            <a:ext cx="4201200" cy="406200"/>
          </a:xfrm>
          <a:prstGeom prst="rect">
            <a:avLst/>
          </a:prstGeom>
          <a:solidFill>
            <a:schemeClr val="accent1"/>
          </a:solidFill>
        </p:spPr>
        <p:txBody>
          <a:bodyPr spcFirstLastPara="1" wrap="square" lIns="91425" tIns="91425" rIns="91425" bIns="91425" anchor="ctr" anchorCtr="0">
            <a:noAutofit/>
          </a:bodyPr>
          <a:lstStyle>
            <a:lvl1pPr lvl="0">
              <a:spcBef>
                <a:spcPts val="0"/>
              </a:spcBef>
              <a:spcAft>
                <a:spcPts val="0"/>
              </a:spcAft>
              <a:buSzPts val="14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
          <p:cNvSpPr txBox="1">
            <a:spLocks noGrp="1"/>
          </p:cNvSpPr>
          <p:nvPr>
            <p:ph type="title" idx="2" hasCustomPrompt="1"/>
          </p:nvPr>
        </p:nvSpPr>
        <p:spPr>
          <a:xfrm>
            <a:off x="713225" y="555450"/>
            <a:ext cx="1997700" cy="1490400"/>
          </a:xfrm>
          <a:prstGeom prst="rect">
            <a:avLst/>
          </a:prstGeom>
        </p:spPr>
        <p:txBody>
          <a:bodyPr spcFirstLastPara="1" wrap="square" lIns="91425" tIns="91425" rIns="91425" bIns="91425" anchor="b" anchorCtr="0">
            <a:noAutofit/>
          </a:bodyPr>
          <a:lstStyle>
            <a:lvl1pPr lvl="0" rtl="0">
              <a:spcBef>
                <a:spcPts val="0"/>
              </a:spcBef>
              <a:spcAft>
                <a:spcPts val="0"/>
              </a:spcAft>
              <a:buSzPts val="12000"/>
              <a:buNone/>
              <a:defRPr sz="10000">
                <a:solidFill>
                  <a:schemeClr val="accent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34" name="Google Shape;34;p3"/>
          <p:cNvGrpSpPr/>
          <p:nvPr/>
        </p:nvGrpSpPr>
        <p:grpSpPr>
          <a:xfrm>
            <a:off x="4688689" y="4146028"/>
            <a:ext cx="353615" cy="726799"/>
            <a:chOff x="332475" y="3338675"/>
            <a:chExt cx="261125" cy="536700"/>
          </a:xfrm>
        </p:grpSpPr>
        <p:sp>
          <p:nvSpPr>
            <p:cNvPr id="35" name="Google Shape;35;p3"/>
            <p:cNvSpPr/>
            <p:nvPr/>
          </p:nvSpPr>
          <p:spPr>
            <a:xfrm>
              <a:off x="517675" y="3577775"/>
              <a:ext cx="23475" cy="17750"/>
            </a:xfrm>
            <a:custGeom>
              <a:avLst/>
              <a:gdLst/>
              <a:ahLst/>
              <a:cxnLst/>
              <a:rect l="l" t="t" r="r" b="b"/>
              <a:pathLst>
                <a:path w="939" h="710" extrusionOk="0">
                  <a:moveTo>
                    <a:pt x="113" y="1"/>
                  </a:moveTo>
                  <a:cubicBezTo>
                    <a:pt x="89" y="1"/>
                    <a:pt x="71" y="6"/>
                    <a:pt x="59" y="18"/>
                  </a:cubicBezTo>
                  <a:cubicBezTo>
                    <a:pt x="0" y="89"/>
                    <a:pt x="153" y="288"/>
                    <a:pt x="376" y="475"/>
                  </a:cubicBezTo>
                  <a:cubicBezTo>
                    <a:pt x="548" y="621"/>
                    <a:pt x="728" y="710"/>
                    <a:pt x="822" y="710"/>
                  </a:cubicBezTo>
                  <a:cubicBezTo>
                    <a:pt x="849" y="710"/>
                    <a:pt x="869" y="702"/>
                    <a:pt x="880" y="686"/>
                  </a:cubicBezTo>
                  <a:cubicBezTo>
                    <a:pt x="938" y="628"/>
                    <a:pt x="798" y="417"/>
                    <a:pt x="563" y="241"/>
                  </a:cubicBezTo>
                  <a:cubicBezTo>
                    <a:pt x="385" y="91"/>
                    <a:pt x="207" y="1"/>
                    <a:pt x="113"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408950" y="3490725"/>
              <a:ext cx="27000" cy="12550"/>
            </a:xfrm>
            <a:custGeom>
              <a:avLst/>
              <a:gdLst/>
              <a:ahLst/>
              <a:cxnLst/>
              <a:rect l="l" t="t" r="r" b="b"/>
              <a:pathLst>
                <a:path w="1080" h="502" extrusionOk="0">
                  <a:moveTo>
                    <a:pt x="809" y="0"/>
                  </a:moveTo>
                  <a:cubicBezTo>
                    <a:pt x="711" y="0"/>
                    <a:pt x="593" y="18"/>
                    <a:pt x="470" y="54"/>
                  </a:cubicBezTo>
                  <a:cubicBezTo>
                    <a:pt x="200" y="136"/>
                    <a:pt x="1" y="300"/>
                    <a:pt x="24" y="406"/>
                  </a:cubicBezTo>
                  <a:cubicBezTo>
                    <a:pt x="45" y="468"/>
                    <a:pt x="144" y="502"/>
                    <a:pt x="280" y="502"/>
                  </a:cubicBezTo>
                  <a:cubicBezTo>
                    <a:pt x="373" y="502"/>
                    <a:pt x="484" y="486"/>
                    <a:pt x="599" y="453"/>
                  </a:cubicBezTo>
                  <a:cubicBezTo>
                    <a:pt x="880" y="359"/>
                    <a:pt x="1079" y="206"/>
                    <a:pt x="1044" y="89"/>
                  </a:cubicBezTo>
                  <a:cubicBezTo>
                    <a:pt x="1024" y="30"/>
                    <a:pt x="934" y="0"/>
                    <a:pt x="809"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474900" y="3739700"/>
              <a:ext cx="26400" cy="10250"/>
            </a:xfrm>
            <a:custGeom>
              <a:avLst/>
              <a:gdLst/>
              <a:ahLst/>
              <a:cxnLst/>
              <a:rect l="l" t="t" r="r" b="b"/>
              <a:pathLst>
                <a:path w="1056" h="410" extrusionOk="0">
                  <a:moveTo>
                    <a:pt x="886" y="0"/>
                  </a:moveTo>
                  <a:cubicBezTo>
                    <a:pt x="783" y="0"/>
                    <a:pt x="637" y="24"/>
                    <a:pt x="481" y="70"/>
                  </a:cubicBezTo>
                  <a:cubicBezTo>
                    <a:pt x="211" y="164"/>
                    <a:pt x="0" y="293"/>
                    <a:pt x="24" y="363"/>
                  </a:cubicBezTo>
                  <a:cubicBezTo>
                    <a:pt x="34" y="394"/>
                    <a:pt x="86" y="409"/>
                    <a:pt x="164" y="409"/>
                  </a:cubicBezTo>
                  <a:cubicBezTo>
                    <a:pt x="264" y="409"/>
                    <a:pt x="406" y="385"/>
                    <a:pt x="563" y="340"/>
                  </a:cubicBezTo>
                  <a:cubicBezTo>
                    <a:pt x="844" y="246"/>
                    <a:pt x="1055" y="117"/>
                    <a:pt x="1032" y="47"/>
                  </a:cubicBezTo>
                  <a:cubicBezTo>
                    <a:pt x="1021" y="16"/>
                    <a:pt x="967" y="0"/>
                    <a:pt x="886"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358050" y="3338675"/>
              <a:ext cx="216800" cy="497200"/>
            </a:xfrm>
            <a:custGeom>
              <a:avLst/>
              <a:gdLst/>
              <a:ahLst/>
              <a:cxnLst/>
              <a:rect l="l" t="t" r="r" b="b"/>
              <a:pathLst>
                <a:path w="8672" h="19888" extrusionOk="0">
                  <a:moveTo>
                    <a:pt x="712" y="0"/>
                  </a:moveTo>
                  <a:cubicBezTo>
                    <a:pt x="162" y="0"/>
                    <a:pt x="0" y="322"/>
                    <a:pt x="700" y="1190"/>
                  </a:cubicBezTo>
                  <a:cubicBezTo>
                    <a:pt x="2564" y="3499"/>
                    <a:pt x="4053" y="3569"/>
                    <a:pt x="3232" y="6406"/>
                  </a:cubicBezTo>
                  <a:cubicBezTo>
                    <a:pt x="2412" y="9242"/>
                    <a:pt x="841" y="12067"/>
                    <a:pt x="2928" y="13192"/>
                  </a:cubicBezTo>
                  <a:cubicBezTo>
                    <a:pt x="5026" y="14306"/>
                    <a:pt x="3080" y="16615"/>
                    <a:pt x="3748" y="18561"/>
                  </a:cubicBezTo>
                  <a:cubicBezTo>
                    <a:pt x="4131" y="19650"/>
                    <a:pt x="4819" y="19888"/>
                    <a:pt x="5346" y="19888"/>
                  </a:cubicBezTo>
                  <a:cubicBezTo>
                    <a:pt x="5756" y="19888"/>
                    <a:pt x="6069" y="19745"/>
                    <a:pt x="6069" y="19745"/>
                  </a:cubicBezTo>
                  <a:cubicBezTo>
                    <a:pt x="6069" y="19745"/>
                    <a:pt x="8671" y="17365"/>
                    <a:pt x="7405" y="15126"/>
                  </a:cubicBezTo>
                  <a:cubicBezTo>
                    <a:pt x="6139" y="12888"/>
                    <a:pt x="5541" y="13192"/>
                    <a:pt x="6514" y="11247"/>
                  </a:cubicBezTo>
                  <a:cubicBezTo>
                    <a:pt x="7476" y="9313"/>
                    <a:pt x="7253" y="8797"/>
                    <a:pt x="5917" y="7003"/>
                  </a:cubicBezTo>
                  <a:cubicBezTo>
                    <a:pt x="4569" y="5210"/>
                    <a:pt x="5917" y="2831"/>
                    <a:pt x="4498" y="1635"/>
                  </a:cubicBezTo>
                  <a:cubicBezTo>
                    <a:pt x="3613" y="889"/>
                    <a:pt x="1626" y="0"/>
                    <a:pt x="712"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332475" y="3422325"/>
              <a:ext cx="190200" cy="453050"/>
            </a:xfrm>
            <a:custGeom>
              <a:avLst/>
              <a:gdLst/>
              <a:ahLst/>
              <a:cxnLst/>
              <a:rect l="l" t="t" r="r" b="b"/>
              <a:pathLst>
                <a:path w="7608" h="18122" fill="none" extrusionOk="0">
                  <a:moveTo>
                    <a:pt x="5146" y="15215"/>
                  </a:moveTo>
                  <a:cubicBezTo>
                    <a:pt x="4912" y="14922"/>
                    <a:pt x="4853" y="13422"/>
                    <a:pt x="3728" y="12601"/>
                  </a:cubicBezTo>
                  <a:cubicBezTo>
                    <a:pt x="2614" y="11780"/>
                    <a:pt x="2544" y="11710"/>
                    <a:pt x="2462" y="9694"/>
                  </a:cubicBezTo>
                  <a:cubicBezTo>
                    <a:pt x="2392" y="7678"/>
                    <a:pt x="1196" y="6564"/>
                    <a:pt x="598" y="4326"/>
                  </a:cubicBezTo>
                  <a:cubicBezTo>
                    <a:pt x="0" y="2087"/>
                    <a:pt x="903" y="0"/>
                    <a:pt x="2016" y="1723"/>
                  </a:cubicBezTo>
                  <a:cubicBezTo>
                    <a:pt x="3142" y="3435"/>
                    <a:pt x="3364" y="3587"/>
                    <a:pt x="3587" y="5674"/>
                  </a:cubicBezTo>
                  <a:cubicBezTo>
                    <a:pt x="3810" y="7760"/>
                    <a:pt x="4408" y="6787"/>
                    <a:pt x="5369" y="9249"/>
                  </a:cubicBezTo>
                  <a:cubicBezTo>
                    <a:pt x="6342" y="11710"/>
                    <a:pt x="7608" y="18122"/>
                    <a:pt x="5146" y="15215"/>
                  </a:cubicBezTo>
                  <a:close/>
                </a:path>
              </a:pathLst>
            </a:custGeom>
            <a:noFill/>
            <a:ln w="4975" cap="flat" cmpd="sng">
              <a:solidFill>
                <a:srgbClr val="34828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345950" y="3755500"/>
              <a:ext cx="247650" cy="97025"/>
            </a:xfrm>
            <a:custGeom>
              <a:avLst/>
              <a:gdLst/>
              <a:ahLst/>
              <a:cxnLst/>
              <a:rect l="l" t="t" r="r" b="b"/>
              <a:pathLst>
                <a:path w="9906" h="3881" extrusionOk="0">
                  <a:moveTo>
                    <a:pt x="6787" y="0"/>
                  </a:moveTo>
                  <a:cubicBezTo>
                    <a:pt x="6176" y="0"/>
                    <a:pt x="5599" y="270"/>
                    <a:pt x="5075" y="686"/>
                  </a:cubicBezTo>
                  <a:lnTo>
                    <a:pt x="5075" y="686"/>
                  </a:lnTo>
                  <a:lnTo>
                    <a:pt x="5088" y="669"/>
                  </a:lnTo>
                  <a:cubicBezTo>
                    <a:pt x="4878" y="624"/>
                    <a:pt x="4671" y="603"/>
                    <a:pt x="4467" y="603"/>
                  </a:cubicBezTo>
                  <a:cubicBezTo>
                    <a:pt x="2487" y="603"/>
                    <a:pt x="830" y="2584"/>
                    <a:pt x="1" y="3881"/>
                  </a:cubicBezTo>
                  <a:lnTo>
                    <a:pt x="2741" y="3861"/>
                  </a:lnTo>
                  <a:lnTo>
                    <a:pt x="2741" y="3861"/>
                  </a:lnTo>
                  <a:cubicBezTo>
                    <a:pt x="2738" y="3868"/>
                    <a:pt x="2735" y="3874"/>
                    <a:pt x="2732" y="3881"/>
                  </a:cubicBezTo>
                  <a:lnTo>
                    <a:pt x="2746" y="3861"/>
                  </a:lnTo>
                  <a:lnTo>
                    <a:pt x="2746" y="3861"/>
                  </a:lnTo>
                  <a:lnTo>
                    <a:pt x="9905" y="3810"/>
                  </a:lnTo>
                  <a:cubicBezTo>
                    <a:pt x="9671" y="2368"/>
                    <a:pt x="9155" y="1220"/>
                    <a:pt x="8276" y="552"/>
                  </a:cubicBezTo>
                  <a:cubicBezTo>
                    <a:pt x="7764" y="164"/>
                    <a:pt x="7265" y="0"/>
                    <a:pt x="6787"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1;p3"/>
          <p:cNvGrpSpPr/>
          <p:nvPr/>
        </p:nvGrpSpPr>
        <p:grpSpPr>
          <a:xfrm>
            <a:off x="1375994" y="4135147"/>
            <a:ext cx="1117139" cy="737689"/>
            <a:chOff x="257575" y="2835000"/>
            <a:chExt cx="736025" cy="486025"/>
          </a:xfrm>
        </p:grpSpPr>
        <p:sp>
          <p:nvSpPr>
            <p:cNvPr id="42" name="Google Shape;42;p3"/>
            <p:cNvSpPr/>
            <p:nvPr/>
          </p:nvSpPr>
          <p:spPr>
            <a:xfrm>
              <a:off x="358400" y="2835000"/>
              <a:ext cx="423275" cy="374900"/>
            </a:xfrm>
            <a:custGeom>
              <a:avLst/>
              <a:gdLst/>
              <a:ahLst/>
              <a:cxnLst/>
              <a:rect l="l" t="t" r="r" b="b"/>
              <a:pathLst>
                <a:path w="16931" h="14996" fill="none" extrusionOk="0">
                  <a:moveTo>
                    <a:pt x="15785" y="14973"/>
                  </a:moveTo>
                  <a:cubicBezTo>
                    <a:pt x="15785" y="14973"/>
                    <a:pt x="16931" y="9749"/>
                    <a:pt x="15087" y="7916"/>
                  </a:cubicBezTo>
                  <a:cubicBezTo>
                    <a:pt x="14205" y="7034"/>
                    <a:pt x="13323" y="7263"/>
                    <a:pt x="12624" y="7733"/>
                  </a:cubicBezTo>
                  <a:cubicBezTo>
                    <a:pt x="12154" y="8065"/>
                    <a:pt x="11467" y="7744"/>
                    <a:pt x="11490" y="7206"/>
                  </a:cubicBezTo>
                  <a:cubicBezTo>
                    <a:pt x="11581" y="5133"/>
                    <a:pt x="11478" y="2040"/>
                    <a:pt x="10218" y="1284"/>
                  </a:cubicBezTo>
                  <a:cubicBezTo>
                    <a:pt x="8053" y="1"/>
                    <a:pt x="6656" y="1066"/>
                    <a:pt x="6163" y="6931"/>
                  </a:cubicBezTo>
                  <a:cubicBezTo>
                    <a:pt x="6163" y="6954"/>
                    <a:pt x="5567" y="9600"/>
                    <a:pt x="4078" y="7733"/>
                  </a:cubicBezTo>
                  <a:cubicBezTo>
                    <a:pt x="69" y="2727"/>
                    <a:pt x="0" y="14995"/>
                    <a:pt x="0" y="14995"/>
                  </a:cubicBezTo>
                </a:path>
              </a:pathLst>
            </a:custGeom>
            <a:noFill/>
            <a:ln w="6875" cap="flat" cmpd="sng">
              <a:solidFill>
                <a:srgbClr val="629196"/>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409075" y="2920950"/>
              <a:ext cx="310750" cy="286650"/>
            </a:xfrm>
            <a:custGeom>
              <a:avLst/>
              <a:gdLst/>
              <a:ahLst/>
              <a:cxnLst/>
              <a:rect l="l" t="t" r="r" b="b"/>
              <a:pathLst>
                <a:path w="12430" h="11466" extrusionOk="0">
                  <a:moveTo>
                    <a:pt x="4674" y="0"/>
                  </a:moveTo>
                  <a:cubicBezTo>
                    <a:pt x="4512" y="0"/>
                    <a:pt x="4348" y="44"/>
                    <a:pt x="4182" y="137"/>
                  </a:cubicBezTo>
                  <a:cubicBezTo>
                    <a:pt x="2361" y="1145"/>
                    <a:pt x="4148" y="6483"/>
                    <a:pt x="4995" y="8694"/>
                  </a:cubicBezTo>
                  <a:cubicBezTo>
                    <a:pt x="5101" y="8973"/>
                    <a:pt x="4932" y="9317"/>
                    <a:pt x="4732" y="9317"/>
                  </a:cubicBezTo>
                  <a:cubicBezTo>
                    <a:pt x="4694" y="9317"/>
                    <a:pt x="4655" y="9305"/>
                    <a:pt x="4617" y="9278"/>
                  </a:cubicBezTo>
                  <a:cubicBezTo>
                    <a:pt x="3557" y="8540"/>
                    <a:pt x="2304" y="7306"/>
                    <a:pt x="1449" y="7306"/>
                  </a:cubicBezTo>
                  <a:cubicBezTo>
                    <a:pt x="1242" y="7306"/>
                    <a:pt x="1058" y="7378"/>
                    <a:pt x="906" y="7548"/>
                  </a:cubicBezTo>
                  <a:cubicBezTo>
                    <a:pt x="1" y="8568"/>
                    <a:pt x="1169" y="10492"/>
                    <a:pt x="1788" y="11466"/>
                  </a:cubicBezTo>
                  <a:lnTo>
                    <a:pt x="12384" y="11466"/>
                  </a:lnTo>
                  <a:cubicBezTo>
                    <a:pt x="12430" y="9496"/>
                    <a:pt x="12372" y="3711"/>
                    <a:pt x="10608" y="2485"/>
                  </a:cubicBezTo>
                  <a:cubicBezTo>
                    <a:pt x="10497" y="2404"/>
                    <a:pt x="10375" y="2366"/>
                    <a:pt x="10251" y="2366"/>
                  </a:cubicBezTo>
                  <a:cubicBezTo>
                    <a:pt x="10094" y="2366"/>
                    <a:pt x="9936" y="2427"/>
                    <a:pt x="9795" y="2542"/>
                  </a:cubicBezTo>
                  <a:cubicBezTo>
                    <a:pt x="9463" y="2840"/>
                    <a:pt x="8993" y="3482"/>
                    <a:pt x="8684" y="4856"/>
                  </a:cubicBezTo>
                  <a:cubicBezTo>
                    <a:pt x="8612" y="5154"/>
                    <a:pt x="8420" y="5307"/>
                    <a:pt x="8226" y="5307"/>
                  </a:cubicBezTo>
                  <a:cubicBezTo>
                    <a:pt x="8047" y="5307"/>
                    <a:pt x="7867" y="5177"/>
                    <a:pt x="7779" y="4914"/>
                  </a:cubicBezTo>
                  <a:cubicBezTo>
                    <a:pt x="7126" y="2834"/>
                    <a:pt x="5984" y="0"/>
                    <a:pt x="4674"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257575" y="3144350"/>
              <a:ext cx="736025" cy="176675"/>
            </a:xfrm>
            <a:custGeom>
              <a:avLst/>
              <a:gdLst/>
              <a:ahLst/>
              <a:cxnLst/>
              <a:rect l="l" t="t" r="r" b="b"/>
              <a:pathLst>
                <a:path w="29441" h="7067" extrusionOk="0">
                  <a:moveTo>
                    <a:pt x="22365" y="0"/>
                  </a:moveTo>
                  <a:cubicBezTo>
                    <a:pt x="18813" y="0"/>
                    <a:pt x="13972" y="1852"/>
                    <a:pt x="9823" y="1852"/>
                  </a:cubicBezTo>
                  <a:cubicBezTo>
                    <a:pt x="8944" y="1852"/>
                    <a:pt x="8096" y="1769"/>
                    <a:pt x="7298" y="1568"/>
                  </a:cubicBezTo>
                  <a:cubicBezTo>
                    <a:pt x="6655" y="1406"/>
                    <a:pt x="6068" y="1334"/>
                    <a:pt x="5534" y="1334"/>
                  </a:cubicBezTo>
                  <a:cubicBezTo>
                    <a:pt x="1022" y="1334"/>
                    <a:pt x="196" y="6503"/>
                    <a:pt x="1" y="7066"/>
                  </a:cubicBezTo>
                  <a:lnTo>
                    <a:pt x="27894" y="6860"/>
                  </a:lnTo>
                  <a:cubicBezTo>
                    <a:pt x="27894" y="6860"/>
                    <a:pt x="29441" y="4534"/>
                    <a:pt x="25901" y="1144"/>
                  </a:cubicBezTo>
                  <a:cubicBezTo>
                    <a:pt x="25018" y="301"/>
                    <a:pt x="23796" y="0"/>
                    <a:pt x="22365"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45;p3"/>
          <p:cNvGrpSpPr/>
          <p:nvPr/>
        </p:nvGrpSpPr>
        <p:grpSpPr>
          <a:xfrm>
            <a:off x="2710930" y="4362235"/>
            <a:ext cx="485735" cy="184751"/>
            <a:chOff x="3877425" y="1976375"/>
            <a:chExt cx="260350" cy="99025"/>
          </a:xfrm>
        </p:grpSpPr>
        <p:sp>
          <p:nvSpPr>
            <p:cNvPr id="46" name="Google Shape;46;p3"/>
            <p:cNvSpPr/>
            <p:nvPr/>
          </p:nvSpPr>
          <p:spPr>
            <a:xfrm>
              <a:off x="3890025" y="1976375"/>
              <a:ext cx="247750" cy="99025"/>
            </a:xfrm>
            <a:custGeom>
              <a:avLst/>
              <a:gdLst/>
              <a:ahLst/>
              <a:cxnLst/>
              <a:rect l="l" t="t" r="r" b="b"/>
              <a:pathLst>
                <a:path w="9910" h="3961" extrusionOk="0">
                  <a:moveTo>
                    <a:pt x="3957" y="0"/>
                  </a:moveTo>
                  <a:cubicBezTo>
                    <a:pt x="3114" y="0"/>
                    <a:pt x="2623" y="157"/>
                    <a:pt x="2429" y="233"/>
                  </a:cubicBezTo>
                  <a:cubicBezTo>
                    <a:pt x="2292" y="290"/>
                    <a:pt x="2154" y="347"/>
                    <a:pt x="2017" y="393"/>
                  </a:cubicBezTo>
                  <a:cubicBezTo>
                    <a:pt x="1382" y="603"/>
                    <a:pt x="931" y="658"/>
                    <a:pt x="632" y="658"/>
                  </a:cubicBezTo>
                  <a:cubicBezTo>
                    <a:pt x="295" y="658"/>
                    <a:pt x="150" y="588"/>
                    <a:pt x="150" y="588"/>
                  </a:cubicBezTo>
                  <a:lnTo>
                    <a:pt x="81" y="1263"/>
                  </a:lnTo>
                  <a:lnTo>
                    <a:pt x="69" y="1344"/>
                  </a:lnTo>
                  <a:lnTo>
                    <a:pt x="1" y="2020"/>
                  </a:lnTo>
                  <a:cubicBezTo>
                    <a:pt x="1" y="2020"/>
                    <a:pt x="44" y="2009"/>
                    <a:pt x="134" y="2009"/>
                  </a:cubicBezTo>
                  <a:cubicBezTo>
                    <a:pt x="366" y="2009"/>
                    <a:pt x="904" y="2080"/>
                    <a:pt x="1788" y="2592"/>
                  </a:cubicBezTo>
                  <a:cubicBezTo>
                    <a:pt x="1914" y="2661"/>
                    <a:pt x="2040" y="2741"/>
                    <a:pt x="2166" y="2833"/>
                  </a:cubicBezTo>
                  <a:cubicBezTo>
                    <a:pt x="2395" y="2982"/>
                    <a:pt x="3139" y="3406"/>
                    <a:pt x="4652" y="3520"/>
                  </a:cubicBezTo>
                  <a:cubicBezTo>
                    <a:pt x="5980" y="3623"/>
                    <a:pt x="7928" y="3841"/>
                    <a:pt x="8936" y="3955"/>
                  </a:cubicBezTo>
                  <a:cubicBezTo>
                    <a:pt x="8964" y="3959"/>
                    <a:pt x="8992" y="3961"/>
                    <a:pt x="9019" y="3961"/>
                  </a:cubicBezTo>
                  <a:cubicBezTo>
                    <a:pt x="9340" y="3961"/>
                    <a:pt x="9614" y="3720"/>
                    <a:pt x="9646" y="3383"/>
                  </a:cubicBezTo>
                  <a:lnTo>
                    <a:pt x="9749" y="2432"/>
                  </a:lnTo>
                  <a:lnTo>
                    <a:pt x="9772" y="2203"/>
                  </a:lnTo>
                  <a:lnTo>
                    <a:pt x="9875" y="1241"/>
                  </a:lnTo>
                  <a:cubicBezTo>
                    <a:pt x="9909" y="885"/>
                    <a:pt x="9646" y="565"/>
                    <a:pt x="9291" y="530"/>
                  </a:cubicBezTo>
                  <a:cubicBezTo>
                    <a:pt x="8283" y="439"/>
                    <a:pt x="6335" y="255"/>
                    <a:pt x="5007" y="72"/>
                  </a:cubicBezTo>
                  <a:cubicBezTo>
                    <a:pt x="4610" y="21"/>
                    <a:pt x="4261" y="0"/>
                    <a:pt x="3957"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3877425" y="1988200"/>
              <a:ext cx="22650" cy="39825"/>
            </a:xfrm>
            <a:custGeom>
              <a:avLst/>
              <a:gdLst/>
              <a:ahLst/>
              <a:cxnLst/>
              <a:rect l="l" t="t" r="r" b="b"/>
              <a:pathLst>
                <a:path w="906" h="1593" extrusionOk="0">
                  <a:moveTo>
                    <a:pt x="173" y="0"/>
                  </a:moveTo>
                  <a:lnTo>
                    <a:pt x="1" y="1512"/>
                  </a:lnTo>
                  <a:lnTo>
                    <a:pt x="734" y="1592"/>
                  </a:lnTo>
                  <a:lnTo>
                    <a:pt x="906" y="80"/>
                  </a:lnTo>
                  <a:lnTo>
                    <a:pt x="173" y="0"/>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48;p3"/>
          <p:cNvGrpSpPr/>
          <p:nvPr/>
        </p:nvGrpSpPr>
        <p:grpSpPr>
          <a:xfrm flipH="1">
            <a:off x="2854210" y="4454441"/>
            <a:ext cx="426094" cy="109978"/>
            <a:chOff x="5002750" y="3501150"/>
            <a:chExt cx="94050" cy="24275"/>
          </a:xfrm>
        </p:grpSpPr>
        <p:sp>
          <p:nvSpPr>
            <p:cNvPr id="49" name="Google Shape;49;p3"/>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1"/>
        <p:cNvGrpSpPr/>
        <p:nvPr/>
      </p:nvGrpSpPr>
      <p:grpSpPr>
        <a:xfrm>
          <a:off x="0" y="0"/>
          <a:ext cx="0" cy="0"/>
          <a:chOff x="0" y="0"/>
          <a:chExt cx="0" cy="0"/>
        </a:xfrm>
      </p:grpSpPr>
      <p:sp>
        <p:nvSpPr>
          <p:cNvPr id="62" name="Google Shape;62;p5"/>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3" name="Google Shape;63;p5"/>
          <p:cNvSpPr txBox="1">
            <a:spLocks noGrp="1"/>
          </p:cNvSpPr>
          <p:nvPr>
            <p:ph type="subTitle" idx="1"/>
          </p:nvPr>
        </p:nvSpPr>
        <p:spPr>
          <a:xfrm>
            <a:off x="1551425" y="1379350"/>
            <a:ext cx="3132300" cy="52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2500"/>
              <a:buFont typeface="Londrina Solid"/>
              <a:buNone/>
              <a:defRPr sz="2000">
                <a:solidFill>
                  <a:schemeClr val="dk2"/>
                </a:solidFill>
                <a:latin typeface="BioRhyme"/>
                <a:ea typeface="BioRhyme"/>
                <a:cs typeface="BioRhyme"/>
                <a:sym typeface="BioRhyme"/>
              </a:defRPr>
            </a:lvl1pPr>
            <a:lvl2pPr lvl="1">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2pPr>
            <a:lvl3pPr lvl="2">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3pPr>
            <a:lvl4pPr lvl="3">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4pPr>
            <a:lvl5pPr lvl="4">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5pPr>
            <a:lvl6pPr lvl="5">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6pPr>
            <a:lvl7pPr lvl="6">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7pPr>
            <a:lvl8pPr lvl="7">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8pPr>
            <a:lvl9pPr lvl="8">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9pPr>
          </a:lstStyle>
          <a:p>
            <a:endParaRPr/>
          </a:p>
        </p:txBody>
      </p:sp>
      <p:sp>
        <p:nvSpPr>
          <p:cNvPr id="64" name="Google Shape;64;p5"/>
          <p:cNvSpPr txBox="1">
            <a:spLocks noGrp="1"/>
          </p:cNvSpPr>
          <p:nvPr>
            <p:ph type="subTitle" idx="2"/>
          </p:nvPr>
        </p:nvSpPr>
        <p:spPr>
          <a:xfrm>
            <a:off x="4761050" y="1379350"/>
            <a:ext cx="3132300" cy="52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500"/>
              <a:buFont typeface="Londrina Solid"/>
              <a:buNone/>
              <a:defRPr sz="2000">
                <a:solidFill>
                  <a:schemeClr val="dk2"/>
                </a:solidFill>
                <a:latin typeface="BioRhyme"/>
                <a:ea typeface="BioRhyme"/>
                <a:cs typeface="BioRhyme"/>
                <a:sym typeface="BioRhyme"/>
              </a:defRPr>
            </a:lvl1pPr>
            <a:lvl2pPr lvl="1" rtl="0">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2pPr>
            <a:lvl3pPr lvl="2" rtl="0">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3pPr>
            <a:lvl4pPr lvl="3" rtl="0">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4pPr>
            <a:lvl5pPr lvl="4" rtl="0">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5pPr>
            <a:lvl6pPr lvl="5" rtl="0">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6pPr>
            <a:lvl7pPr lvl="6" rtl="0">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7pPr>
            <a:lvl8pPr lvl="7" rtl="0">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8pPr>
            <a:lvl9pPr lvl="8" rtl="0">
              <a:spcBef>
                <a:spcPts val="0"/>
              </a:spcBef>
              <a:spcAft>
                <a:spcPts val="0"/>
              </a:spcAft>
              <a:buClr>
                <a:schemeClr val="lt2"/>
              </a:buClr>
              <a:buSzPts val="2500"/>
              <a:buFont typeface="Londrina Solid"/>
              <a:buNone/>
              <a:defRPr sz="2500">
                <a:solidFill>
                  <a:schemeClr val="lt2"/>
                </a:solidFill>
                <a:latin typeface="Londrina Solid"/>
                <a:ea typeface="Londrina Solid"/>
                <a:cs typeface="Londrina Solid"/>
                <a:sym typeface="Londrina Solid"/>
              </a:defRPr>
            </a:lvl9pPr>
          </a:lstStyle>
          <a:p>
            <a:endParaRPr/>
          </a:p>
        </p:txBody>
      </p:sp>
      <p:sp>
        <p:nvSpPr>
          <p:cNvPr id="65" name="Google Shape;65;p5"/>
          <p:cNvSpPr/>
          <p:nvPr/>
        </p:nvSpPr>
        <p:spPr>
          <a:xfrm flipH="1">
            <a:off x="-387054" y="3889291"/>
            <a:ext cx="9589704" cy="490399"/>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flipH="1">
            <a:off x="3670" y="4319025"/>
            <a:ext cx="9355205" cy="824425"/>
          </a:xfrm>
          <a:custGeom>
            <a:avLst/>
            <a:gdLst/>
            <a:ahLst/>
            <a:cxnLst/>
            <a:rect l="l" t="t" r="r" b="b"/>
            <a:pathLst>
              <a:path w="211776" h="46512" extrusionOk="0">
                <a:moveTo>
                  <a:pt x="0" y="0"/>
                </a:moveTo>
                <a:lnTo>
                  <a:pt x="0" y="46511"/>
                </a:lnTo>
                <a:lnTo>
                  <a:pt x="211775" y="46511"/>
                </a:lnTo>
                <a:lnTo>
                  <a:pt x="211775" y="0"/>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flipH="1">
            <a:off x="-643050" y="4043023"/>
            <a:ext cx="10262383" cy="572688"/>
          </a:xfrm>
          <a:custGeom>
            <a:avLst/>
            <a:gdLst/>
            <a:ahLst/>
            <a:cxnLst/>
            <a:rect l="l" t="t" r="r" b="b"/>
            <a:pathLst>
              <a:path w="232312" h="16453" extrusionOk="0">
                <a:moveTo>
                  <a:pt x="65871" y="1"/>
                </a:moveTo>
                <a:cubicBezTo>
                  <a:pt x="45737" y="1"/>
                  <a:pt x="25603" y="1266"/>
                  <a:pt x="5627" y="3793"/>
                </a:cubicBezTo>
                <a:lnTo>
                  <a:pt x="0" y="15972"/>
                </a:lnTo>
                <a:cubicBezTo>
                  <a:pt x="12522" y="13455"/>
                  <a:pt x="25219" y="12672"/>
                  <a:pt x="37982" y="12672"/>
                </a:cubicBezTo>
                <a:cubicBezTo>
                  <a:pt x="54228" y="12672"/>
                  <a:pt x="70582" y="13941"/>
                  <a:pt x="86822" y="14519"/>
                </a:cubicBezTo>
                <a:cubicBezTo>
                  <a:pt x="95503" y="14829"/>
                  <a:pt x="104190" y="14940"/>
                  <a:pt x="112880" y="14940"/>
                </a:cubicBezTo>
                <a:cubicBezTo>
                  <a:pt x="134737" y="14940"/>
                  <a:pt x="156614" y="14238"/>
                  <a:pt x="178454" y="14238"/>
                </a:cubicBezTo>
                <a:cubicBezTo>
                  <a:pt x="196442" y="14238"/>
                  <a:pt x="214405" y="14714"/>
                  <a:pt x="232311" y="16453"/>
                </a:cubicBezTo>
                <a:lnTo>
                  <a:pt x="231549" y="6208"/>
                </a:lnTo>
                <a:cubicBezTo>
                  <a:pt x="215989" y="3499"/>
                  <a:pt x="200193" y="2139"/>
                  <a:pt x="184395" y="2139"/>
                </a:cubicBezTo>
                <a:cubicBezTo>
                  <a:pt x="182902" y="2139"/>
                  <a:pt x="181409" y="2152"/>
                  <a:pt x="179916" y="2176"/>
                </a:cubicBezTo>
                <a:cubicBezTo>
                  <a:pt x="166054" y="2401"/>
                  <a:pt x="152201" y="3671"/>
                  <a:pt x="138342" y="3671"/>
                </a:cubicBezTo>
                <a:cubicBezTo>
                  <a:pt x="136321" y="3671"/>
                  <a:pt x="134300" y="3644"/>
                  <a:pt x="132279" y="3582"/>
                </a:cubicBezTo>
                <a:cubicBezTo>
                  <a:pt x="122843" y="3301"/>
                  <a:pt x="113442" y="2270"/>
                  <a:pt x="104030" y="1519"/>
                </a:cubicBezTo>
                <a:cubicBezTo>
                  <a:pt x="91337" y="507"/>
                  <a:pt x="78604" y="1"/>
                  <a:pt x="65871" y="1"/>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flipH="1">
            <a:off x="-287750" y="4329589"/>
            <a:ext cx="10262383" cy="329659"/>
          </a:xfrm>
          <a:custGeom>
            <a:avLst/>
            <a:gdLst/>
            <a:ahLst/>
            <a:cxnLst/>
            <a:rect l="l" t="t" r="r" b="b"/>
            <a:pathLst>
              <a:path w="232312" h="7463" extrusionOk="0">
                <a:moveTo>
                  <a:pt x="38195" y="0"/>
                </a:moveTo>
                <a:cubicBezTo>
                  <a:pt x="25987" y="0"/>
                  <a:pt x="13842" y="717"/>
                  <a:pt x="1852" y="2985"/>
                </a:cubicBezTo>
                <a:lnTo>
                  <a:pt x="0" y="6970"/>
                </a:lnTo>
                <a:cubicBezTo>
                  <a:pt x="12522" y="4453"/>
                  <a:pt x="25219" y="3670"/>
                  <a:pt x="37983" y="3670"/>
                </a:cubicBezTo>
                <a:cubicBezTo>
                  <a:pt x="54230" y="3670"/>
                  <a:pt x="70587" y="4939"/>
                  <a:pt x="86834" y="5517"/>
                </a:cubicBezTo>
                <a:cubicBezTo>
                  <a:pt x="95517" y="5827"/>
                  <a:pt x="104207" y="5938"/>
                  <a:pt x="112899" y="5938"/>
                </a:cubicBezTo>
                <a:cubicBezTo>
                  <a:pt x="134719" y="5938"/>
                  <a:pt x="156558" y="5238"/>
                  <a:pt x="178361" y="5238"/>
                </a:cubicBezTo>
                <a:cubicBezTo>
                  <a:pt x="196379" y="5238"/>
                  <a:pt x="214372" y="5716"/>
                  <a:pt x="232311" y="7462"/>
                </a:cubicBezTo>
                <a:lnTo>
                  <a:pt x="232042" y="3735"/>
                </a:lnTo>
                <a:cubicBezTo>
                  <a:pt x="214288" y="2031"/>
                  <a:pt x="196481" y="1562"/>
                  <a:pt x="178651" y="1562"/>
                </a:cubicBezTo>
                <a:cubicBezTo>
                  <a:pt x="156800" y="1562"/>
                  <a:pt x="134914" y="2267"/>
                  <a:pt x="113047" y="2267"/>
                </a:cubicBezTo>
                <a:cubicBezTo>
                  <a:pt x="104387" y="2267"/>
                  <a:pt x="95730" y="2156"/>
                  <a:pt x="87080" y="1848"/>
                </a:cubicBezTo>
                <a:cubicBezTo>
                  <a:pt x="70819" y="1272"/>
                  <a:pt x="54451" y="0"/>
                  <a:pt x="38195"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69;p5"/>
          <p:cNvGrpSpPr/>
          <p:nvPr/>
        </p:nvGrpSpPr>
        <p:grpSpPr>
          <a:xfrm>
            <a:off x="2588887" y="4674329"/>
            <a:ext cx="370255" cy="363799"/>
            <a:chOff x="5160200" y="3477775"/>
            <a:chExt cx="81725" cy="80300"/>
          </a:xfrm>
        </p:grpSpPr>
        <p:grpSp>
          <p:nvGrpSpPr>
            <p:cNvPr id="70" name="Google Shape;70;p5"/>
            <p:cNvGrpSpPr/>
            <p:nvPr/>
          </p:nvGrpSpPr>
          <p:grpSpPr>
            <a:xfrm>
              <a:off x="5160200" y="3477775"/>
              <a:ext cx="81725" cy="80300"/>
              <a:chOff x="5160200" y="3477775"/>
              <a:chExt cx="81725" cy="80300"/>
            </a:xfrm>
          </p:grpSpPr>
          <p:sp>
            <p:nvSpPr>
              <p:cNvPr id="71" name="Google Shape;71;p5"/>
              <p:cNvSpPr/>
              <p:nvPr/>
            </p:nvSpPr>
            <p:spPr>
              <a:xfrm>
                <a:off x="5217550" y="3477775"/>
                <a:ext cx="24375" cy="20675"/>
              </a:xfrm>
              <a:custGeom>
                <a:avLst/>
                <a:gdLst/>
                <a:ahLst/>
                <a:cxnLst/>
                <a:rect l="l" t="t" r="r" b="b"/>
                <a:pathLst>
                  <a:path w="975" h="827" extrusionOk="0">
                    <a:moveTo>
                      <a:pt x="487" y="0"/>
                    </a:moveTo>
                    <a:cubicBezTo>
                      <a:pt x="218" y="0"/>
                      <a:pt x="0" y="186"/>
                      <a:pt x="0" y="410"/>
                    </a:cubicBezTo>
                    <a:cubicBezTo>
                      <a:pt x="0" y="641"/>
                      <a:pt x="218" y="827"/>
                      <a:pt x="487" y="827"/>
                    </a:cubicBezTo>
                    <a:cubicBezTo>
                      <a:pt x="756" y="827"/>
                      <a:pt x="974" y="641"/>
                      <a:pt x="974" y="410"/>
                    </a:cubicBezTo>
                    <a:cubicBezTo>
                      <a:pt x="974" y="186"/>
                      <a:pt x="756" y="0"/>
                      <a:pt x="4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5160200" y="3485875"/>
                <a:ext cx="77725" cy="72200"/>
              </a:xfrm>
              <a:custGeom>
                <a:avLst/>
                <a:gdLst/>
                <a:ahLst/>
                <a:cxnLst/>
                <a:rect l="l" t="t" r="r" b="b"/>
                <a:pathLst>
                  <a:path w="3109" h="2888" extrusionOk="0">
                    <a:moveTo>
                      <a:pt x="2190" y="1"/>
                    </a:moveTo>
                    <a:cubicBezTo>
                      <a:pt x="2061" y="1"/>
                      <a:pt x="1933" y="47"/>
                      <a:pt x="1814" y="157"/>
                    </a:cubicBezTo>
                    <a:cubicBezTo>
                      <a:pt x="1532" y="407"/>
                      <a:pt x="1" y="1547"/>
                      <a:pt x="20" y="2092"/>
                    </a:cubicBezTo>
                    <a:cubicBezTo>
                      <a:pt x="26" y="2425"/>
                      <a:pt x="500" y="2841"/>
                      <a:pt x="821" y="2880"/>
                    </a:cubicBezTo>
                    <a:cubicBezTo>
                      <a:pt x="859" y="2885"/>
                      <a:pt x="895" y="2887"/>
                      <a:pt x="930" y="2887"/>
                    </a:cubicBezTo>
                    <a:cubicBezTo>
                      <a:pt x="1207" y="2887"/>
                      <a:pt x="1374" y="2733"/>
                      <a:pt x="1596" y="2534"/>
                    </a:cubicBezTo>
                    <a:cubicBezTo>
                      <a:pt x="1666" y="2463"/>
                      <a:pt x="2775" y="1240"/>
                      <a:pt x="2775" y="1240"/>
                    </a:cubicBezTo>
                    <a:cubicBezTo>
                      <a:pt x="2865" y="1118"/>
                      <a:pt x="2986" y="983"/>
                      <a:pt x="3038" y="823"/>
                    </a:cubicBezTo>
                    <a:cubicBezTo>
                      <a:pt x="3108" y="554"/>
                      <a:pt x="2865" y="317"/>
                      <a:pt x="2653" y="170"/>
                    </a:cubicBezTo>
                    <a:cubicBezTo>
                      <a:pt x="2506" y="68"/>
                      <a:pt x="2347" y="1"/>
                      <a:pt x="2190" y="1"/>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5167400" y="3529700"/>
                <a:ext cx="27325" cy="18100"/>
              </a:xfrm>
              <a:custGeom>
                <a:avLst/>
                <a:gdLst/>
                <a:ahLst/>
                <a:cxnLst/>
                <a:rect l="l" t="t" r="r" b="b"/>
                <a:pathLst>
                  <a:path w="1093" h="724" extrusionOk="0">
                    <a:moveTo>
                      <a:pt x="316" y="0"/>
                    </a:moveTo>
                    <a:cubicBezTo>
                      <a:pt x="199" y="0"/>
                      <a:pt x="88" y="38"/>
                      <a:pt x="1" y="127"/>
                    </a:cubicBezTo>
                    <a:cubicBezTo>
                      <a:pt x="70" y="92"/>
                      <a:pt x="146" y="76"/>
                      <a:pt x="224" y="76"/>
                    </a:cubicBezTo>
                    <a:cubicBezTo>
                      <a:pt x="574" y="76"/>
                      <a:pt x="969" y="393"/>
                      <a:pt x="1000" y="723"/>
                    </a:cubicBezTo>
                    <a:cubicBezTo>
                      <a:pt x="1093" y="369"/>
                      <a:pt x="678" y="0"/>
                      <a:pt x="316"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 name="Google Shape;74;p5"/>
            <p:cNvSpPr/>
            <p:nvPr/>
          </p:nvSpPr>
          <p:spPr>
            <a:xfrm>
              <a:off x="5220100" y="3484500"/>
              <a:ext cx="15100" cy="12525"/>
            </a:xfrm>
            <a:custGeom>
              <a:avLst/>
              <a:gdLst/>
              <a:ahLst/>
              <a:cxnLst/>
              <a:rect l="l" t="t" r="r" b="b"/>
              <a:pathLst>
                <a:path w="604" h="501" extrusionOk="0">
                  <a:moveTo>
                    <a:pt x="302" y="0"/>
                  </a:moveTo>
                  <a:cubicBezTo>
                    <a:pt x="135" y="0"/>
                    <a:pt x="1" y="116"/>
                    <a:pt x="1" y="250"/>
                  </a:cubicBezTo>
                  <a:cubicBezTo>
                    <a:pt x="1" y="391"/>
                    <a:pt x="135" y="500"/>
                    <a:pt x="302" y="500"/>
                  </a:cubicBezTo>
                  <a:cubicBezTo>
                    <a:pt x="469" y="500"/>
                    <a:pt x="603" y="391"/>
                    <a:pt x="603" y="250"/>
                  </a:cubicBezTo>
                  <a:cubicBezTo>
                    <a:pt x="603" y="116"/>
                    <a:pt x="469" y="0"/>
                    <a:pt x="302"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a:off x="6871455" y="4688785"/>
            <a:ext cx="485735" cy="184751"/>
            <a:chOff x="3877425" y="1976375"/>
            <a:chExt cx="260350" cy="99025"/>
          </a:xfrm>
        </p:grpSpPr>
        <p:sp>
          <p:nvSpPr>
            <p:cNvPr id="76" name="Google Shape;76;p5"/>
            <p:cNvSpPr/>
            <p:nvPr/>
          </p:nvSpPr>
          <p:spPr>
            <a:xfrm>
              <a:off x="3890025" y="1976375"/>
              <a:ext cx="247750" cy="99025"/>
            </a:xfrm>
            <a:custGeom>
              <a:avLst/>
              <a:gdLst/>
              <a:ahLst/>
              <a:cxnLst/>
              <a:rect l="l" t="t" r="r" b="b"/>
              <a:pathLst>
                <a:path w="9910" h="3961" extrusionOk="0">
                  <a:moveTo>
                    <a:pt x="3957" y="0"/>
                  </a:moveTo>
                  <a:cubicBezTo>
                    <a:pt x="3114" y="0"/>
                    <a:pt x="2623" y="157"/>
                    <a:pt x="2429" y="233"/>
                  </a:cubicBezTo>
                  <a:cubicBezTo>
                    <a:pt x="2292" y="290"/>
                    <a:pt x="2154" y="347"/>
                    <a:pt x="2017" y="393"/>
                  </a:cubicBezTo>
                  <a:cubicBezTo>
                    <a:pt x="1382" y="603"/>
                    <a:pt x="931" y="658"/>
                    <a:pt x="632" y="658"/>
                  </a:cubicBezTo>
                  <a:cubicBezTo>
                    <a:pt x="295" y="658"/>
                    <a:pt x="150" y="588"/>
                    <a:pt x="150" y="588"/>
                  </a:cubicBezTo>
                  <a:lnTo>
                    <a:pt x="81" y="1263"/>
                  </a:lnTo>
                  <a:lnTo>
                    <a:pt x="69" y="1344"/>
                  </a:lnTo>
                  <a:lnTo>
                    <a:pt x="1" y="2020"/>
                  </a:lnTo>
                  <a:cubicBezTo>
                    <a:pt x="1" y="2020"/>
                    <a:pt x="44" y="2009"/>
                    <a:pt x="134" y="2009"/>
                  </a:cubicBezTo>
                  <a:cubicBezTo>
                    <a:pt x="366" y="2009"/>
                    <a:pt x="904" y="2080"/>
                    <a:pt x="1788" y="2592"/>
                  </a:cubicBezTo>
                  <a:cubicBezTo>
                    <a:pt x="1914" y="2661"/>
                    <a:pt x="2040" y="2741"/>
                    <a:pt x="2166" y="2833"/>
                  </a:cubicBezTo>
                  <a:cubicBezTo>
                    <a:pt x="2395" y="2982"/>
                    <a:pt x="3139" y="3406"/>
                    <a:pt x="4652" y="3520"/>
                  </a:cubicBezTo>
                  <a:cubicBezTo>
                    <a:pt x="5980" y="3623"/>
                    <a:pt x="7928" y="3841"/>
                    <a:pt x="8936" y="3955"/>
                  </a:cubicBezTo>
                  <a:cubicBezTo>
                    <a:pt x="8964" y="3959"/>
                    <a:pt x="8992" y="3961"/>
                    <a:pt x="9019" y="3961"/>
                  </a:cubicBezTo>
                  <a:cubicBezTo>
                    <a:pt x="9340" y="3961"/>
                    <a:pt x="9614" y="3720"/>
                    <a:pt x="9646" y="3383"/>
                  </a:cubicBezTo>
                  <a:lnTo>
                    <a:pt x="9749" y="2432"/>
                  </a:lnTo>
                  <a:lnTo>
                    <a:pt x="9772" y="2203"/>
                  </a:lnTo>
                  <a:lnTo>
                    <a:pt x="9875" y="1241"/>
                  </a:lnTo>
                  <a:cubicBezTo>
                    <a:pt x="9909" y="885"/>
                    <a:pt x="9646" y="565"/>
                    <a:pt x="9291" y="530"/>
                  </a:cubicBezTo>
                  <a:cubicBezTo>
                    <a:pt x="8283" y="439"/>
                    <a:pt x="6335" y="255"/>
                    <a:pt x="5007" y="72"/>
                  </a:cubicBezTo>
                  <a:cubicBezTo>
                    <a:pt x="4610" y="21"/>
                    <a:pt x="4261" y="0"/>
                    <a:pt x="3957"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3877425" y="1988200"/>
              <a:ext cx="22650" cy="39825"/>
            </a:xfrm>
            <a:custGeom>
              <a:avLst/>
              <a:gdLst/>
              <a:ahLst/>
              <a:cxnLst/>
              <a:rect l="l" t="t" r="r" b="b"/>
              <a:pathLst>
                <a:path w="906" h="1593" extrusionOk="0">
                  <a:moveTo>
                    <a:pt x="173" y="0"/>
                  </a:moveTo>
                  <a:lnTo>
                    <a:pt x="1" y="1512"/>
                  </a:lnTo>
                  <a:lnTo>
                    <a:pt x="734" y="1592"/>
                  </a:lnTo>
                  <a:lnTo>
                    <a:pt x="906" y="80"/>
                  </a:lnTo>
                  <a:lnTo>
                    <a:pt x="173" y="0"/>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 name="Google Shape;78;p5"/>
          <p:cNvGrpSpPr/>
          <p:nvPr/>
        </p:nvGrpSpPr>
        <p:grpSpPr>
          <a:xfrm flipH="1">
            <a:off x="7044110" y="4801241"/>
            <a:ext cx="426094" cy="109978"/>
            <a:chOff x="5002750" y="3501150"/>
            <a:chExt cx="94050" cy="24275"/>
          </a:xfrm>
        </p:grpSpPr>
        <p:sp>
          <p:nvSpPr>
            <p:cNvPr id="79" name="Google Shape;79;p5"/>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5"/>
          <p:cNvSpPr/>
          <p:nvPr/>
        </p:nvSpPr>
        <p:spPr>
          <a:xfrm>
            <a:off x="6177125" y="4741375"/>
            <a:ext cx="223735" cy="109976"/>
          </a:xfrm>
          <a:custGeom>
            <a:avLst/>
            <a:gdLst/>
            <a:ahLst/>
            <a:cxnLst/>
            <a:rect l="l" t="t" r="r" b="b"/>
            <a:pathLst>
              <a:path w="2897" h="1424" extrusionOk="0">
                <a:moveTo>
                  <a:pt x="1762" y="1"/>
                </a:moveTo>
                <a:cubicBezTo>
                  <a:pt x="1333" y="411"/>
                  <a:pt x="551" y="443"/>
                  <a:pt x="0" y="443"/>
                </a:cubicBezTo>
                <a:lnTo>
                  <a:pt x="762" y="1391"/>
                </a:lnTo>
                <a:cubicBezTo>
                  <a:pt x="767" y="1414"/>
                  <a:pt x="811" y="1423"/>
                  <a:pt x="878" y="1423"/>
                </a:cubicBezTo>
                <a:cubicBezTo>
                  <a:pt x="1114" y="1423"/>
                  <a:pt x="1633" y="1312"/>
                  <a:pt x="1743" y="1282"/>
                </a:cubicBezTo>
                <a:cubicBezTo>
                  <a:pt x="2153" y="1160"/>
                  <a:pt x="2595" y="1000"/>
                  <a:pt x="2896" y="693"/>
                </a:cubicBezTo>
                <a:cubicBezTo>
                  <a:pt x="2524" y="661"/>
                  <a:pt x="2044" y="231"/>
                  <a:pt x="17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5"/>
          <p:cNvGrpSpPr/>
          <p:nvPr/>
        </p:nvGrpSpPr>
        <p:grpSpPr>
          <a:xfrm>
            <a:off x="7985832" y="4307963"/>
            <a:ext cx="822950" cy="543376"/>
            <a:chOff x="257575" y="2835000"/>
            <a:chExt cx="736025" cy="486025"/>
          </a:xfrm>
        </p:grpSpPr>
        <p:sp>
          <p:nvSpPr>
            <p:cNvPr id="83" name="Google Shape;83;p5"/>
            <p:cNvSpPr/>
            <p:nvPr/>
          </p:nvSpPr>
          <p:spPr>
            <a:xfrm>
              <a:off x="358400" y="2835000"/>
              <a:ext cx="423275" cy="374900"/>
            </a:xfrm>
            <a:custGeom>
              <a:avLst/>
              <a:gdLst/>
              <a:ahLst/>
              <a:cxnLst/>
              <a:rect l="l" t="t" r="r" b="b"/>
              <a:pathLst>
                <a:path w="16931" h="14996" fill="none" extrusionOk="0">
                  <a:moveTo>
                    <a:pt x="15785" y="14973"/>
                  </a:moveTo>
                  <a:cubicBezTo>
                    <a:pt x="15785" y="14973"/>
                    <a:pt x="16931" y="9749"/>
                    <a:pt x="15087" y="7916"/>
                  </a:cubicBezTo>
                  <a:cubicBezTo>
                    <a:pt x="14205" y="7034"/>
                    <a:pt x="13323" y="7263"/>
                    <a:pt x="12624" y="7733"/>
                  </a:cubicBezTo>
                  <a:cubicBezTo>
                    <a:pt x="12154" y="8065"/>
                    <a:pt x="11467" y="7744"/>
                    <a:pt x="11490" y="7206"/>
                  </a:cubicBezTo>
                  <a:cubicBezTo>
                    <a:pt x="11581" y="5133"/>
                    <a:pt x="11478" y="2040"/>
                    <a:pt x="10218" y="1284"/>
                  </a:cubicBezTo>
                  <a:cubicBezTo>
                    <a:pt x="8053" y="1"/>
                    <a:pt x="6656" y="1066"/>
                    <a:pt x="6163" y="6931"/>
                  </a:cubicBezTo>
                  <a:cubicBezTo>
                    <a:pt x="6163" y="6954"/>
                    <a:pt x="5567" y="9600"/>
                    <a:pt x="4078" y="7733"/>
                  </a:cubicBezTo>
                  <a:cubicBezTo>
                    <a:pt x="69" y="2727"/>
                    <a:pt x="0" y="14995"/>
                    <a:pt x="0" y="14995"/>
                  </a:cubicBezTo>
                </a:path>
              </a:pathLst>
            </a:custGeom>
            <a:noFill/>
            <a:ln w="6875" cap="flat" cmpd="sng">
              <a:solidFill>
                <a:srgbClr val="629196"/>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409075" y="2920950"/>
              <a:ext cx="310750" cy="286650"/>
            </a:xfrm>
            <a:custGeom>
              <a:avLst/>
              <a:gdLst/>
              <a:ahLst/>
              <a:cxnLst/>
              <a:rect l="l" t="t" r="r" b="b"/>
              <a:pathLst>
                <a:path w="12430" h="11466" extrusionOk="0">
                  <a:moveTo>
                    <a:pt x="4674" y="0"/>
                  </a:moveTo>
                  <a:cubicBezTo>
                    <a:pt x="4512" y="0"/>
                    <a:pt x="4348" y="44"/>
                    <a:pt x="4182" y="137"/>
                  </a:cubicBezTo>
                  <a:cubicBezTo>
                    <a:pt x="2361" y="1145"/>
                    <a:pt x="4148" y="6483"/>
                    <a:pt x="4995" y="8694"/>
                  </a:cubicBezTo>
                  <a:cubicBezTo>
                    <a:pt x="5101" y="8973"/>
                    <a:pt x="4932" y="9317"/>
                    <a:pt x="4732" y="9317"/>
                  </a:cubicBezTo>
                  <a:cubicBezTo>
                    <a:pt x="4694" y="9317"/>
                    <a:pt x="4655" y="9305"/>
                    <a:pt x="4617" y="9278"/>
                  </a:cubicBezTo>
                  <a:cubicBezTo>
                    <a:pt x="3557" y="8540"/>
                    <a:pt x="2304" y="7306"/>
                    <a:pt x="1449" y="7306"/>
                  </a:cubicBezTo>
                  <a:cubicBezTo>
                    <a:pt x="1242" y="7306"/>
                    <a:pt x="1058" y="7378"/>
                    <a:pt x="906" y="7548"/>
                  </a:cubicBezTo>
                  <a:cubicBezTo>
                    <a:pt x="1" y="8568"/>
                    <a:pt x="1169" y="10492"/>
                    <a:pt x="1788" y="11466"/>
                  </a:cubicBezTo>
                  <a:lnTo>
                    <a:pt x="12384" y="11466"/>
                  </a:lnTo>
                  <a:cubicBezTo>
                    <a:pt x="12430" y="9496"/>
                    <a:pt x="12372" y="3711"/>
                    <a:pt x="10608" y="2485"/>
                  </a:cubicBezTo>
                  <a:cubicBezTo>
                    <a:pt x="10497" y="2404"/>
                    <a:pt x="10375" y="2366"/>
                    <a:pt x="10251" y="2366"/>
                  </a:cubicBezTo>
                  <a:cubicBezTo>
                    <a:pt x="10094" y="2366"/>
                    <a:pt x="9936" y="2427"/>
                    <a:pt x="9795" y="2542"/>
                  </a:cubicBezTo>
                  <a:cubicBezTo>
                    <a:pt x="9463" y="2840"/>
                    <a:pt x="8993" y="3482"/>
                    <a:pt x="8684" y="4856"/>
                  </a:cubicBezTo>
                  <a:cubicBezTo>
                    <a:pt x="8612" y="5154"/>
                    <a:pt x="8420" y="5307"/>
                    <a:pt x="8226" y="5307"/>
                  </a:cubicBezTo>
                  <a:cubicBezTo>
                    <a:pt x="8047" y="5307"/>
                    <a:pt x="7867" y="5177"/>
                    <a:pt x="7779" y="4914"/>
                  </a:cubicBezTo>
                  <a:cubicBezTo>
                    <a:pt x="7126" y="2834"/>
                    <a:pt x="5984" y="0"/>
                    <a:pt x="4674"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257575" y="3144350"/>
              <a:ext cx="736025" cy="176675"/>
            </a:xfrm>
            <a:custGeom>
              <a:avLst/>
              <a:gdLst/>
              <a:ahLst/>
              <a:cxnLst/>
              <a:rect l="l" t="t" r="r" b="b"/>
              <a:pathLst>
                <a:path w="29441" h="7067" extrusionOk="0">
                  <a:moveTo>
                    <a:pt x="22365" y="0"/>
                  </a:moveTo>
                  <a:cubicBezTo>
                    <a:pt x="18813" y="0"/>
                    <a:pt x="13972" y="1852"/>
                    <a:pt x="9823" y="1852"/>
                  </a:cubicBezTo>
                  <a:cubicBezTo>
                    <a:pt x="8944" y="1852"/>
                    <a:pt x="8096" y="1769"/>
                    <a:pt x="7298" y="1568"/>
                  </a:cubicBezTo>
                  <a:cubicBezTo>
                    <a:pt x="6655" y="1406"/>
                    <a:pt x="6068" y="1334"/>
                    <a:pt x="5534" y="1334"/>
                  </a:cubicBezTo>
                  <a:cubicBezTo>
                    <a:pt x="1022" y="1334"/>
                    <a:pt x="196" y="6503"/>
                    <a:pt x="1" y="7066"/>
                  </a:cubicBezTo>
                  <a:lnTo>
                    <a:pt x="27894" y="6860"/>
                  </a:lnTo>
                  <a:cubicBezTo>
                    <a:pt x="27894" y="6860"/>
                    <a:pt x="29441" y="4534"/>
                    <a:pt x="25901" y="1144"/>
                  </a:cubicBezTo>
                  <a:cubicBezTo>
                    <a:pt x="25018" y="301"/>
                    <a:pt x="23796" y="0"/>
                    <a:pt x="22365"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5"/>
          <p:cNvGrpSpPr/>
          <p:nvPr/>
        </p:nvGrpSpPr>
        <p:grpSpPr>
          <a:xfrm>
            <a:off x="1910436" y="4608566"/>
            <a:ext cx="449992" cy="375578"/>
            <a:chOff x="4997475" y="3442525"/>
            <a:chExt cx="99325" cy="82900"/>
          </a:xfrm>
        </p:grpSpPr>
        <p:sp>
          <p:nvSpPr>
            <p:cNvPr id="87" name="Google Shape;87;p5"/>
            <p:cNvSpPr/>
            <p:nvPr/>
          </p:nvSpPr>
          <p:spPr>
            <a:xfrm>
              <a:off x="4997475" y="3442525"/>
              <a:ext cx="24350" cy="20700"/>
            </a:xfrm>
            <a:custGeom>
              <a:avLst/>
              <a:gdLst/>
              <a:ahLst/>
              <a:cxnLst/>
              <a:rect l="l" t="t" r="r" b="b"/>
              <a:pathLst>
                <a:path w="974" h="828" extrusionOk="0">
                  <a:moveTo>
                    <a:pt x="487" y="1"/>
                  </a:moveTo>
                  <a:cubicBezTo>
                    <a:pt x="218" y="1"/>
                    <a:pt x="0" y="186"/>
                    <a:pt x="0" y="417"/>
                  </a:cubicBezTo>
                  <a:cubicBezTo>
                    <a:pt x="0" y="641"/>
                    <a:pt x="218" y="827"/>
                    <a:pt x="487" y="827"/>
                  </a:cubicBezTo>
                  <a:cubicBezTo>
                    <a:pt x="756" y="827"/>
                    <a:pt x="974" y="641"/>
                    <a:pt x="974" y="417"/>
                  </a:cubicBezTo>
                  <a:cubicBezTo>
                    <a:pt x="974" y="186"/>
                    <a:pt x="756" y="1"/>
                    <a:pt x="487" y="1"/>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5004200" y="3449250"/>
              <a:ext cx="15075" cy="12675"/>
            </a:xfrm>
            <a:custGeom>
              <a:avLst/>
              <a:gdLst/>
              <a:ahLst/>
              <a:cxnLst/>
              <a:rect l="l" t="t" r="r" b="b"/>
              <a:pathLst>
                <a:path w="603" h="507" extrusionOk="0">
                  <a:moveTo>
                    <a:pt x="301" y="1"/>
                  </a:moveTo>
                  <a:cubicBezTo>
                    <a:pt x="135" y="1"/>
                    <a:pt x="0" y="116"/>
                    <a:pt x="0" y="257"/>
                  </a:cubicBezTo>
                  <a:cubicBezTo>
                    <a:pt x="0" y="392"/>
                    <a:pt x="135" y="507"/>
                    <a:pt x="301" y="507"/>
                  </a:cubicBezTo>
                  <a:cubicBezTo>
                    <a:pt x="468" y="507"/>
                    <a:pt x="602" y="392"/>
                    <a:pt x="602" y="257"/>
                  </a:cubicBezTo>
                  <a:cubicBezTo>
                    <a:pt x="602" y="116"/>
                    <a:pt x="468" y="1"/>
                    <a:pt x="301" y="1"/>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5001475" y="3450700"/>
              <a:ext cx="77700" cy="72250"/>
            </a:xfrm>
            <a:custGeom>
              <a:avLst/>
              <a:gdLst/>
              <a:ahLst/>
              <a:cxnLst/>
              <a:rect l="l" t="t" r="r" b="b"/>
              <a:pathLst>
                <a:path w="3108" h="2890" extrusionOk="0">
                  <a:moveTo>
                    <a:pt x="915" y="1"/>
                  </a:moveTo>
                  <a:cubicBezTo>
                    <a:pt x="760" y="1"/>
                    <a:pt x="602" y="66"/>
                    <a:pt x="455" y="167"/>
                  </a:cubicBezTo>
                  <a:cubicBezTo>
                    <a:pt x="244" y="314"/>
                    <a:pt x="0" y="558"/>
                    <a:pt x="71" y="821"/>
                  </a:cubicBezTo>
                  <a:cubicBezTo>
                    <a:pt x="122" y="981"/>
                    <a:pt x="244" y="1115"/>
                    <a:pt x="333" y="1237"/>
                  </a:cubicBezTo>
                  <a:cubicBezTo>
                    <a:pt x="333" y="1237"/>
                    <a:pt x="1442" y="2467"/>
                    <a:pt x="1512" y="2531"/>
                  </a:cubicBezTo>
                  <a:cubicBezTo>
                    <a:pt x="1738" y="2734"/>
                    <a:pt x="1906" y="2889"/>
                    <a:pt x="2191" y="2889"/>
                  </a:cubicBezTo>
                  <a:cubicBezTo>
                    <a:pt x="2222" y="2889"/>
                    <a:pt x="2254" y="2887"/>
                    <a:pt x="2288" y="2884"/>
                  </a:cubicBezTo>
                  <a:cubicBezTo>
                    <a:pt x="2608" y="2845"/>
                    <a:pt x="3082" y="2422"/>
                    <a:pt x="3088" y="2089"/>
                  </a:cubicBezTo>
                  <a:cubicBezTo>
                    <a:pt x="3108" y="1545"/>
                    <a:pt x="1576" y="410"/>
                    <a:pt x="1294" y="154"/>
                  </a:cubicBezTo>
                  <a:cubicBezTo>
                    <a:pt x="1175" y="46"/>
                    <a:pt x="1046" y="1"/>
                    <a:pt x="915" y="1"/>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5044650" y="3494525"/>
              <a:ext cx="27325" cy="18175"/>
            </a:xfrm>
            <a:custGeom>
              <a:avLst/>
              <a:gdLst/>
              <a:ahLst/>
              <a:cxnLst/>
              <a:rect l="l" t="t" r="r" b="b"/>
              <a:pathLst>
                <a:path w="1093" h="727" extrusionOk="0">
                  <a:moveTo>
                    <a:pt x="779" y="1"/>
                  </a:moveTo>
                  <a:cubicBezTo>
                    <a:pt x="416" y="1"/>
                    <a:pt x="0" y="367"/>
                    <a:pt x="93" y="727"/>
                  </a:cubicBezTo>
                  <a:cubicBezTo>
                    <a:pt x="124" y="391"/>
                    <a:pt x="522" y="76"/>
                    <a:pt x="873" y="76"/>
                  </a:cubicBezTo>
                  <a:cubicBezTo>
                    <a:pt x="950" y="76"/>
                    <a:pt x="1024" y="91"/>
                    <a:pt x="1092" y="125"/>
                  </a:cubicBezTo>
                  <a:cubicBezTo>
                    <a:pt x="1006" y="38"/>
                    <a:pt x="895" y="1"/>
                    <a:pt x="779" y="1"/>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5"/>
          <p:cNvSpPr/>
          <p:nvPr/>
        </p:nvSpPr>
        <p:spPr>
          <a:xfrm>
            <a:off x="8066856" y="-247112"/>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txBox="1">
            <a:spLocks noGrp="1"/>
          </p:cNvSpPr>
          <p:nvPr>
            <p:ph type="body" idx="3"/>
          </p:nvPr>
        </p:nvSpPr>
        <p:spPr>
          <a:xfrm>
            <a:off x="1551425" y="1893450"/>
            <a:ext cx="3132300" cy="2257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accent3"/>
              </a:buClr>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5" name="Google Shape;95;p5"/>
          <p:cNvSpPr txBox="1">
            <a:spLocks noGrp="1"/>
          </p:cNvSpPr>
          <p:nvPr>
            <p:ph type="body" idx="4"/>
          </p:nvPr>
        </p:nvSpPr>
        <p:spPr>
          <a:xfrm>
            <a:off x="4761050" y="1893450"/>
            <a:ext cx="3132300" cy="2257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accent3"/>
              </a:buClr>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6"/>
        <p:cNvGrpSpPr/>
        <p:nvPr/>
      </p:nvGrpSpPr>
      <p:grpSpPr>
        <a:xfrm>
          <a:off x="0" y="0"/>
          <a:ext cx="0" cy="0"/>
          <a:chOff x="0" y="0"/>
          <a:chExt cx="0" cy="0"/>
        </a:xfrm>
      </p:grpSpPr>
      <p:sp>
        <p:nvSpPr>
          <p:cNvPr id="97" name="Google Shape;97;p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8" name="Google Shape;98;p6"/>
          <p:cNvSpPr/>
          <p:nvPr/>
        </p:nvSpPr>
        <p:spPr>
          <a:xfrm flipH="1">
            <a:off x="3678" y="4776225"/>
            <a:ext cx="9355205" cy="484771"/>
          </a:xfrm>
          <a:custGeom>
            <a:avLst/>
            <a:gdLst/>
            <a:ahLst/>
            <a:cxnLst/>
            <a:rect l="l" t="t" r="r" b="b"/>
            <a:pathLst>
              <a:path w="211776" h="46512" extrusionOk="0">
                <a:moveTo>
                  <a:pt x="0" y="0"/>
                </a:moveTo>
                <a:lnTo>
                  <a:pt x="0" y="46511"/>
                </a:lnTo>
                <a:lnTo>
                  <a:pt x="211775" y="46511"/>
                </a:lnTo>
                <a:lnTo>
                  <a:pt x="211775" y="0"/>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flipH="1">
            <a:off x="-643058" y="4574176"/>
            <a:ext cx="10262383" cy="498732"/>
          </a:xfrm>
          <a:custGeom>
            <a:avLst/>
            <a:gdLst/>
            <a:ahLst/>
            <a:cxnLst/>
            <a:rect l="l" t="t" r="r" b="b"/>
            <a:pathLst>
              <a:path w="232312" h="16453" extrusionOk="0">
                <a:moveTo>
                  <a:pt x="65871" y="1"/>
                </a:moveTo>
                <a:cubicBezTo>
                  <a:pt x="45737" y="1"/>
                  <a:pt x="25603" y="1266"/>
                  <a:pt x="5627" y="3793"/>
                </a:cubicBezTo>
                <a:lnTo>
                  <a:pt x="0" y="15972"/>
                </a:lnTo>
                <a:cubicBezTo>
                  <a:pt x="12522" y="13455"/>
                  <a:pt x="25219" y="12672"/>
                  <a:pt x="37982" y="12672"/>
                </a:cubicBezTo>
                <a:cubicBezTo>
                  <a:pt x="54228" y="12672"/>
                  <a:pt x="70582" y="13941"/>
                  <a:pt x="86822" y="14519"/>
                </a:cubicBezTo>
                <a:cubicBezTo>
                  <a:pt x="95503" y="14829"/>
                  <a:pt x="104190" y="14940"/>
                  <a:pt x="112880" y="14940"/>
                </a:cubicBezTo>
                <a:cubicBezTo>
                  <a:pt x="134737" y="14940"/>
                  <a:pt x="156614" y="14238"/>
                  <a:pt x="178454" y="14238"/>
                </a:cubicBezTo>
                <a:cubicBezTo>
                  <a:pt x="196442" y="14238"/>
                  <a:pt x="214405" y="14714"/>
                  <a:pt x="232311" y="16453"/>
                </a:cubicBezTo>
                <a:lnTo>
                  <a:pt x="231549" y="6208"/>
                </a:lnTo>
                <a:cubicBezTo>
                  <a:pt x="215989" y="3499"/>
                  <a:pt x="200193" y="2139"/>
                  <a:pt x="184395" y="2139"/>
                </a:cubicBezTo>
                <a:cubicBezTo>
                  <a:pt x="182902" y="2139"/>
                  <a:pt x="181409" y="2152"/>
                  <a:pt x="179916" y="2176"/>
                </a:cubicBezTo>
                <a:cubicBezTo>
                  <a:pt x="166054" y="2401"/>
                  <a:pt x="152201" y="3671"/>
                  <a:pt x="138342" y="3671"/>
                </a:cubicBezTo>
                <a:cubicBezTo>
                  <a:pt x="136321" y="3671"/>
                  <a:pt x="134300" y="3644"/>
                  <a:pt x="132279" y="3582"/>
                </a:cubicBezTo>
                <a:cubicBezTo>
                  <a:pt x="122843" y="3301"/>
                  <a:pt x="113442" y="2270"/>
                  <a:pt x="104030" y="1519"/>
                </a:cubicBezTo>
                <a:cubicBezTo>
                  <a:pt x="91337" y="507"/>
                  <a:pt x="78604" y="1"/>
                  <a:pt x="65871" y="1"/>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flipH="1">
            <a:off x="-287750" y="4786789"/>
            <a:ext cx="10262383" cy="329659"/>
          </a:xfrm>
          <a:custGeom>
            <a:avLst/>
            <a:gdLst/>
            <a:ahLst/>
            <a:cxnLst/>
            <a:rect l="l" t="t" r="r" b="b"/>
            <a:pathLst>
              <a:path w="232312" h="7463" extrusionOk="0">
                <a:moveTo>
                  <a:pt x="38195" y="0"/>
                </a:moveTo>
                <a:cubicBezTo>
                  <a:pt x="25987" y="0"/>
                  <a:pt x="13842" y="717"/>
                  <a:pt x="1852" y="2985"/>
                </a:cubicBezTo>
                <a:lnTo>
                  <a:pt x="0" y="6970"/>
                </a:lnTo>
                <a:cubicBezTo>
                  <a:pt x="12522" y="4453"/>
                  <a:pt x="25219" y="3670"/>
                  <a:pt x="37983" y="3670"/>
                </a:cubicBezTo>
                <a:cubicBezTo>
                  <a:pt x="54230" y="3670"/>
                  <a:pt x="70587" y="4939"/>
                  <a:pt x="86834" y="5517"/>
                </a:cubicBezTo>
                <a:cubicBezTo>
                  <a:pt x="95517" y="5827"/>
                  <a:pt x="104207" y="5938"/>
                  <a:pt x="112899" y="5938"/>
                </a:cubicBezTo>
                <a:cubicBezTo>
                  <a:pt x="134719" y="5938"/>
                  <a:pt x="156558" y="5238"/>
                  <a:pt x="178361" y="5238"/>
                </a:cubicBezTo>
                <a:cubicBezTo>
                  <a:pt x="196379" y="5238"/>
                  <a:pt x="214372" y="5716"/>
                  <a:pt x="232311" y="7462"/>
                </a:cubicBezTo>
                <a:lnTo>
                  <a:pt x="232042" y="3735"/>
                </a:lnTo>
                <a:cubicBezTo>
                  <a:pt x="214288" y="2031"/>
                  <a:pt x="196481" y="1562"/>
                  <a:pt x="178651" y="1562"/>
                </a:cubicBezTo>
                <a:cubicBezTo>
                  <a:pt x="156800" y="1562"/>
                  <a:pt x="134914" y="2267"/>
                  <a:pt x="113047" y="2267"/>
                </a:cubicBezTo>
                <a:cubicBezTo>
                  <a:pt x="104387" y="2267"/>
                  <a:pt x="95730" y="2156"/>
                  <a:pt x="87080" y="1848"/>
                </a:cubicBezTo>
                <a:cubicBezTo>
                  <a:pt x="70819" y="1272"/>
                  <a:pt x="54451" y="0"/>
                  <a:pt x="38195"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 name="Google Shape;101;p6"/>
          <p:cNvGrpSpPr/>
          <p:nvPr/>
        </p:nvGrpSpPr>
        <p:grpSpPr>
          <a:xfrm flipH="1">
            <a:off x="244975" y="4608632"/>
            <a:ext cx="742355" cy="490205"/>
            <a:chOff x="257575" y="2835000"/>
            <a:chExt cx="736025" cy="486025"/>
          </a:xfrm>
        </p:grpSpPr>
        <p:sp>
          <p:nvSpPr>
            <p:cNvPr id="102" name="Google Shape;102;p6"/>
            <p:cNvSpPr/>
            <p:nvPr/>
          </p:nvSpPr>
          <p:spPr>
            <a:xfrm>
              <a:off x="358400" y="2835000"/>
              <a:ext cx="423275" cy="374900"/>
            </a:xfrm>
            <a:custGeom>
              <a:avLst/>
              <a:gdLst/>
              <a:ahLst/>
              <a:cxnLst/>
              <a:rect l="l" t="t" r="r" b="b"/>
              <a:pathLst>
                <a:path w="16931" h="14996" fill="none" extrusionOk="0">
                  <a:moveTo>
                    <a:pt x="15785" y="14973"/>
                  </a:moveTo>
                  <a:cubicBezTo>
                    <a:pt x="15785" y="14973"/>
                    <a:pt x="16931" y="9749"/>
                    <a:pt x="15087" y="7916"/>
                  </a:cubicBezTo>
                  <a:cubicBezTo>
                    <a:pt x="14205" y="7034"/>
                    <a:pt x="13323" y="7263"/>
                    <a:pt x="12624" y="7733"/>
                  </a:cubicBezTo>
                  <a:cubicBezTo>
                    <a:pt x="12154" y="8065"/>
                    <a:pt x="11467" y="7744"/>
                    <a:pt x="11490" y="7206"/>
                  </a:cubicBezTo>
                  <a:cubicBezTo>
                    <a:pt x="11581" y="5133"/>
                    <a:pt x="11478" y="2040"/>
                    <a:pt x="10218" y="1284"/>
                  </a:cubicBezTo>
                  <a:cubicBezTo>
                    <a:pt x="8053" y="1"/>
                    <a:pt x="6656" y="1066"/>
                    <a:pt x="6163" y="6931"/>
                  </a:cubicBezTo>
                  <a:cubicBezTo>
                    <a:pt x="6163" y="6954"/>
                    <a:pt x="5567" y="9600"/>
                    <a:pt x="4078" y="7733"/>
                  </a:cubicBezTo>
                  <a:cubicBezTo>
                    <a:pt x="69" y="2727"/>
                    <a:pt x="0" y="14995"/>
                    <a:pt x="0" y="14995"/>
                  </a:cubicBezTo>
                </a:path>
              </a:pathLst>
            </a:custGeom>
            <a:noFill/>
            <a:ln w="6875" cap="flat" cmpd="sng">
              <a:solidFill>
                <a:srgbClr val="629196"/>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409075" y="2920950"/>
              <a:ext cx="310750" cy="286650"/>
            </a:xfrm>
            <a:custGeom>
              <a:avLst/>
              <a:gdLst/>
              <a:ahLst/>
              <a:cxnLst/>
              <a:rect l="l" t="t" r="r" b="b"/>
              <a:pathLst>
                <a:path w="12430" h="11466" extrusionOk="0">
                  <a:moveTo>
                    <a:pt x="4674" y="0"/>
                  </a:moveTo>
                  <a:cubicBezTo>
                    <a:pt x="4512" y="0"/>
                    <a:pt x="4348" y="44"/>
                    <a:pt x="4182" y="137"/>
                  </a:cubicBezTo>
                  <a:cubicBezTo>
                    <a:pt x="2361" y="1145"/>
                    <a:pt x="4148" y="6483"/>
                    <a:pt x="4995" y="8694"/>
                  </a:cubicBezTo>
                  <a:cubicBezTo>
                    <a:pt x="5101" y="8973"/>
                    <a:pt x="4932" y="9317"/>
                    <a:pt x="4732" y="9317"/>
                  </a:cubicBezTo>
                  <a:cubicBezTo>
                    <a:pt x="4694" y="9317"/>
                    <a:pt x="4655" y="9305"/>
                    <a:pt x="4617" y="9278"/>
                  </a:cubicBezTo>
                  <a:cubicBezTo>
                    <a:pt x="3557" y="8540"/>
                    <a:pt x="2304" y="7306"/>
                    <a:pt x="1449" y="7306"/>
                  </a:cubicBezTo>
                  <a:cubicBezTo>
                    <a:pt x="1242" y="7306"/>
                    <a:pt x="1058" y="7378"/>
                    <a:pt x="906" y="7548"/>
                  </a:cubicBezTo>
                  <a:cubicBezTo>
                    <a:pt x="1" y="8568"/>
                    <a:pt x="1169" y="10492"/>
                    <a:pt x="1788" y="11466"/>
                  </a:cubicBezTo>
                  <a:lnTo>
                    <a:pt x="12384" y="11466"/>
                  </a:lnTo>
                  <a:cubicBezTo>
                    <a:pt x="12430" y="9496"/>
                    <a:pt x="12372" y="3711"/>
                    <a:pt x="10608" y="2485"/>
                  </a:cubicBezTo>
                  <a:cubicBezTo>
                    <a:pt x="10497" y="2404"/>
                    <a:pt x="10375" y="2366"/>
                    <a:pt x="10251" y="2366"/>
                  </a:cubicBezTo>
                  <a:cubicBezTo>
                    <a:pt x="10094" y="2366"/>
                    <a:pt x="9936" y="2427"/>
                    <a:pt x="9795" y="2542"/>
                  </a:cubicBezTo>
                  <a:cubicBezTo>
                    <a:pt x="9463" y="2840"/>
                    <a:pt x="8993" y="3482"/>
                    <a:pt x="8684" y="4856"/>
                  </a:cubicBezTo>
                  <a:cubicBezTo>
                    <a:pt x="8612" y="5154"/>
                    <a:pt x="8420" y="5307"/>
                    <a:pt x="8226" y="5307"/>
                  </a:cubicBezTo>
                  <a:cubicBezTo>
                    <a:pt x="8047" y="5307"/>
                    <a:pt x="7867" y="5177"/>
                    <a:pt x="7779" y="4914"/>
                  </a:cubicBezTo>
                  <a:cubicBezTo>
                    <a:pt x="7126" y="2834"/>
                    <a:pt x="5984" y="0"/>
                    <a:pt x="4674"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257575" y="3144350"/>
              <a:ext cx="736025" cy="176675"/>
            </a:xfrm>
            <a:custGeom>
              <a:avLst/>
              <a:gdLst/>
              <a:ahLst/>
              <a:cxnLst/>
              <a:rect l="l" t="t" r="r" b="b"/>
              <a:pathLst>
                <a:path w="29441" h="7067" extrusionOk="0">
                  <a:moveTo>
                    <a:pt x="22365" y="0"/>
                  </a:moveTo>
                  <a:cubicBezTo>
                    <a:pt x="18813" y="0"/>
                    <a:pt x="13972" y="1852"/>
                    <a:pt x="9823" y="1852"/>
                  </a:cubicBezTo>
                  <a:cubicBezTo>
                    <a:pt x="8944" y="1852"/>
                    <a:pt x="8096" y="1769"/>
                    <a:pt x="7298" y="1568"/>
                  </a:cubicBezTo>
                  <a:cubicBezTo>
                    <a:pt x="6655" y="1406"/>
                    <a:pt x="6068" y="1334"/>
                    <a:pt x="5534" y="1334"/>
                  </a:cubicBezTo>
                  <a:cubicBezTo>
                    <a:pt x="1022" y="1334"/>
                    <a:pt x="196" y="6503"/>
                    <a:pt x="1" y="7066"/>
                  </a:cubicBezTo>
                  <a:lnTo>
                    <a:pt x="27894" y="6860"/>
                  </a:lnTo>
                  <a:cubicBezTo>
                    <a:pt x="27894" y="6860"/>
                    <a:pt x="29441" y="4534"/>
                    <a:pt x="25901" y="1144"/>
                  </a:cubicBezTo>
                  <a:cubicBezTo>
                    <a:pt x="25018" y="301"/>
                    <a:pt x="23796" y="0"/>
                    <a:pt x="22365"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sp>
        <p:nvSpPr>
          <p:cNvPr id="106" name="Google Shape;106;p7"/>
          <p:cNvSpPr/>
          <p:nvPr/>
        </p:nvSpPr>
        <p:spPr>
          <a:xfrm>
            <a:off x="1498344" y="3351200"/>
            <a:ext cx="9250295" cy="880015"/>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7"/>
          <p:cNvSpPr txBox="1">
            <a:spLocks noGrp="1"/>
          </p:cNvSpPr>
          <p:nvPr>
            <p:ph type="title"/>
          </p:nvPr>
        </p:nvSpPr>
        <p:spPr>
          <a:xfrm>
            <a:off x="713225" y="539500"/>
            <a:ext cx="4826400" cy="572700"/>
          </a:xfrm>
          <a:prstGeom prst="rect">
            <a:avLst/>
          </a:prstGeom>
        </p:spPr>
        <p:txBody>
          <a:bodyPr spcFirstLastPara="1" wrap="square" lIns="91425" tIns="91425" rIns="91425" bIns="91425" anchor="ctr" anchorCtr="0">
            <a:noAutofit/>
          </a:bodyPr>
          <a:lstStyle>
            <a:lvl1pPr lvl="0" algn="l">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8" name="Google Shape;108;p7"/>
          <p:cNvSpPr txBox="1">
            <a:spLocks noGrp="1"/>
          </p:cNvSpPr>
          <p:nvPr>
            <p:ph type="body" idx="1"/>
          </p:nvPr>
        </p:nvSpPr>
        <p:spPr>
          <a:xfrm>
            <a:off x="713225" y="1373500"/>
            <a:ext cx="48264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2"/>
              </a:buClr>
              <a:buSzPts val="12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9" name="Google Shape;109;p7"/>
          <p:cNvSpPr/>
          <p:nvPr/>
        </p:nvSpPr>
        <p:spPr>
          <a:xfrm flipH="1">
            <a:off x="-5" y="4090427"/>
            <a:ext cx="9355205" cy="1490361"/>
          </a:xfrm>
          <a:custGeom>
            <a:avLst/>
            <a:gdLst/>
            <a:ahLst/>
            <a:cxnLst/>
            <a:rect l="l" t="t" r="r" b="b"/>
            <a:pathLst>
              <a:path w="211776" h="46512" extrusionOk="0">
                <a:moveTo>
                  <a:pt x="0" y="0"/>
                </a:moveTo>
                <a:lnTo>
                  <a:pt x="0" y="46511"/>
                </a:lnTo>
                <a:lnTo>
                  <a:pt x="211775" y="46511"/>
                </a:lnTo>
                <a:lnTo>
                  <a:pt x="211775" y="0"/>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flipH="1">
            <a:off x="-25546" y="3743171"/>
            <a:ext cx="10262383" cy="726770"/>
          </a:xfrm>
          <a:custGeom>
            <a:avLst/>
            <a:gdLst/>
            <a:ahLst/>
            <a:cxnLst/>
            <a:rect l="l" t="t" r="r" b="b"/>
            <a:pathLst>
              <a:path w="232312" h="16453" extrusionOk="0">
                <a:moveTo>
                  <a:pt x="65871" y="1"/>
                </a:moveTo>
                <a:cubicBezTo>
                  <a:pt x="45737" y="1"/>
                  <a:pt x="25603" y="1266"/>
                  <a:pt x="5627" y="3793"/>
                </a:cubicBezTo>
                <a:lnTo>
                  <a:pt x="0" y="15972"/>
                </a:lnTo>
                <a:cubicBezTo>
                  <a:pt x="12522" y="13455"/>
                  <a:pt x="25219" y="12672"/>
                  <a:pt x="37982" y="12672"/>
                </a:cubicBezTo>
                <a:cubicBezTo>
                  <a:pt x="54228" y="12672"/>
                  <a:pt x="70582" y="13941"/>
                  <a:pt x="86822" y="14519"/>
                </a:cubicBezTo>
                <a:cubicBezTo>
                  <a:pt x="95503" y="14829"/>
                  <a:pt x="104190" y="14940"/>
                  <a:pt x="112880" y="14940"/>
                </a:cubicBezTo>
                <a:cubicBezTo>
                  <a:pt x="134737" y="14940"/>
                  <a:pt x="156614" y="14238"/>
                  <a:pt x="178454" y="14238"/>
                </a:cubicBezTo>
                <a:cubicBezTo>
                  <a:pt x="196442" y="14238"/>
                  <a:pt x="214405" y="14714"/>
                  <a:pt x="232311" y="16453"/>
                </a:cubicBezTo>
                <a:lnTo>
                  <a:pt x="231549" y="6208"/>
                </a:lnTo>
                <a:cubicBezTo>
                  <a:pt x="215989" y="3499"/>
                  <a:pt x="200193" y="2139"/>
                  <a:pt x="184395" y="2139"/>
                </a:cubicBezTo>
                <a:cubicBezTo>
                  <a:pt x="182902" y="2139"/>
                  <a:pt x="181409" y="2152"/>
                  <a:pt x="179916" y="2176"/>
                </a:cubicBezTo>
                <a:cubicBezTo>
                  <a:pt x="166054" y="2401"/>
                  <a:pt x="152201" y="3671"/>
                  <a:pt x="138342" y="3671"/>
                </a:cubicBezTo>
                <a:cubicBezTo>
                  <a:pt x="136321" y="3671"/>
                  <a:pt x="134300" y="3644"/>
                  <a:pt x="132279" y="3582"/>
                </a:cubicBezTo>
                <a:cubicBezTo>
                  <a:pt x="122843" y="3301"/>
                  <a:pt x="113442" y="2270"/>
                  <a:pt x="104030" y="1519"/>
                </a:cubicBezTo>
                <a:cubicBezTo>
                  <a:pt x="91337" y="507"/>
                  <a:pt x="78604" y="1"/>
                  <a:pt x="65871" y="1"/>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7"/>
          <p:cNvSpPr/>
          <p:nvPr/>
        </p:nvSpPr>
        <p:spPr>
          <a:xfrm flipH="1">
            <a:off x="-25557" y="4177189"/>
            <a:ext cx="10262383" cy="329659"/>
          </a:xfrm>
          <a:custGeom>
            <a:avLst/>
            <a:gdLst/>
            <a:ahLst/>
            <a:cxnLst/>
            <a:rect l="l" t="t" r="r" b="b"/>
            <a:pathLst>
              <a:path w="232312" h="7463" extrusionOk="0">
                <a:moveTo>
                  <a:pt x="38195" y="0"/>
                </a:moveTo>
                <a:cubicBezTo>
                  <a:pt x="25987" y="0"/>
                  <a:pt x="13842" y="717"/>
                  <a:pt x="1852" y="2985"/>
                </a:cubicBezTo>
                <a:lnTo>
                  <a:pt x="0" y="6970"/>
                </a:lnTo>
                <a:cubicBezTo>
                  <a:pt x="12522" y="4453"/>
                  <a:pt x="25219" y="3670"/>
                  <a:pt x="37983" y="3670"/>
                </a:cubicBezTo>
                <a:cubicBezTo>
                  <a:pt x="54230" y="3670"/>
                  <a:pt x="70587" y="4939"/>
                  <a:pt x="86834" y="5517"/>
                </a:cubicBezTo>
                <a:cubicBezTo>
                  <a:pt x="95517" y="5827"/>
                  <a:pt x="104207" y="5938"/>
                  <a:pt x="112899" y="5938"/>
                </a:cubicBezTo>
                <a:cubicBezTo>
                  <a:pt x="134719" y="5938"/>
                  <a:pt x="156558" y="5238"/>
                  <a:pt x="178361" y="5238"/>
                </a:cubicBezTo>
                <a:cubicBezTo>
                  <a:pt x="196379" y="5238"/>
                  <a:pt x="214372" y="5716"/>
                  <a:pt x="232311" y="7462"/>
                </a:cubicBezTo>
                <a:lnTo>
                  <a:pt x="232042" y="3735"/>
                </a:lnTo>
                <a:cubicBezTo>
                  <a:pt x="214288" y="2031"/>
                  <a:pt x="196481" y="1562"/>
                  <a:pt x="178651" y="1562"/>
                </a:cubicBezTo>
                <a:cubicBezTo>
                  <a:pt x="156800" y="1562"/>
                  <a:pt x="134914" y="2267"/>
                  <a:pt x="113047" y="2267"/>
                </a:cubicBezTo>
                <a:cubicBezTo>
                  <a:pt x="104387" y="2267"/>
                  <a:pt x="95730" y="2156"/>
                  <a:pt x="87080" y="1848"/>
                </a:cubicBezTo>
                <a:cubicBezTo>
                  <a:pt x="70819" y="1272"/>
                  <a:pt x="54451" y="0"/>
                  <a:pt x="38195"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 name="Google Shape;112;p7"/>
          <p:cNvGrpSpPr/>
          <p:nvPr/>
        </p:nvGrpSpPr>
        <p:grpSpPr>
          <a:xfrm>
            <a:off x="3893550" y="4177200"/>
            <a:ext cx="736025" cy="486025"/>
            <a:chOff x="257575" y="2835000"/>
            <a:chExt cx="736025" cy="486025"/>
          </a:xfrm>
        </p:grpSpPr>
        <p:sp>
          <p:nvSpPr>
            <p:cNvPr id="113" name="Google Shape;113;p7"/>
            <p:cNvSpPr/>
            <p:nvPr/>
          </p:nvSpPr>
          <p:spPr>
            <a:xfrm>
              <a:off x="358400" y="2835000"/>
              <a:ext cx="423275" cy="374900"/>
            </a:xfrm>
            <a:custGeom>
              <a:avLst/>
              <a:gdLst/>
              <a:ahLst/>
              <a:cxnLst/>
              <a:rect l="l" t="t" r="r" b="b"/>
              <a:pathLst>
                <a:path w="16931" h="14996" fill="none" extrusionOk="0">
                  <a:moveTo>
                    <a:pt x="15785" y="14973"/>
                  </a:moveTo>
                  <a:cubicBezTo>
                    <a:pt x="15785" y="14973"/>
                    <a:pt x="16931" y="9749"/>
                    <a:pt x="15087" y="7916"/>
                  </a:cubicBezTo>
                  <a:cubicBezTo>
                    <a:pt x="14205" y="7034"/>
                    <a:pt x="13323" y="7263"/>
                    <a:pt x="12624" y="7733"/>
                  </a:cubicBezTo>
                  <a:cubicBezTo>
                    <a:pt x="12154" y="8065"/>
                    <a:pt x="11467" y="7744"/>
                    <a:pt x="11490" y="7206"/>
                  </a:cubicBezTo>
                  <a:cubicBezTo>
                    <a:pt x="11581" y="5133"/>
                    <a:pt x="11478" y="2040"/>
                    <a:pt x="10218" y="1284"/>
                  </a:cubicBezTo>
                  <a:cubicBezTo>
                    <a:pt x="8053" y="1"/>
                    <a:pt x="6656" y="1066"/>
                    <a:pt x="6163" y="6931"/>
                  </a:cubicBezTo>
                  <a:cubicBezTo>
                    <a:pt x="6163" y="6954"/>
                    <a:pt x="5567" y="9600"/>
                    <a:pt x="4078" y="7733"/>
                  </a:cubicBezTo>
                  <a:cubicBezTo>
                    <a:pt x="69" y="2727"/>
                    <a:pt x="0" y="14995"/>
                    <a:pt x="0" y="14995"/>
                  </a:cubicBezTo>
                </a:path>
              </a:pathLst>
            </a:custGeom>
            <a:noFill/>
            <a:ln w="6875" cap="flat" cmpd="sng">
              <a:solidFill>
                <a:srgbClr val="629196"/>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409075" y="2920950"/>
              <a:ext cx="310750" cy="286650"/>
            </a:xfrm>
            <a:custGeom>
              <a:avLst/>
              <a:gdLst/>
              <a:ahLst/>
              <a:cxnLst/>
              <a:rect l="l" t="t" r="r" b="b"/>
              <a:pathLst>
                <a:path w="12430" h="11466" extrusionOk="0">
                  <a:moveTo>
                    <a:pt x="4674" y="0"/>
                  </a:moveTo>
                  <a:cubicBezTo>
                    <a:pt x="4512" y="0"/>
                    <a:pt x="4348" y="44"/>
                    <a:pt x="4182" y="137"/>
                  </a:cubicBezTo>
                  <a:cubicBezTo>
                    <a:pt x="2361" y="1145"/>
                    <a:pt x="4148" y="6483"/>
                    <a:pt x="4995" y="8694"/>
                  </a:cubicBezTo>
                  <a:cubicBezTo>
                    <a:pt x="5101" y="8973"/>
                    <a:pt x="4932" y="9317"/>
                    <a:pt x="4732" y="9317"/>
                  </a:cubicBezTo>
                  <a:cubicBezTo>
                    <a:pt x="4694" y="9317"/>
                    <a:pt x="4655" y="9305"/>
                    <a:pt x="4617" y="9278"/>
                  </a:cubicBezTo>
                  <a:cubicBezTo>
                    <a:pt x="3557" y="8540"/>
                    <a:pt x="2304" y="7306"/>
                    <a:pt x="1449" y="7306"/>
                  </a:cubicBezTo>
                  <a:cubicBezTo>
                    <a:pt x="1242" y="7306"/>
                    <a:pt x="1058" y="7378"/>
                    <a:pt x="906" y="7548"/>
                  </a:cubicBezTo>
                  <a:cubicBezTo>
                    <a:pt x="1" y="8568"/>
                    <a:pt x="1169" y="10492"/>
                    <a:pt x="1788" y="11466"/>
                  </a:cubicBezTo>
                  <a:lnTo>
                    <a:pt x="12384" y="11466"/>
                  </a:lnTo>
                  <a:cubicBezTo>
                    <a:pt x="12430" y="9496"/>
                    <a:pt x="12372" y="3711"/>
                    <a:pt x="10608" y="2485"/>
                  </a:cubicBezTo>
                  <a:cubicBezTo>
                    <a:pt x="10497" y="2404"/>
                    <a:pt x="10375" y="2366"/>
                    <a:pt x="10251" y="2366"/>
                  </a:cubicBezTo>
                  <a:cubicBezTo>
                    <a:pt x="10094" y="2366"/>
                    <a:pt x="9936" y="2427"/>
                    <a:pt x="9795" y="2542"/>
                  </a:cubicBezTo>
                  <a:cubicBezTo>
                    <a:pt x="9463" y="2840"/>
                    <a:pt x="8993" y="3482"/>
                    <a:pt x="8684" y="4856"/>
                  </a:cubicBezTo>
                  <a:cubicBezTo>
                    <a:pt x="8612" y="5154"/>
                    <a:pt x="8420" y="5307"/>
                    <a:pt x="8226" y="5307"/>
                  </a:cubicBezTo>
                  <a:cubicBezTo>
                    <a:pt x="8047" y="5307"/>
                    <a:pt x="7867" y="5177"/>
                    <a:pt x="7779" y="4914"/>
                  </a:cubicBezTo>
                  <a:cubicBezTo>
                    <a:pt x="7126" y="2834"/>
                    <a:pt x="5984" y="0"/>
                    <a:pt x="4674"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257575" y="3144350"/>
              <a:ext cx="736025" cy="176675"/>
            </a:xfrm>
            <a:custGeom>
              <a:avLst/>
              <a:gdLst/>
              <a:ahLst/>
              <a:cxnLst/>
              <a:rect l="l" t="t" r="r" b="b"/>
              <a:pathLst>
                <a:path w="29441" h="7067" extrusionOk="0">
                  <a:moveTo>
                    <a:pt x="22365" y="0"/>
                  </a:moveTo>
                  <a:cubicBezTo>
                    <a:pt x="18813" y="0"/>
                    <a:pt x="13972" y="1852"/>
                    <a:pt x="9823" y="1852"/>
                  </a:cubicBezTo>
                  <a:cubicBezTo>
                    <a:pt x="8944" y="1852"/>
                    <a:pt x="8096" y="1769"/>
                    <a:pt x="7298" y="1568"/>
                  </a:cubicBezTo>
                  <a:cubicBezTo>
                    <a:pt x="6655" y="1406"/>
                    <a:pt x="6068" y="1334"/>
                    <a:pt x="5534" y="1334"/>
                  </a:cubicBezTo>
                  <a:cubicBezTo>
                    <a:pt x="1022" y="1334"/>
                    <a:pt x="196" y="6503"/>
                    <a:pt x="1" y="7066"/>
                  </a:cubicBezTo>
                  <a:lnTo>
                    <a:pt x="27894" y="6860"/>
                  </a:lnTo>
                  <a:cubicBezTo>
                    <a:pt x="27894" y="6860"/>
                    <a:pt x="29441" y="4534"/>
                    <a:pt x="25901" y="1144"/>
                  </a:cubicBezTo>
                  <a:cubicBezTo>
                    <a:pt x="25018" y="301"/>
                    <a:pt x="23796" y="0"/>
                    <a:pt x="22365"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7"/>
          <p:cNvGrpSpPr/>
          <p:nvPr/>
        </p:nvGrpSpPr>
        <p:grpSpPr>
          <a:xfrm>
            <a:off x="398125" y="4013575"/>
            <a:ext cx="736025" cy="736150"/>
            <a:chOff x="257575" y="2584875"/>
            <a:chExt cx="736025" cy="736150"/>
          </a:xfrm>
        </p:grpSpPr>
        <p:sp>
          <p:nvSpPr>
            <p:cNvPr id="117" name="Google Shape;117;p7"/>
            <p:cNvSpPr/>
            <p:nvPr/>
          </p:nvSpPr>
          <p:spPr>
            <a:xfrm>
              <a:off x="358400" y="2584875"/>
              <a:ext cx="423275" cy="625033"/>
            </a:xfrm>
            <a:custGeom>
              <a:avLst/>
              <a:gdLst/>
              <a:ahLst/>
              <a:cxnLst/>
              <a:rect l="l" t="t" r="r" b="b"/>
              <a:pathLst>
                <a:path w="16931" h="14996" fill="none" extrusionOk="0">
                  <a:moveTo>
                    <a:pt x="15785" y="14973"/>
                  </a:moveTo>
                  <a:cubicBezTo>
                    <a:pt x="15785" y="14973"/>
                    <a:pt x="16931" y="9749"/>
                    <a:pt x="15087" y="7916"/>
                  </a:cubicBezTo>
                  <a:cubicBezTo>
                    <a:pt x="14205" y="7034"/>
                    <a:pt x="13323" y="7263"/>
                    <a:pt x="12624" y="7733"/>
                  </a:cubicBezTo>
                  <a:cubicBezTo>
                    <a:pt x="12154" y="8065"/>
                    <a:pt x="11467" y="7744"/>
                    <a:pt x="11490" y="7206"/>
                  </a:cubicBezTo>
                  <a:cubicBezTo>
                    <a:pt x="11581" y="5133"/>
                    <a:pt x="11478" y="2040"/>
                    <a:pt x="10218" y="1284"/>
                  </a:cubicBezTo>
                  <a:cubicBezTo>
                    <a:pt x="8053" y="1"/>
                    <a:pt x="6656" y="1066"/>
                    <a:pt x="6163" y="6931"/>
                  </a:cubicBezTo>
                  <a:cubicBezTo>
                    <a:pt x="6163" y="6954"/>
                    <a:pt x="5567" y="9600"/>
                    <a:pt x="4078" y="7733"/>
                  </a:cubicBezTo>
                  <a:cubicBezTo>
                    <a:pt x="69" y="2727"/>
                    <a:pt x="0" y="14995"/>
                    <a:pt x="0" y="14995"/>
                  </a:cubicBezTo>
                </a:path>
              </a:pathLst>
            </a:custGeom>
            <a:noFill/>
            <a:ln w="6875" cap="flat" cmpd="sng">
              <a:solidFill>
                <a:srgbClr val="629196"/>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409075" y="2748500"/>
              <a:ext cx="310750" cy="459099"/>
            </a:xfrm>
            <a:custGeom>
              <a:avLst/>
              <a:gdLst/>
              <a:ahLst/>
              <a:cxnLst/>
              <a:rect l="l" t="t" r="r" b="b"/>
              <a:pathLst>
                <a:path w="12430" h="11466" extrusionOk="0">
                  <a:moveTo>
                    <a:pt x="4674" y="0"/>
                  </a:moveTo>
                  <a:cubicBezTo>
                    <a:pt x="4512" y="0"/>
                    <a:pt x="4348" y="44"/>
                    <a:pt x="4182" y="137"/>
                  </a:cubicBezTo>
                  <a:cubicBezTo>
                    <a:pt x="2361" y="1145"/>
                    <a:pt x="4148" y="6483"/>
                    <a:pt x="4995" y="8694"/>
                  </a:cubicBezTo>
                  <a:cubicBezTo>
                    <a:pt x="5101" y="8973"/>
                    <a:pt x="4932" y="9317"/>
                    <a:pt x="4732" y="9317"/>
                  </a:cubicBezTo>
                  <a:cubicBezTo>
                    <a:pt x="4694" y="9317"/>
                    <a:pt x="4655" y="9305"/>
                    <a:pt x="4617" y="9278"/>
                  </a:cubicBezTo>
                  <a:cubicBezTo>
                    <a:pt x="3557" y="8540"/>
                    <a:pt x="2304" y="7306"/>
                    <a:pt x="1449" y="7306"/>
                  </a:cubicBezTo>
                  <a:cubicBezTo>
                    <a:pt x="1242" y="7306"/>
                    <a:pt x="1058" y="7378"/>
                    <a:pt x="906" y="7548"/>
                  </a:cubicBezTo>
                  <a:cubicBezTo>
                    <a:pt x="1" y="8568"/>
                    <a:pt x="1169" y="10492"/>
                    <a:pt x="1788" y="11466"/>
                  </a:cubicBezTo>
                  <a:lnTo>
                    <a:pt x="12384" y="11466"/>
                  </a:lnTo>
                  <a:cubicBezTo>
                    <a:pt x="12430" y="9496"/>
                    <a:pt x="12372" y="3711"/>
                    <a:pt x="10608" y="2485"/>
                  </a:cubicBezTo>
                  <a:cubicBezTo>
                    <a:pt x="10497" y="2404"/>
                    <a:pt x="10375" y="2366"/>
                    <a:pt x="10251" y="2366"/>
                  </a:cubicBezTo>
                  <a:cubicBezTo>
                    <a:pt x="10094" y="2366"/>
                    <a:pt x="9936" y="2427"/>
                    <a:pt x="9795" y="2542"/>
                  </a:cubicBezTo>
                  <a:cubicBezTo>
                    <a:pt x="9463" y="2840"/>
                    <a:pt x="8993" y="3482"/>
                    <a:pt x="8684" y="4856"/>
                  </a:cubicBezTo>
                  <a:cubicBezTo>
                    <a:pt x="8612" y="5154"/>
                    <a:pt x="8420" y="5307"/>
                    <a:pt x="8226" y="5307"/>
                  </a:cubicBezTo>
                  <a:cubicBezTo>
                    <a:pt x="8047" y="5307"/>
                    <a:pt x="7867" y="5177"/>
                    <a:pt x="7779" y="4914"/>
                  </a:cubicBezTo>
                  <a:cubicBezTo>
                    <a:pt x="7126" y="2834"/>
                    <a:pt x="5984" y="0"/>
                    <a:pt x="4674"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257575" y="3144350"/>
              <a:ext cx="736025" cy="176675"/>
            </a:xfrm>
            <a:custGeom>
              <a:avLst/>
              <a:gdLst/>
              <a:ahLst/>
              <a:cxnLst/>
              <a:rect l="l" t="t" r="r" b="b"/>
              <a:pathLst>
                <a:path w="29441" h="7067" extrusionOk="0">
                  <a:moveTo>
                    <a:pt x="22365" y="0"/>
                  </a:moveTo>
                  <a:cubicBezTo>
                    <a:pt x="18813" y="0"/>
                    <a:pt x="13972" y="1852"/>
                    <a:pt x="9823" y="1852"/>
                  </a:cubicBezTo>
                  <a:cubicBezTo>
                    <a:pt x="8944" y="1852"/>
                    <a:pt x="8096" y="1769"/>
                    <a:pt x="7298" y="1568"/>
                  </a:cubicBezTo>
                  <a:cubicBezTo>
                    <a:pt x="6655" y="1406"/>
                    <a:pt x="6068" y="1334"/>
                    <a:pt x="5534" y="1334"/>
                  </a:cubicBezTo>
                  <a:cubicBezTo>
                    <a:pt x="1022" y="1334"/>
                    <a:pt x="196" y="6503"/>
                    <a:pt x="1" y="7066"/>
                  </a:cubicBezTo>
                  <a:lnTo>
                    <a:pt x="27894" y="6860"/>
                  </a:lnTo>
                  <a:cubicBezTo>
                    <a:pt x="27894" y="6860"/>
                    <a:pt x="29441" y="4534"/>
                    <a:pt x="25901" y="1144"/>
                  </a:cubicBezTo>
                  <a:cubicBezTo>
                    <a:pt x="25018" y="301"/>
                    <a:pt x="23796" y="0"/>
                    <a:pt x="22365"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 name="Google Shape;120;p7"/>
          <p:cNvGrpSpPr/>
          <p:nvPr/>
        </p:nvGrpSpPr>
        <p:grpSpPr>
          <a:xfrm flipH="1">
            <a:off x="1310380" y="4669735"/>
            <a:ext cx="485735" cy="184751"/>
            <a:chOff x="3877425" y="1976375"/>
            <a:chExt cx="260350" cy="99025"/>
          </a:xfrm>
        </p:grpSpPr>
        <p:sp>
          <p:nvSpPr>
            <p:cNvPr id="121" name="Google Shape;121;p7"/>
            <p:cNvSpPr/>
            <p:nvPr/>
          </p:nvSpPr>
          <p:spPr>
            <a:xfrm>
              <a:off x="3890025" y="1976375"/>
              <a:ext cx="247750" cy="99025"/>
            </a:xfrm>
            <a:custGeom>
              <a:avLst/>
              <a:gdLst/>
              <a:ahLst/>
              <a:cxnLst/>
              <a:rect l="l" t="t" r="r" b="b"/>
              <a:pathLst>
                <a:path w="9910" h="3961" extrusionOk="0">
                  <a:moveTo>
                    <a:pt x="3957" y="0"/>
                  </a:moveTo>
                  <a:cubicBezTo>
                    <a:pt x="3114" y="0"/>
                    <a:pt x="2623" y="157"/>
                    <a:pt x="2429" y="233"/>
                  </a:cubicBezTo>
                  <a:cubicBezTo>
                    <a:pt x="2292" y="290"/>
                    <a:pt x="2154" y="347"/>
                    <a:pt x="2017" y="393"/>
                  </a:cubicBezTo>
                  <a:cubicBezTo>
                    <a:pt x="1382" y="603"/>
                    <a:pt x="931" y="658"/>
                    <a:pt x="632" y="658"/>
                  </a:cubicBezTo>
                  <a:cubicBezTo>
                    <a:pt x="295" y="658"/>
                    <a:pt x="150" y="588"/>
                    <a:pt x="150" y="588"/>
                  </a:cubicBezTo>
                  <a:lnTo>
                    <a:pt x="81" y="1263"/>
                  </a:lnTo>
                  <a:lnTo>
                    <a:pt x="69" y="1344"/>
                  </a:lnTo>
                  <a:lnTo>
                    <a:pt x="1" y="2020"/>
                  </a:lnTo>
                  <a:cubicBezTo>
                    <a:pt x="1" y="2020"/>
                    <a:pt x="44" y="2009"/>
                    <a:pt x="134" y="2009"/>
                  </a:cubicBezTo>
                  <a:cubicBezTo>
                    <a:pt x="366" y="2009"/>
                    <a:pt x="904" y="2080"/>
                    <a:pt x="1788" y="2592"/>
                  </a:cubicBezTo>
                  <a:cubicBezTo>
                    <a:pt x="1914" y="2661"/>
                    <a:pt x="2040" y="2741"/>
                    <a:pt x="2166" y="2833"/>
                  </a:cubicBezTo>
                  <a:cubicBezTo>
                    <a:pt x="2395" y="2982"/>
                    <a:pt x="3139" y="3406"/>
                    <a:pt x="4652" y="3520"/>
                  </a:cubicBezTo>
                  <a:cubicBezTo>
                    <a:pt x="5980" y="3623"/>
                    <a:pt x="7928" y="3841"/>
                    <a:pt x="8936" y="3955"/>
                  </a:cubicBezTo>
                  <a:cubicBezTo>
                    <a:pt x="8964" y="3959"/>
                    <a:pt x="8992" y="3961"/>
                    <a:pt x="9019" y="3961"/>
                  </a:cubicBezTo>
                  <a:cubicBezTo>
                    <a:pt x="9340" y="3961"/>
                    <a:pt x="9614" y="3720"/>
                    <a:pt x="9646" y="3383"/>
                  </a:cubicBezTo>
                  <a:lnTo>
                    <a:pt x="9749" y="2432"/>
                  </a:lnTo>
                  <a:lnTo>
                    <a:pt x="9772" y="2203"/>
                  </a:lnTo>
                  <a:lnTo>
                    <a:pt x="9875" y="1241"/>
                  </a:lnTo>
                  <a:cubicBezTo>
                    <a:pt x="9909" y="885"/>
                    <a:pt x="9646" y="565"/>
                    <a:pt x="9291" y="530"/>
                  </a:cubicBezTo>
                  <a:cubicBezTo>
                    <a:pt x="8283" y="439"/>
                    <a:pt x="6335" y="255"/>
                    <a:pt x="5007" y="72"/>
                  </a:cubicBezTo>
                  <a:cubicBezTo>
                    <a:pt x="4610" y="21"/>
                    <a:pt x="4261" y="0"/>
                    <a:pt x="3957"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a:off x="3877425" y="1988200"/>
              <a:ext cx="22650" cy="39825"/>
            </a:xfrm>
            <a:custGeom>
              <a:avLst/>
              <a:gdLst/>
              <a:ahLst/>
              <a:cxnLst/>
              <a:rect l="l" t="t" r="r" b="b"/>
              <a:pathLst>
                <a:path w="906" h="1593" extrusionOk="0">
                  <a:moveTo>
                    <a:pt x="173" y="0"/>
                  </a:moveTo>
                  <a:lnTo>
                    <a:pt x="1" y="1512"/>
                  </a:lnTo>
                  <a:lnTo>
                    <a:pt x="734" y="1592"/>
                  </a:lnTo>
                  <a:lnTo>
                    <a:pt x="906" y="80"/>
                  </a:lnTo>
                  <a:lnTo>
                    <a:pt x="173" y="0"/>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123;p7"/>
          <p:cNvGrpSpPr/>
          <p:nvPr/>
        </p:nvGrpSpPr>
        <p:grpSpPr>
          <a:xfrm>
            <a:off x="8187905" y="4453110"/>
            <a:ext cx="485735" cy="184751"/>
            <a:chOff x="3877425" y="1976375"/>
            <a:chExt cx="260350" cy="99025"/>
          </a:xfrm>
        </p:grpSpPr>
        <p:sp>
          <p:nvSpPr>
            <p:cNvPr id="124" name="Google Shape;124;p7"/>
            <p:cNvSpPr/>
            <p:nvPr/>
          </p:nvSpPr>
          <p:spPr>
            <a:xfrm>
              <a:off x="3890025" y="1976375"/>
              <a:ext cx="247750" cy="99025"/>
            </a:xfrm>
            <a:custGeom>
              <a:avLst/>
              <a:gdLst/>
              <a:ahLst/>
              <a:cxnLst/>
              <a:rect l="l" t="t" r="r" b="b"/>
              <a:pathLst>
                <a:path w="9910" h="3961" extrusionOk="0">
                  <a:moveTo>
                    <a:pt x="3957" y="0"/>
                  </a:moveTo>
                  <a:cubicBezTo>
                    <a:pt x="3114" y="0"/>
                    <a:pt x="2623" y="157"/>
                    <a:pt x="2429" y="233"/>
                  </a:cubicBezTo>
                  <a:cubicBezTo>
                    <a:pt x="2292" y="290"/>
                    <a:pt x="2154" y="347"/>
                    <a:pt x="2017" y="393"/>
                  </a:cubicBezTo>
                  <a:cubicBezTo>
                    <a:pt x="1382" y="603"/>
                    <a:pt x="931" y="658"/>
                    <a:pt x="632" y="658"/>
                  </a:cubicBezTo>
                  <a:cubicBezTo>
                    <a:pt x="295" y="658"/>
                    <a:pt x="150" y="588"/>
                    <a:pt x="150" y="588"/>
                  </a:cubicBezTo>
                  <a:lnTo>
                    <a:pt x="81" y="1263"/>
                  </a:lnTo>
                  <a:lnTo>
                    <a:pt x="69" y="1344"/>
                  </a:lnTo>
                  <a:lnTo>
                    <a:pt x="1" y="2020"/>
                  </a:lnTo>
                  <a:cubicBezTo>
                    <a:pt x="1" y="2020"/>
                    <a:pt x="44" y="2009"/>
                    <a:pt x="134" y="2009"/>
                  </a:cubicBezTo>
                  <a:cubicBezTo>
                    <a:pt x="366" y="2009"/>
                    <a:pt x="904" y="2080"/>
                    <a:pt x="1788" y="2592"/>
                  </a:cubicBezTo>
                  <a:cubicBezTo>
                    <a:pt x="1914" y="2661"/>
                    <a:pt x="2040" y="2741"/>
                    <a:pt x="2166" y="2833"/>
                  </a:cubicBezTo>
                  <a:cubicBezTo>
                    <a:pt x="2395" y="2982"/>
                    <a:pt x="3139" y="3406"/>
                    <a:pt x="4652" y="3520"/>
                  </a:cubicBezTo>
                  <a:cubicBezTo>
                    <a:pt x="5980" y="3623"/>
                    <a:pt x="7928" y="3841"/>
                    <a:pt x="8936" y="3955"/>
                  </a:cubicBezTo>
                  <a:cubicBezTo>
                    <a:pt x="8964" y="3959"/>
                    <a:pt x="8992" y="3961"/>
                    <a:pt x="9019" y="3961"/>
                  </a:cubicBezTo>
                  <a:cubicBezTo>
                    <a:pt x="9340" y="3961"/>
                    <a:pt x="9614" y="3720"/>
                    <a:pt x="9646" y="3383"/>
                  </a:cubicBezTo>
                  <a:lnTo>
                    <a:pt x="9749" y="2432"/>
                  </a:lnTo>
                  <a:lnTo>
                    <a:pt x="9772" y="2203"/>
                  </a:lnTo>
                  <a:lnTo>
                    <a:pt x="9875" y="1241"/>
                  </a:lnTo>
                  <a:cubicBezTo>
                    <a:pt x="9909" y="885"/>
                    <a:pt x="9646" y="565"/>
                    <a:pt x="9291" y="530"/>
                  </a:cubicBezTo>
                  <a:cubicBezTo>
                    <a:pt x="8283" y="439"/>
                    <a:pt x="6335" y="255"/>
                    <a:pt x="5007" y="72"/>
                  </a:cubicBezTo>
                  <a:cubicBezTo>
                    <a:pt x="4610" y="21"/>
                    <a:pt x="4261" y="0"/>
                    <a:pt x="3957"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p:nvPr/>
          </p:nvSpPr>
          <p:spPr>
            <a:xfrm>
              <a:off x="3877425" y="1988200"/>
              <a:ext cx="22650" cy="39825"/>
            </a:xfrm>
            <a:custGeom>
              <a:avLst/>
              <a:gdLst/>
              <a:ahLst/>
              <a:cxnLst/>
              <a:rect l="l" t="t" r="r" b="b"/>
              <a:pathLst>
                <a:path w="906" h="1593" extrusionOk="0">
                  <a:moveTo>
                    <a:pt x="173" y="0"/>
                  </a:moveTo>
                  <a:lnTo>
                    <a:pt x="1" y="1512"/>
                  </a:lnTo>
                  <a:lnTo>
                    <a:pt x="734" y="1592"/>
                  </a:lnTo>
                  <a:lnTo>
                    <a:pt x="906" y="80"/>
                  </a:lnTo>
                  <a:lnTo>
                    <a:pt x="173" y="0"/>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7"/>
          <p:cNvGrpSpPr/>
          <p:nvPr/>
        </p:nvGrpSpPr>
        <p:grpSpPr>
          <a:xfrm flipH="1">
            <a:off x="1172360" y="4749604"/>
            <a:ext cx="426094" cy="109978"/>
            <a:chOff x="5002750" y="3501150"/>
            <a:chExt cx="94050" cy="24275"/>
          </a:xfrm>
        </p:grpSpPr>
        <p:sp>
          <p:nvSpPr>
            <p:cNvPr id="127" name="Google Shape;127;p7"/>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7"/>
          <p:cNvGrpSpPr/>
          <p:nvPr/>
        </p:nvGrpSpPr>
        <p:grpSpPr>
          <a:xfrm flipH="1">
            <a:off x="8383485" y="4553591"/>
            <a:ext cx="426094" cy="109978"/>
            <a:chOff x="5002750" y="3501150"/>
            <a:chExt cx="94050" cy="24275"/>
          </a:xfrm>
        </p:grpSpPr>
        <p:sp>
          <p:nvSpPr>
            <p:cNvPr id="130" name="Google Shape;130;p7"/>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2"/>
        <p:cNvGrpSpPr/>
        <p:nvPr/>
      </p:nvGrpSpPr>
      <p:grpSpPr>
        <a:xfrm>
          <a:off x="0" y="0"/>
          <a:ext cx="0" cy="0"/>
          <a:chOff x="0" y="0"/>
          <a:chExt cx="0" cy="0"/>
        </a:xfrm>
      </p:grpSpPr>
      <p:sp>
        <p:nvSpPr>
          <p:cNvPr id="133" name="Google Shape;133;p8"/>
          <p:cNvSpPr/>
          <p:nvPr/>
        </p:nvSpPr>
        <p:spPr>
          <a:xfrm flipH="1">
            <a:off x="-403979" y="3290849"/>
            <a:ext cx="9589704" cy="741286"/>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flipH="1">
            <a:off x="-5" y="4090427"/>
            <a:ext cx="9355205" cy="1490361"/>
          </a:xfrm>
          <a:custGeom>
            <a:avLst/>
            <a:gdLst/>
            <a:ahLst/>
            <a:cxnLst/>
            <a:rect l="l" t="t" r="r" b="b"/>
            <a:pathLst>
              <a:path w="211776" h="46512" extrusionOk="0">
                <a:moveTo>
                  <a:pt x="0" y="0"/>
                </a:moveTo>
                <a:lnTo>
                  <a:pt x="0" y="46511"/>
                </a:lnTo>
                <a:lnTo>
                  <a:pt x="211775" y="46511"/>
                </a:lnTo>
                <a:lnTo>
                  <a:pt x="211775" y="0"/>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flipH="1">
            <a:off x="-588971" y="3762746"/>
            <a:ext cx="10262383" cy="726770"/>
          </a:xfrm>
          <a:custGeom>
            <a:avLst/>
            <a:gdLst/>
            <a:ahLst/>
            <a:cxnLst/>
            <a:rect l="l" t="t" r="r" b="b"/>
            <a:pathLst>
              <a:path w="232312" h="16453" extrusionOk="0">
                <a:moveTo>
                  <a:pt x="65871" y="1"/>
                </a:moveTo>
                <a:cubicBezTo>
                  <a:pt x="45737" y="1"/>
                  <a:pt x="25603" y="1266"/>
                  <a:pt x="5627" y="3793"/>
                </a:cubicBezTo>
                <a:lnTo>
                  <a:pt x="0" y="15972"/>
                </a:lnTo>
                <a:cubicBezTo>
                  <a:pt x="12522" y="13455"/>
                  <a:pt x="25219" y="12672"/>
                  <a:pt x="37982" y="12672"/>
                </a:cubicBezTo>
                <a:cubicBezTo>
                  <a:pt x="54228" y="12672"/>
                  <a:pt x="70582" y="13941"/>
                  <a:pt x="86822" y="14519"/>
                </a:cubicBezTo>
                <a:cubicBezTo>
                  <a:pt x="95503" y="14829"/>
                  <a:pt x="104190" y="14940"/>
                  <a:pt x="112880" y="14940"/>
                </a:cubicBezTo>
                <a:cubicBezTo>
                  <a:pt x="134737" y="14940"/>
                  <a:pt x="156614" y="14238"/>
                  <a:pt x="178454" y="14238"/>
                </a:cubicBezTo>
                <a:cubicBezTo>
                  <a:pt x="196442" y="14238"/>
                  <a:pt x="214405" y="14714"/>
                  <a:pt x="232311" y="16453"/>
                </a:cubicBezTo>
                <a:lnTo>
                  <a:pt x="231549" y="6208"/>
                </a:lnTo>
                <a:cubicBezTo>
                  <a:pt x="215989" y="3499"/>
                  <a:pt x="200193" y="2139"/>
                  <a:pt x="184395" y="2139"/>
                </a:cubicBezTo>
                <a:cubicBezTo>
                  <a:pt x="182902" y="2139"/>
                  <a:pt x="181409" y="2152"/>
                  <a:pt x="179916" y="2176"/>
                </a:cubicBezTo>
                <a:cubicBezTo>
                  <a:pt x="166054" y="2401"/>
                  <a:pt x="152201" y="3671"/>
                  <a:pt x="138342" y="3671"/>
                </a:cubicBezTo>
                <a:cubicBezTo>
                  <a:pt x="136321" y="3671"/>
                  <a:pt x="134300" y="3644"/>
                  <a:pt x="132279" y="3582"/>
                </a:cubicBezTo>
                <a:cubicBezTo>
                  <a:pt x="122843" y="3301"/>
                  <a:pt x="113442" y="2270"/>
                  <a:pt x="104030" y="1519"/>
                </a:cubicBezTo>
                <a:cubicBezTo>
                  <a:pt x="91337" y="507"/>
                  <a:pt x="78604" y="1"/>
                  <a:pt x="65871" y="1"/>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flipH="1">
            <a:off x="-228032" y="4177189"/>
            <a:ext cx="10262383" cy="329659"/>
          </a:xfrm>
          <a:custGeom>
            <a:avLst/>
            <a:gdLst/>
            <a:ahLst/>
            <a:cxnLst/>
            <a:rect l="l" t="t" r="r" b="b"/>
            <a:pathLst>
              <a:path w="232312" h="7463" extrusionOk="0">
                <a:moveTo>
                  <a:pt x="38195" y="0"/>
                </a:moveTo>
                <a:cubicBezTo>
                  <a:pt x="25987" y="0"/>
                  <a:pt x="13842" y="717"/>
                  <a:pt x="1852" y="2985"/>
                </a:cubicBezTo>
                <a:lnTo>
                  <a:pt x="0" y="6970"/>
                </a:lnTo>
                <a:cubicBezTo>
                  <a:pt x="12522" y="4453"/>
                  <a:pt x="25219" y="3670"/>
                  <a:pt x="37983" y="3670"/>
                </a:cubicBezTo>
                <a:cubicBezTo>
                  <a:pt x="54230" y="3670"/>
                  <a:pt x="70587" y="4939"/>
                  <a:pt x="86834" y="5517"/>
                </a:cubicBezTo>
                <a:cubicBezTo>
                  <a:pt x="95517" y="5827"/>
                  <a:pt x="104207" y="5938"/>
                  <a:pt x="112899" y="5938"/>
                </a:cubicBezTo>
                <a:cubicBezTo>
                  <a:pt x="134719" y="5938"/>
                  <a:pt x="156558" y="5238"/>
                  <a:pt x="178361" y="5238"/>
                </a:cubicBezTo>
                <a:cubicBezTo>
                  <a:pt x="196379" y="5238"/>
                  <a:pt x="214372" y="5716"/>
                  <a:pt x="232311" y="7462"/>
                </a:cubicBezTo>
                <a:lnTo>
                  <a:pt x="232042" y="3735"/>
                </a:lnTo>
                <a:cubicBezTo>
                  <a:pt x="214288" y="2031"/>
                  <a:pt x="196481" y="1562"/>
                  <a:pt x="178651" y="1562"/>
                </a:cubicBezTo>
                <a:cubicBezTo>
                  <a:pt x="156800" y="1562"/>
                  <a:pt x="134914" y="2267"/>
                  <a:pt x="113047" y="2267"/>
                </a:cubicBezTo>
                <a:cubicBezTo>
                  <a:pt x="104387" y="2267"/>
                  <a:pt x="95730" y="2156"/>
                  <a:pt x="87080" y="1848"/>
                </a:cubicBezTo>
                <a:cubicBezTo>
                  <a:pt x="70819" y="1272"/>
                  <a:pt x="54451" y="0"/>
                  <a:pt x="38195"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 name="Google Shape;137;p8"/>
          <p:cNvGrpSpPr/>
          <p:nvPr/>
        </p:nvGrpSpPr>
        <p:grpSpPr>
          <a:xfrm>
            <a:off x="5624719" y="4067472"/>
            <a:ext cx="1117139" cy="737689"/>
            <a:chOff x="257575" y="2835000"/>
            <a:chExt cx="736025" cy="486025"/>
          </a:xfrm>
        </p:grpSpPr>
        <p:sp>
          <p:nvSpPr>
            <p:cNvPr id="138" name="Google Shape;138;p8"/>
            <p:cNvSpPr/>
            <p:nvPr/>
          </p:nvSpPr>
          <p:spPr>
            <a:xfrm>
              <a:off x="358400" y="2835000"/>
              <a:ext cx="423275" cy="374900"/>
            </a:xfrm>
            <a:custGeom>
              <a:avLst/>
              <a:gdLst/>
              <a:ahLst/>
              <a:cxnLst/>
              <a:rect l="l" t="t" r="r" b="b"/>
              <a:pathLst>
                <a:path w="16931" h="14996" fill="none" extrusionOk="0">
                  <a:moveTo>
                    <a:pt x="15785" y="14973"/>
                  </a:moveTo>
                  <a:cubicBezTo>
                    <a:pt x="15785" y="14973"/>
                    <a:pt x="16931" y="9749"/>
                    <a:pt x="15087" y="7916"/>
                  </a:cubicBezTo>
                  <a:cubicBezTo>
                    <a:pt x="14205" y="7034"/>
                    <a:pt x="13323" y="7263"/>
                    <a:pt x="12624" y="7733"/>
                  </a:cubicBezTo>
                  <a:cubicBezTo>
                    <a:pt x="12154" y="8065"/>
                    <a:pt x="11467" y="7744"/>
                    <a:pt x="11490" y="7206"/>
                  </a:cubicBezTo>
                  <a:cubicBezTo>
                    <a:pt x="11581" y="5133"/>
                    <a:pt x="11478" y="2040"/>
                    <a:pt x="10218" y="1284"/>
                  </a:cubicBezTo>
                  <a:cubicBezTo>
                    <a:pt x="8053" y="1"/>
                    <a:pt x="6656" y="1066"/>
                    <a:pt x="6163" y="6931"/>
                  </a:cubicBezTo>
                  <a:cubicBezTo>
                    <a:pt x="6163" y="6954"/>
                    <a:pt x="5567" y="9600"/>
                    <a:pt x="4078" y="7733"/>
                  </a:cubicBezTo>
                  <a:cubicBezTo>
                    <a:pt x="69" y="2727"/>
                    <a:pt x="0" y="14995"/>
                    <a:pt x="0" y="14995"/>
                  </a:cubicBezTo>
                </a:path>
              </a:pathLst>
            </a:custGeom>
            <a:noFill/>
            <a:ln w="6875" cap="flat" cmpd="sng">
              <a:solidFill>
                <a:srgbClr val="629196"/>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409075" y="2920950"/>
              <a:ext cx="310750" cy="286650"/>
            </a:xfrm>
            <a:custGeom>
              <a:avLst/>
              <a:gdLst/>
              <a:ahLst/>
              <a:cxnLst/>
              <a:rect l="l" t="t" r="r" b="b"/>
              <a:pathLst>
                <a:path w="12430" h="11466" extrusionOk="0">
                  <a:moveTo>
                    <a:pt x="4674" y="0"/>
                  </a:moveTo>
                  <a:cubicBezTo>
                    <a:pt x="4512" y="0"/>
                    <a:pt x="4348" y="44"/>
                    <a:pt x="4182" y="137"/>
                  </a:cubicBezTo>
                  <a:cubicBezTo>
                    <a:pt x="2361" y="1145"/>
                    <a:pt x="4148" y="6483"/>
                    <a:pt x="4995" y="8694"/>
                  </a:cubicBezTo>
                  <a:cubicBezTo>
                    <a:pt x="5101" y="8973"/>
                    <a:pt x="4932" y="9317"/>
                    <a:pt x="4732" y="9317"/>
                  </a:cubicBezTo>
                  <a:cubicBezTo>
                    <a:pt x="4694" y="9317"/>
                    <a:pt x="4655" y="9305"/>
                    <a:pt x="4617" y="9278"/>
                  </a:cubicBezTo>
                  <a:cubicBezTo>
                    <a:pt x="3557" y="8540"/>
                    <a:pt x="2304" y="7306"/>
                    <a:pt x="1449" y="7306"/>
                  </a:cubicBezTo>
                  <a:cubicBezTo>
                    <a:pt x="1242" y="7306"/>
                    <a:pt x="1058" y="7378"/>
                    <a:pt x="906" y="7548"/>
                  </a:cubicBezTo>
                  <a:cubicBezTo>
                    <a:pt x="1" y="8568"/>
                    <a:pt x="1169" y="10492"/>
                    <a:pt x="1788" y="11466"/>
                  </a:cubicBezTo>
                  <a:lnTo>
                    <a:pt x="12384" y="11466"/>
                  </a:lnTo>
                  <a:cubicBezTo>
                    <a:pt x="12430" y="9496"/>
                    <a:pt x="12372" y="3711"/>
                    <a:pt x="10608" y="2485"/>
                  </a:cubicBezTo>
                  <a:cubicBezTo>
                    <a:pt x="10497" y="2404"/>
                    <a:pt x="10375" y="2366"/>
                    <a:pt x="10251" y="2366"/>
                  </a:cubicBezTo>
                  <a:cubicBezTo>
                    <a:pt x="10094" y="2366"/>
                    <a:pt x="9936" y="2427"/>
                    <a:pt x="9795" y="2542"/>
                  </a:cubicBezTo>
                  <a:cubicBezTo>
                    <a:pt x="9463" y="2840"/>
                    <a:pt x="8993" y="3482"/>
                    <a:pt x="8684" y="4856"/>
                  </a:cubicBezTo>
                  <a:cubicBezTo>
                    <a:pt x="8612" y="5154"/>
                    <a:pt x="8420" y="5307"/>
                    <a:pt x="8226" y="5307"/>
                  </a:cubicBezTo>
                  <a:cubicBezTo>
                    <a:pt x="8047" y="5307"/>
                    <a:pt x="7867" y="5177"/>
                    <a:pt x="7779" y="4914"/>
                  </a:cubicBezTo>
                  <a:cubicBezTo>
                    <a:pt x="7126" y="2834"/>
                    <a:pt x="5984" y="0"/>
                    <a:pt x="4674"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257575" y="3144350"/>
              <a:ext cx="736025" cy="176675"/>
            </a:xfrm>
            <a:custGeom>
              <a:avLst/>
              <a:gdLst/>
              <a:ahLst/>
              <a:cxnLst/>
              <a:rect l="l" t="t" r="r" b="b"/>
              <a:pathLst>
                <a:path w="29441" h="7067" extrusionOk="0">
                  <a:moveTo>
                    <a:pt x="22365" y="0"/>
                  </a:moveTo>
                  <a:cubicBezTo>
                    <a:pt x="18813" y="0"/>
                    <a:pt x="13972" y="1852"/>
                    <a:pt x="9823" y="1852"/>
                  </a:cubicBezTo>
                  <a:cubicBezTo>
                    <a:pt x="8944" y="1852"/>
                    <a:pt x="8096" y="1769"/>
                    <a:pt x="7298" y="1568"/>
                  </a:cubicBezTo>
                  <a:cubicBezTo>
                    <a:pt x="6655" y="1406"/>
                    <a:pt x="6068" y="1334"/>
                    <a:pt x="5534" y="1334"/>
                  </a:cubicBezTo>
                  <a:cubicBezTo>
                    <a:pt x="1022" y="1334"/>
                    <a:pt x="196" y="6503"/>
                    <a:pt x="1" y="7066"/>
                  </a:cubicBezTo>
                  <a:lnTo>
                    <a:pt x="27894" y="6860"/>
                  </a:lnTo>
                  <a:cubicBezTo>
                    <a:pt x="27894" y="6860"/>
                    <a:pt x="29441" y="4534"/>
                    <a:pt x="25901" y="1144"/>
                  </a:cubicBezTo>
                  <a:cubicBezTo>
                    <a:pt x="25018" y="301"/>
                    <a:pt x="23796" y="0"/>
                    <a:pt x="22365"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 name="Google Shape;141;p8"/>
          <p:cNvSpPr txBox="1">
            <a:spLocks noGrp="1"/>
          </p:cNvSpPr>
          <p:nvPr>
            <p:ph type="title"/>
          </p:nvPr>
        </p:nvSpPr>
        <p:spPr>
          <a:xfrm>
            <a:off x="2688775" y="881750"/>
            <a:ext cx="5600700" cy="2465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000" b="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9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240"/>
        <p:cNvGrpSpPr/>
        <p:nvPr/>
      </p:nvGrpSpPr>
      <p:grpSpPr>
        <a:xfrm>
          <a:off x="0" y="0"/>
          <a:ext cx="0" cy="0"/>
          <a:chOff x="0" y="0"/>
          <a:chExt cx="0" cy="0"/>
        </a:xfrm>
      </p:grpSpPr>
      <p:sp>
        <p:nvSpPr>
          <p:cNvPr id="241" name="Google Shape;241;p16"/>
          <p:cNvSpPr txBox="1">
            <a:spLocks noGrp="1"/>
          </p:cNvSpPr>
          <p:nvPr>
            <p:ph type="title"/>
          </p:nvPr>
        </p:nvSpPr>
        <p:spPr>
          <a:xfrm>
            <a:off x="713225" y="539500"/>
            <a:ext cx="7717500" cy="564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2" name="Google Shape;242;p16"/>
          <p:cNvSpPr/>
          <p:nvPr/>
        </p:nvSpPr>
        <p:spPr>
          <a:xfrm>
            <a:off x="-27300" y="4776225"/>
            <a:ext cx="9355205" cy="484771"/>
          </a:xfrm>
          <a:custGeom>
            <a:avLst/>
            <a:gdLst/>
            <a:ahLst/>
            <a:cxnLst/>
            <a:rect l="l" t="t" r="r" b="b"/>
            <a:pathLst>
              <a:path w="211776" h="46512" extrusionOk="0">
                <a:moveTo>
                  <a:pt x="0" y="0"/>
                </a:moveTo>
                <a:lnTo>
                  <a:pt x="0" y="46511"/>
                </a:lnTo>
                <a:lnTo>
                  <a:pt x="211775" y="46511"/>
                </a:lnTo>
                <a:lnTo>
                  <a:pt x="211775" y="0"/>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7750" y="4631675"/>
            <a:ext cx="10262383" cy="450524"/>
          </a:xfrm>
          <a:custGeom>
            <a:avLst/>
            <a:gdLst/>
            <a:ahLst/>
            <a:cxnLst/>
            <a:rect l="l" t="t" r="r" b="b"/>
            <a:pathLst>
              <a:path w="232312" h="16453" extrusionOk="0">
                <a:moveTo>
                  <a:pt x="65871" y="1"/>
                </a:moveTo>
                <a:cubicBezTo>
                  <a:pt x="45737" y="1"/>
                  <a:pt x="25603" y="1266"/>
                  <a:pt x="5627" y="3793"/>
                </a:cubicBezTo>
                <a:lnTo>
                  <a:pt x="0" y="15972"/>
                </a:lnTo>
                <a:cubicBezTo>
                  <a:pt x="12522" y="13455"/>
                  <a:pt x="25219" y="12672"/>
                  <a:pt x="37982" y="12672"/>
                </a:cubicBezTo>
                <a:cubicBezTo>
                  <a:pt x="54228" y="12672"/>
                  <a:pt x="70582" y="13941"/>
                  <a:pt x="86822" y="14519"/>
                </a:cubicBezTo>
                <a:cubicBezTo>
                  <a:pt x="95503" y="14829"/>
                  <a:pt x="104190" y="14940"/>
                  <a:pt x="112880" y="14940"/>
                </a:cubicBezTo>
                <a:cubicBezTo>
                  <a:pt x="134737" y="14940"/>
                  <a:pt x="156614" y="14238"/>
                  <a:pt x="178454" y="14238"/>
                </a:cubicBezTo>
                <a:cubicBezTo>
                  <a:pt x="196442" y="14238"/>
                  <a:pt x="214405" y="14714"/>
                  <a:pt x="232311" y="16453"/>
                </a:cubicBezTo>
                <a:lnTo>
                  <a:pt x="231549" y="6208"/>
                </a:lnTo>
                <a:cubicBezTo>
                  <a:pt x="215989" y="3499"/>
                  <a:pt x="200193" y="2139"/>
                  <a:pt x="184395" y="2139"/>
                </a:cubicBezTo>
                <a:cubicBezTo>
                  <a:pt x="182902" y="2139"/>
                  <a:pt x="181409" y="2152"/>
                  <a:pt x="179916" y="2176"/>
                </a:cubicBezTo>
                <a:cubicBezTo>
                  <a:pt x="166054" y="2401"/>
                  <a:pt x="152201" y="3671"/>
                  <a:pt x="138342" y="3671"/>
                </a:cubicBezTo>
                <a:cubicBezTo>
                  <a:pt x="136321" y="3671"/>
                  <a:pt x="134300" y="3644"/>
                  <a:pt x="132279" y="3582"/>
                </a:cubicBezTo>
                <a:cubicBezTo>
                  <a:pt x="122843" y="3301"/>
                  <a:pt x="113442" y="2270"/>
                  <a:pt x="104030" y="1519"/>
                </a:cubicBezTo>
                <a:cubicBezTo>
                  <a:pt x="91337" y="507"/>
                  <a:pt x="78604" y="1"/>
                  <a:pt x="65871" y="1"/>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6"/>
          <p:cNvSpPr/>
          <p:nvPr/>
        </p:nvSpPr>
        <p:spPr>
          <a:xfrm>
            <a:off x="-643050" y="4857112"/>
            <a:ext cx="10262383" cy="259339"/>
          </a:xfrm>
          <a:custGeom>
            <a:avLst/>
            <a:gdLst/>
            <a:ahLst/>
            <a:cxnLst/>
            <a:rect l="l" t="t" r="r" b="b"/>
            <a:pathLst>
              <a:path w="232312" h="7463" extrusionOk="0">
                <a:moveTo>
                  <a:pt x="38195" y="0"/>
                </a:moveTo>
                <a:cubicBezTo>
                  <a:pt x="25987" y="0"/>
                  <a:pt x="13842" y="717"/>
                  <a:pt x="1852" y="2985"/>
                </a:cubicBezTo>
                <a:lnTo>
                  <a:pt x="0" y="6970"/>
                </a:lnTo>
                <a:cubicBezTo>
                  <a:pt x="12522" y="4453"/>
                  <a:pt x="25219" y="3670"/>
                  <a:pt x="37983" y="3670"/>
                </a:cubicBezTo>
                <a:cubicBezTo>
                  <a:pt x="54230" y="3670"/>
                  <a:pt x="70587" y="4939"/>
                  <a:pt x="86834" y="5517"/>
                </a:cubicBezTo>
                <a:cubicBezTo>
                  <a:pt x="95517" y="5827"/>
                  <a:pt x="104207" y="5938"/>
                  <a:pt x="112899" y="5938"/>
                </a:cubicBezTo>
                <a:cubicBezTo>
                  <a:pt x="134719" y="5938"/>
                  <a:pt x="156558" y="5238"/>
                  <a:pt x="178361" y="5238"/>
                </a:cubicBezTo>
                <a:cubicBezTo>
                  <a:pt x="196379" y="5238"/>
                  <a:pt x="214372" y="5716"/>
                  <a:pt x="232311" y="7462"/>
                </a:cubicBezTo>
                <a:lnTo>
                  <a:pt x="232042" y="3735"/>
                </a:lnTo>
                <a:cubicBezTo>
                  <a:pt x="214288" y="2031"/>
                  <a:pt x="196481" y="1562"/>
                  <a:pt x="178651" y="1562"/>
                </a:cubicBezTo>
                <a:cubicBezTo>
                  <a:pt x="156800" y="1562"/>
                  <a:pt x="134914" y="2267"/>
                  <a:pt x="113047" y="2267"/>
                </a:cubicBezTo>
                <a:cubicBezTo>
                  <a:pt x="104387" y="2267"/>
                  <a:pt x="95730" y="2156"/>
                  <a:pt x="87080" y="1848"/>
                </a:cubicBezTo>
                <a:cubicBezTo>
                  <a:pt x="70819" y="1272"/>
                  <a:pt x="54451" y="0"/>
                  <a:pt x="38195"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245;p16"/>
          <p:cNvGrpSpPr/>
          <p:nvPr/>
        </p:nvGrpSpPr>
        <p:grpSpPr>
          <a:xfrm flipH="1">
            <a:off x="199378" y="4375148"/>
            <a:ext cx="418350" cy="741309"/>
            <a:chOff x="3576150" y="2917025"/>
            <a:chExt cx="266975" cy="473075"/>
          </a:xfrm>
        </p:grpSpPr>
        <p:sp>
          <p:nvSpPr>
            <p:cNvPr id="246" name="Google Shape;246;p16"/>
            <p:cNvSpPr/>
            <p:nvPr/>
          </p:nvSpPr>
          <p:spPr>
            <a:xfrm flipH="1">
              <a:off x="3582022" y="2917025"/>
              <a:ext cx="190050" cy="436050"/>
            </a:xfrm>
            <a:custGeom>
              <a:avLst/>
              <a:gdLst/>
              <a:ahLst/>
              <a:cxnLst/>
              <a:rect l="l" t="t" r="r" b="b"/>
              <a:pathLst>
                <a:path w="7602" h="17442" extrusionOk="0">
                  <a:moveTo>
                    <a:pt x="6984" y="1"/>
                  </a:moveTo>
                  <a:cubicBezTo>
                    <a:pt x="6184" y="1"/>
                    <a:pt x="4435" y="782"/>
                    <a:pt x="3658" y="1434"/>
                  </a:cubicBezTo>
                  <a:cubicBezTo>
                    <a:pt x="2415" y="2478"/>
                    <a:pt x="3587" y="4576"/>
                    <a:pt x="2415" y="6135"/>
                  </a:cubicBezTo>
                  <a:cubicBezTo>
                    <a:pt x="1243" y="7705"/>
                    <a:pt x="1044" y="8163"/>
                    <a:pt x="1888" y="9862"/>
                  </a:cubicBezTo>
                  <a:cubicBezTo>
                    <a:pt x="2743" y="11562"/>
                    <a:pt x="2216" y="11304"/>
                    <a:pt x="1102" y="13261"/>
                  </a:cubicBezTo>
                  <a:cubicBezTo>
                    <a:pt x="0" y="15231"/>
                    <a:pt x="2286" y="17317"/>
                    <a:pt x="2286" y="17317"/>
                  </a:cubicBezTo>
                  <a:cubicBezTo>
                    <a:pt x="2286" y="17317"/>
                    <a:pt x="2558" y="17442"/>
                    <a:pt x="2914" y="17442"/>
                  </a:cubicBezTo>
                  <a:cubicBezTo>
                    <a:pt x="3374" y="17442"/>
                    <a:pt x="3977" y="17233"/>
                    <a:pt x="4314" y="16274"/>
                  </a:cubicBezTo>
                  <a:cubicBezTo>
                    <a:pt x="4900" y="14574"/>
                    <a:pt x="3200" y="12546"/>
                    <a:pt x="5029" y="11562"/>
                  </a:cubicBezTo>
                  <a:cubicBezTo>
                    <a:pt x="6858" y="10589"/>
                    <a:pt x="5486" y="8104"/>
                    <a:pt x="4771" y="5619"/>
                  </a:cubicBezTo>
                  <a:cubicBezTo>
                    <a:pt x="4044" y="3134"/>
                    <a:pt x="5357" y="3064"/>
                    <a:pt x="6986" y="1036"/>
                  </a:cubicBezTo>
                  <a:cubicBezTo>
                    <a:pt x="7601" y="281"/>
                    <a:pt x="7463" y="1"/>
                    <a:pt x="6984" y="1"/>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6"/>
            <p:cNvSpPr/>
            <p:nvPr/>
          </p:nvSpPr>
          <p:spPr>
            <a:xfrm>
              <a:off x="3676350" y="2990375"/>
              <a:ext cx="166775" cy="397100"/>
            </a:xfrm>
            <a:custGeom>
              <a:avLst/>
              <a:gdLst/>
              <a:ahLst/>
              <a:cxnLst/>
              <a:rect l="l" t="t" r="r" b="b"/>
              <a:pathLst>
                <a:path w="6671" h="15884" fill="none" extrusionOk="0">
                  <a:moveTo>
                    <a:pt x="2158" y="13340"/>
                  </a:moveTo>
                  <a:cubicBezTo>
                    <a:pt x="2369" y="13094"/>
                    <a:pt x="2416" y="11769"/>
                    <a:pt x="3400" y="11054"/>
                  </a:cubicBezTo>
                  <a:cubicBezTo>
                    <a:pt x="4373" y="10327"/>
                    <a:pt x="4443" y="10269"/>
                    <a:pt x="4514" y="8499"/>
                  </a:cubicBezTo>
                  <a:cubicBezTo>
                    <a:pt x="4572" y="6741"/>
                    <a:pt x="5616" y="5756"/>
                    <a:pt x="6143" y="3799"/>
                  </a:cubicBezTo>
                  <a:cubicBezTo>
                    <a:pt x="6671" y="1829"/>
                    <a:pt x="5885" y="1"/>
                    <a:pt x="4901" y="1501"/>
                  </a:cubicBezTo>
                  <a:cubicBezTo>
                    <a:pt x="3916" y="3013"/>
                    <a:pt x="3728" y="3142"/>
                    <a:pt x="3529" y="4971"/>
                  </a:cubicBezTo>
                  <a:cubicBezTo>
                    <a:pt x="3330" y="6799"/>
                    <a:pt x="2814" y="5955"/>
                    <a:pt x="1958" y="8112"/>
                  </a:cubicBezTo>
                  <a:cubicBezTo>
                    <a:pt x="1114" y="10269"/>
                    <a:pt x="1" y="15883"/>
                    <a:pt x="2158" y="13340"/>
                  </a:cubicBezTo>
                  <a:close/>
                </a:path>
              </a:pathLst>
            </a:custGeom>
            <a:noFill/>
            <a:ln w="4400" cap="flat" cmpd="sng">
              <a:solidFill>
                <a:srgbClr val="34828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p:cNvSpPr/>
            <p:nvPr/>
          </p:nvSpPr>
          <p:spPr>
            <a:xfrm>
              <a:off x="3576150" y="3293075"/>
              <a:ext cx="247625" cy="97025"/>
            </a:xfrm>
            <a:custGeom>
              <a:avLst/>
              <a:gdLst/>
              <a:ahLst/>
              <a:cxnLst/>
              <a:rect l="l" t="t" r="r" b="b"/>
              <a:pathLst>
                <a:path w="9905" h="3881" extrusionOk="0">
                  <a:moveTo>
                    <a:pt x="6792" y="0"/>
                  </a:moveTo>
                  <a:cubicBezTo>
                    <a:pt x="6177" y="0"/>
                    <a:pt x="5596" y="274"/>
                    <a:pt x="5069" y="695"/>
                  </a:cubicBezTo>
                  <a:lnTo>
                    <a:pt x="5069" y="695"/>
                  </a:lnTo>
                  <a:lnTo>
                    <a:pt x="5087" y="669"/>
                  </a:lnTo>
                  <a:cubicBezTo>
                    <a:pt x="4877" y="624"/>
                    <a:pt x="4670" y="603"/>
                    <a:pt x="4467" y="603"/>
                  </a:cubicBezTo>
                  <a:cubicBezTo>
                    <a:pt x="2489" y="603"/>
                    <a:pt x="840" y="2583"/>
                    <a:pt x="0" y="3869"/>
                  </a:cubicBezTo>
                  <a:lnTo>
                    <a:pt x="2747" y="3850"/>
                  </a:lnTo>
                  <a:lnTo>
                    <a:pt x="2747" y="3850"/>
                  </a:lnTo>
                  <a:cubicBezTo>
                    <a:pt x="2742" y="3860"/>
                    <a:pt x="2736" y="3871"/>
                    <a:pt x="2731" y="3881"/>
                  </a:cubicBezTo>
                  <a:lnTo>
                    <a:pt x="2754" y="3850"/>
                  </a:lnTo>
                  <a:lnTo>
                    <a:pt x="2754" y="3850"/>
                  </a:lnTo>
                  <a:lnTo>
                    <a:pt x="9905" y="3799"/>
                  </a:lnTo>
                  <a:cubicBezTo>
                    <a:pt x="9670" y="2357"/>
                    <a:pt x="9155" y="1208"/>
                    <a:pt x="8276" y="552"/>
                  </a:cubicBezTo>
                  <a:cubicBezTo>
                    <a:pt x="7766" y="165"/>
                    <a:pt x="7268" y="0"/>
                    <a:pt x="6792"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4">
  <p:cSld name="TITLE_ONLY_4">
    <p:spTree>
      <p:nvGrpSpPr>
        <p:cNvPr id="1" name="Shape 249"/>
        <p:cNvGrpSpPr/>
        <p:nvPr/>
      </p:nvGrpSpPr>
      <p:grpSpPr>
        <a:xfrm>
          <a:off x="0" y="0"/>
          <a:ext cx="0" cy="0"/>
          <a:chOff x="0" y="0"/>
          <a:chExt cx="0" cy="0"/>
        </a:xfrm>
      </p:grpSpPr>
      <p:sp>
        <p:nvSpPr>
          <p:cNvPr id="250" name="Google Shape;250;p17"/>
          <p:cNvSpPr txBox="1">
            <a:spLocks noGrp="1"/>
          </p:cNvSpPr>
          <p:nvPr>
            <p:ph type="title"/>
          </p:nvPr>
        </p:nvSpPr>
        <p:spPr>
          <a:xfrm>
            <a:off x="713225" y="539500"/>
            <a:ext cx="7717500" cy="564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51" name="Google Shape;251;p17"/>
          <p:cNvSpPr/>
          <p:nvPr/>
        </p:nvSpPr>
        <p:spPr>
          <a:xfrm>
            <a:off x="-27292" y="4547625"/>
            <a:ext cx="9355205" cy="595819"/>
          </a:xfrm>
          <a:custGeom>
            <a:avLst/>
            <a:gdLst/>
            <a:ahLst/>
            <a:cxnLst/>
            <a:rect l="l" t="t" r="r" b="b"/>
            <a:pathLst>
              <a:path w="211776" h="46512" extrusionOk="0">
                <a:moveTo>
                  <a:pt x="0" y="0"/>
                </a:moveTo>
                <a:lnTo>
                  <a:pt x="0" y="46511"/>
                </a:lnTo>
                <a:lnTo>
                  <a:pt x="211775" y="46511"/>
                </a:lnTo>
                <a:lnTo>
                  <a:pt x="211775" y="0"/>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7"/>
          <p:cNvSpPr/>
          <p:nvPr/>
        </p:nvSpPr>
        <p:spPr>
          <a:xfrm>
            <a:off x="-243850" y="4450721"/>
            <a:ext cx="10218824" cy="393597"/>
          </a:xfrm>
          <a:custGeom>
            <a:avLst/>
            <a:gdLst/>
            <a:ahLst/>
            <a:cxnLst/>
            <a:rect l="l" t="t" r="r" b="b"/>
            <a:pathLst>
              <a:path w="232312" h="16453" extrusionOk="0">
                <a:moveTo>
                  <a:pt x="65871" y="1"/>
                </a:moveTo>
                <a:cubicBezTo>
                  <a:pt x="45737" y="1"/>
                  <a:pt x="25603" y="1266"/>
                  <a:pt x="5627" y="3793"/>
                </a:cubicBezTo>
                <a:lnTo>
                  <a:pt x="0" y="15972"/>
                </a:lnTo>
                <a:cubicBezTo>
                  <a:pt x="12522" y="13455"/>
                  <a:pt x="25219" y="12672"/>
                  <a:pt x="37982" y="12672"/>
                </a:cubicBezTo>
                <a:cubicBezTo>
                  <a:pt x="54228" y="12672"/>
                  <a:pt x="70582" y="13941"/>
                  <a:pt x="86822" y="14519"/>
                </a:cubicBezTo>
                <a:cubicBezTo>
                  <a:pt x="95503" y="14829"/>
                  <a:pt x="104190" y="14940"/>
                  <a:pt x="112880" y="14940"/>
                </a:cubicBezTo>
                <a:cubicBezTo>
                  <a:pt x="134737" y="14940"/>
                  <a:pt x="156614" y="14238"/>
                  <a:pt x="178454" y="14238"/>
                </a:cubicBezTo>
                <a:cubicBezTo>
                  <a:pt x="196442" y="14238"/>
                  <a:pt x="214405" y="14714"/>
                  <a:pt x="232311" y="16453"/>
                </a:cubicBezTo>
                <a:lnTo>
                  <a:pt x="231549" y="6208"/>
                </a:lnTo>
                <a:cubicBezTo>
                  <a:pt x="215989" y="3499"/>
                  <a:pt x="200193" y="2139"/>
                  <a:pt x="184395" y="2139"/>
                </a:cubicBezTo>
                <a:cubicBezTo>
                  <a:pt x="182902" y="2139"/>
                  <a:pt x="181409" y="2152"/>
                  <a:pt x="179916" y="2176"/>
                </a:cubicBezTo>
                <a:cubicBezTo>
                  <a:pt x="166054" y="2401"/>
                  <a:pt x="152201" y="3671"/>
                  <a:pt x="138342" y="3671"/>
                </a:cubicBezTo>
                <a:cubicBezTo>
                  <a:pt x="136321" y="3671"/>
                  <a:pt x="134300" y="3644"/>
                  <a:pt x="132279" y="3582"/>
                </a:cubicBezTo>
                <a:cubicBezTo>
                  <a:pt x="122843" y="3301"/>
                  <a:pt x="113442" y="2270"/>
                  <a:pt x="104030" y="1519"/>
                </a:cubicBezTo>
                <a:cubicBezTo>
                  <a:pt x="91337" y="507"/>
                  <a:pt x="78604" y="1"/>
                  <a:pt x="65871" y="1"/>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7"/>
          <p:cNvSpPr/>
          <p:nvPr/>
        </p:nvSpPr>
        <p:spPr>
          <a:xfrm>
            <a:off x="-100150" y="4635848"/>
            <a:ext cx="9719353" cy="252007"/>
          </a:xfrm>
          <a:custGeom>
            <a:avLst/>
            <a:gdLst/>
            <a:ahLst/>
            <a:cxnLst/>
            <a:rect l="l" t="t" r="r" b="b"/>
            <a:pathLst>
              <a:path w="232312" h="7463" extrusionOk="0">
                <a:moveTo>
                  <a:pt x="38195" y="0"/>
                </a:moveTo>
                <a:cubicBezTo>
                  <a:pt x="25987" y="0"/>
                  <a:pt x="13842" y="717"/>
                  <a:pt x="1852" y="2985"/>
                </a:cubicBezTo>
                <a:lnTo>
                  <a:pt x="0" y="6970"/>
                </a:lnTo>
                <a:cubicBezTo>
                  <a:pt x="12522" y="4453"/>
                  <a:pt x="25219" y="3670"/>
                  <a:pt x="37983" y="3670"/>
                </a:cubicBezTo>
                <a:cubicBezTo>
                  <a:pt x="54230" y="3670"/>
                  <a:pt x="70587" y="4939"/>
                  <a:pt x="86834" y="5517"/>
                </a:cubicBezTo>
                <a:cubicBezTo>
                  <a:pt x="95517" y="5827"/>
                  <a:pt x="104207" y="5938"/>
                  <a:pt x="112899" y="5938"/>
                </a:cubicBezTo>
                <a:cubicBezTo>
                  <a:pt x="134719" y="5938"/>
                  <a:pt x="156558" y="5238"/>
                  <a:pt x="178361" y="5238"/>
                </a:cubicBezTo>
                <a:cubicBezTo>
                  <a:pt x="196379" y="5238"/>
                  <a:pt x="214372" y="5716"/>
                  <a:pt x="232311" y="7462"/>
                </a:cubicBezTo>
                <a:lnTo>
                  <a:pt x="232042" y="3735"/>
                </a:lnTo>
                <a:cubicBezTo>
                  <a:pt x="214288" y="2031"/>
                  <a:pt x="196481" y="1562"/>
                  <a:pt x="178651" y="1562"/>
                </a:cubicBezTo>
                <a:cubicBezTo>
                  <a:pt x="156800" y="1562"/>
                  <a:pt x="134914" y="2267"/>
                  <a:pt x="113047" y="2267"/>
                </a:cubicBezTo>
                <a:cubicBezTo>
                  <a:pt x="104387" y="2267"/>
                  <a:pt x="95730" y="2156"/>
                  <a:pt x="87080" y="1848"/>
                </a:cubicBezTo>
                <a:cubicBezTo>
                  <a:pt x="70819" y="1272"/>
                  <a:pt x="54451" y="0"/>
                  <a:pt x="38195"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4" name="Google Shape;254;p17"/>
          <p:cNvGrpSpPr/>
          <p:nvPr/>
        </p:nvGrpSpPr>
        <p:grpSpPr>
          <a:xfrm>
            <a:off x="1270755" y="4786760"/>
            <a:ext cx="485735" cy="184751"/>
            <a:chOff x="3877425" y="1976375"/>
            <a:chExt cx="260350" cy="99025"/>
          </a:xfrm>
        </p:grpSpPr>
        <p:sp>
          <p:nvSpPr>
            <p:cNvPr id="255" name="Google Shape;255;p17"/>
            <p:cNvSpPr/>
            <p:nvPr/>
          </p:nvSpPr>
          <p:spPr>
            <a:xfrm>
              <a:off x="3890025" y="1976375"/>
              <a:ext cx="247750" cy="99025"/>
            </a:xfrm>
            <a:custGeom>
              <a:avLst/>
              <a:gdLst/>
              <a:ahLst/>
              <a:cxnLst/>
              <a:rect l="l" t="t" r="r" b="b"/>
              <a:pathLst>
                <a:path w="9910" h="3961" extrusionOk="0">
                  <a:moveTo>
                    <a:pt x="3957" y="0"/>
                  </a:moveTo>
                  <a:cubicBezTo>
                    <a:pt x="3114" y="0"/>
                    <a:pt x="2623" y="157"/>
                    <a:pt x="2429" y="233"/>
                  </a:cubicBezTo>
                  <a:cubicBezTo>
                    <a:pt x="2292" y="290"/>
                    <a:pt x="2154" y="347"/>
                    <a:pt x="2017" y="393"/>
                  </a:cubicBezTo>
                  <a:cubicBezTo>
                    <a:pt x="1382" y="603"/>
                    <a:pt x="931" y="658"/>
                    <a:pt x="632" y="658"/>
                  </a:cubicBezTo>
                  <a:cubicBezTo>
                    <a:pt x="295" y="658"/>
                    <a:pt x="150" y="588"/>
                    <a:pt x="150" y="588"/>
                  </a:cubicBezTo>
                  <a:lnTo>
                    <a:pt x="81" y="1263"/>
                  </a:lnTo>
                  <a:lnTo>
                    <a:pt x="69" y="1344"/>
                  </a:lnTo>
                  <a:lnTo>
                    <a:pt x="1" y="2020"/>
                  </a:lnTo>
                  <a:cubicBezTo>
                    <a:pt x="1" y="2020"/>
                    <a:pt x="44" y="2009"/>
                    <a:pt x="134" y="2009"/>
                  </a:cubicBezTo>
                  <a:cubicBezTo>
                    <a:pt x="366" y="2009"/>
                    <a:pt x="904" y="2080"/>
                    <a:pt x="1788" y="2592"/>
                  </a:cubicBezTo>
                  <a:cubicBezTo>
                    <a:pt x="1914" y="2661"/>
                    <a:pt x="2040" y="2741"/>
                    <a:pt x="2166" y="2833"/>
                  </a:cubicBezTo>
                  <a:cubicBezTo>
                    <a:pt x="2395" y="2982"/>
                    <a:pt x="3139" y="3406"/>
                    <a:pt x="4652" y="3520"/>
                  </a:cubicBezTo>
                  <a:cubicBezTo>
                    <a:pt x="5980" y="3623"/>
                    <a:pt x="7928" y="3841"/>
                    <a:pt x="8936" y="3955"/>
                  </a:cubicBezTo>
                  <a:cubicBezTo>
                    <a:pt x="8964" y="3959"/>
                    <a:pt x="8992" y="3961"/>
                    <a:pt x="9019" y="3961"/>
                  </a:cubicBezTo>
                  <a:cubicBezTo>
                    <a:pt x="9340" y="3961"/>
                    <a:pt x="9614" y="3720"/>
                    <a:pt x="9646" y="3383"/>
                  </a:cubicBezTo>
                  <a:lnTo>
                    <a:pt x="9749" y="2432"/>
                  </a:lnTo>
                  <a:lnTo>
                    <a:pt x="9772" y="2203"/>
                  </a:lnTo>
                  <a:lnTo>
                    <a:pt x="9875" y="1241"/>
                  </a:lnTo>
                  <a:cubicBezTo>
                    <a:pt x="9909" y="885"/>
                    <a:pt x="9646" y="565"/>
                    <a:pt x="9291" y="530"/>
                  </a:cubicBezTo>
                  <a:cubicBezTo>
                    <a:pt x="8283" y="439"/>
                    <a:pt x="6335" y="255"/>
                    <a:pt x="5007" y="72"/>
                  </a:cubicBezTo>
                  <a:cubicBezTo>
                    <a:pt x="4610" y="21"/>
                    <a:pt x="4261" y="0"/>
                    <a:pt x="3957"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7"/>
            <p:cNvSpPr/>
            <p:nvPr/>
          </p:nvSpPr>
          <p:spPr>
            <a:xfrm>
              <a:off x="3877425" y="1988200"/>
              <a:ext cx="22650" cy="39825"/>
            </a:xfrm>
            <a:custGeom>
              <a:avLst/>
              <a:gdLst/>
              <a:ahLst/>
              <a:cxnLst/>
              <a:rect l="l" t="t" r="r" b="b"/>
              <a:pathLst>
                <a:path w="906" h="1593" extrusionOk="0">
                  <a:moveTo>
                    <a:pt x="173" y="0"/>
                  </a:moveTo>
                  <a:lnTo>
                    <a:pt x="1" y="1512"/>
                  </a:lnTo>
                  <a:lnTo>
                    <a:pt x="734" y="1592"/>
                  </a:lnTo>
                  <a:lnTo>
                    <a:pt x="906" y="80"/>
                  </a:lnTo>
                  <a:lnTo>
                    <a:pt x="173" y="0"/>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 name="Google Shape;257;p17"/>
          <p:cNvGrpSpPr/>
          <p:nvPr/>
        </p:nvGrpSpPr>
        <p:grpSpPr>
          <a:xfrm flipH="1">
            <a:off x="1443410" y="4899216"/>
            <a:ext cx="426094" cy="109978"/>
            <a:chOff x="5002750" y="3501150"/>
            <a:chExt cx="94050" cy="24275"/>
          </a:xfrm>
        </p:grpSpPr>
        <p:sp>
          <p:nvSpPr>
            <p:cNvPr id="258" name="Google Shape;258;p17"/>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7"/>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17"/>
          <p:cNvGrpSpPr/>
          <p:nvPr/>
        </p:nvGrpSpPr>
        <p:grpSpPr>
          <a:xfrm>
            <a:off x="8151585" y="4766838"/>
            <a:ext cx="279186" cy="157389"/>
            <a:chOff x="6079300" y="3458075"/>
            <a:chExt cx="84125" cy="47425"/>
          </a:xfrm>
        </p:grpSpPr>
        <p:sp>
          <p:nvSpPr>
            <p:cNvPr id="261" name="Google Shape;261;p17"/>
            <p:cNvSpPr/>
            <p:nvPr/>
          </p:nvSpPr>
          <p:spPr>
            <a:xfrm>
              <a:off x="6082175" y="3459200"/>
              <a:ext cx="7075" cy="37650"/>
            </a:xfrm>
            <a:custGeom>
              <a:avLst/>
              <a:gdLst/>
              <a:ahLst/>
              <a:cxnLst/>
              <a:rect l="l" t="t" r="r" b="b"/>
              <a:pathLst>
                <a:path w="283" h="1506" extrusionOk="0">
                  <a:moveTo>
                    <a:pt x="155" y="0"/>
                  </a:moveTo>
                  <a:cubicBezTo>
                    <a:pt x="84" y="0"/>
                    <a:pt x="26" y="51"/>
                    <a:pt x="26" y="122"/>
                  </a:cubicBezTo>
                  <a:lnTo>
                    <a:pt x="1" y="1378"/>
                  </a:lnTo>
                  <a:cubicBezTo>
                    <a:pt x="1" y="1448"/>
                    <a:pt x="52" y="1506"/>
                    <a:pt x="123" y="1506"/>
                  </a:cubicBezTo>
                  <a:cubicBezTo>
                    <a:pt x="193" y="1506"/>
                    <a:pt x="251" y="1454"/>
                    <a:pt x="251" y="1384"/>
                  </a:cubicBezTo>
                  <a:lnTo>
                    <a:pt x="276" y="128"/>
                  </a:lnTo>
                  <a:cubicBezTo>
                    <a:pt x="283" y="58"/>
                    <a:pt x="225" y="0"/>
                    <a:pt x="155"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7"/>
            <p:cNvSpPr/>
            <p:nvPr/>
          </p:nvSpPr>
          <p:spPr>
            <a:xfrm>
              <a:off x="6087000" y="3458075"/>
              <a:ext cx="65375" cy="40850"/>
            </a:xfrm>
            <a:custGeom>
              <a:avLst/>
              <a:gdLst/>
              <a:ahLst/>
              <a:cxnLst/>
              <a:rect l="l" t="t" r="r" b="b"/>
              <a:pathLst>
                <a:path w="2615" h="1634" extrusionOk="0">
                  <a:moveTo>
                    <a:pt x="250" y="0"/>
                  </a:moveTo>
                  <a:cubicBezTo>
                    <a:pt x="128" y="0"/>
                    <a:pt x="32" y="96"/>
                    <a:pt x="32" y="212"/>
                  </a:cubicBezTo>
                  <a:lnTo>
                    <a:pt x="6" y="1365"/>
                  </a:lnTo>
                  <a:cubicBezTo>
                    <a:pt x="0" y="1487"/>
                    <a:pt x="96" y="1583"/>
                    <a:pt x="211" y="1583"/>
                  </a:cubicBezTo>
                  <a:lnTo>
                    <a:pt x="2364" y="1634"/>
                  </a:lnTo>
                  <a:cubicBezTo>
                    <a:pt x="2486" y="1634"/>
                    <a:pt x="2582" y="1538"/>
                    <a:pt x="2582" y="1423"/>
                  </a:cubicBezTo>
                  <a:lnTo>
                    <a:pt x="2608" y="263"/>
                  </a:lnTo>
                  <a:cubicBezTo>
                    <a:pt x="2614" y="148"/>
                    <a:pt x="2518" y="51"/>
                    <a:pt x="2403" y="45"/>
                  </a:cubicBezTo>
                  <a:lnTo>
                    <a:pt x="250" y="0"/>
                  </a:lnTo>
                  <a:close/>
                </a:path>
              </a:pathLst>
            </a:custGeom>
            <a:solidFill>
              <a:srgbClr val="FA74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7"/>
            <p:cNvSpPr/>
            <p:nvPr/>
          </p:nvSpPr>
          <p:spPr>
            <a:xfrm>
              <a:off x="6148825" y="3460625"/>
              <a:ext cx="7075" cy="37675"/>
            </a:xfrm>
            <a:custGeom>
              <a:avLst/>
              <a:gdLst/>
              <a:ahLst/>
              <a:cxnLst/>
              <a:rect l="l" t="t" r="r" b="b"/>
              <a:pathLst>
                <a:path w="283" h="1507" extrusionOk="0">
                  <a:moveTo>
                    <a:pt x="150" y="0"/>
                  </a:moveTo>
                  <a:cubicBezTo>
                    <a:pt x="84" y="0"/>
                    <a:pt x="32" y="56"/>
                    <a:pt x="32" y="122"/>
                  </a:cubicBezTo>
                  <a:lnTo>
                    <a:pt x="7" y="1378"/>
                  </a:lnTo>
                  <a:cubicBezTo>
                    <a:pt x="0" y="1449"/>
                    <a:pt x="58" y="1506"/>
                    <a:pt x="128" y="1506"/>
                  </a:cubicBezTo>
                  <a:cubicBezTo>
                    <a:pt x="192" y="1506"/>
                    <a:pt x="250" y="1449"/>
                    <a:pt x="256" y="1385"/>
                  </a:cubicBezTo>
                  <a:lnTo>
                    <a:pt x="282" y="129"/>
                  </a:lnTo>
                  <a:cubicBezTo>
                    <a:pt x="282" y="58"/>
                    <a:pt x="224" y="1"/>
                    <a:pt x="160" y="1"/>
                  </a:cubicBezTo>
                  <a:cubicBezTo>
                    <a:pt x="157" y="0"/>
                    <a:pt x="153" y="0"/>
                    <a:pt x="150"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7"/>
            <p:cNvSpPr/>
            <p:nvPr/>
          </p:nvSpPr>
          <p:spPr>
            <a:xfrm>
              <a:off x="6079300" y="3486600"/>
              <a:ext cx="84125" cy="18900"/>
            </a:xfrm>
            <a:custGeom>
              <a:avLst/>
              <a:gdLst/>
              <a:ahLst/>
              <a:cxnLst/>
              <a:rect l="l" t="t" r="r" b="b"/>
              <a:pathLst>
                <a:path w="3365" h="756" extrusionOk="0">
                  <a:moveTo>
                    <a:pt x="1551" y="0"/>
                  </a:moveTo>
                  <a:cubicBezTo>
                    <a:pt x="1499" y="0"/>
                    <a:pt x="1446" y="4"/>
                    <a:pt x="1391" y="12"/>
                  </a:cubicBezTo>
                  <a:cubicBezTo>
                    <a:pt x="885" y="115"/>
                    <a:pt x="507" y="595"/>
                    <a:pt x="1" y="756"/>
                  </a:cubicBezTo>
                  <a:lnTo>
                    <a:pt x="3364" y="653"/>
                  </a:lnTo>
                  <a:cubicBezTo>
                    <a:pt x="2749" y="621"/>
                    <a:pt x="2486" y="333"/>
                    <a:pt x="1948" y="89"/>
                  </a:cubicBezTo>
                  <a:cubicBezTo>
                    <a:pt x="1830" y="32"/>
                    <a:pt x="1697" y="0"/>
                    <a:pt x="15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7"/>
            <p:cNvSpPr/>
            <p:nvPr/>
          </p:nvSpPr>
          <p:spPr>
            <a:xfrm>
              <a:off x="6079300" y="3485250"/>
              <a:ext cx="84125" cy="20250"/>
            </a:xfrm>
            <a:custGeom>
              <a:avLst/>
              <a:gdLst/>
              <a:ahLst/>
              <a:cxnLst/>
              <a:rect l="l" t="t" r="r" b="b"/>
              <a:pathLst>
                <a:path w="3365" h="810" extrusionOk="0">
                  <a:moveTo>
                    <a:pt x="1538" y="1"/>
                  </a:moveTo>
                  <a:cubicBezTo>
                    <a:pt x="1486" y="1"/>
                    <a:pt x="1433" y="5"/>
                    <a:pt x="1378" y="15"/>
                  </a:cubicBezTo>
                  <a:cubicBezTo>
                    <a:pt x="846" y="137"/>
                    <a:pt x="500" y="617"/>
                    <a:pt x="1" y="810"/>
                  </a:cubicBezTo>
                  <a:cubicBezTo>
                    <a:pt x="513" y="688"/>
                    <a:pt x="891" y="220"/>
                    <a:pt x="1404" y="111"/>
                  </a:cubicBezTo>
                  <a:cubicBezTo>
                    <a:pt x="1445" y="105"/>
                    <a:pt x="1485" y="102"/>
                    <a:pt x="1525" y="102"/>
                  </a:cubicBezTo>
                  <a:cubicBezTo>
                    <a:pt x="1991" y="102"/>
                    <a:pt x="2390" y="489"/>
                    <a:pt x="2839" y="630"/>
                  </a:cubicBezTo>
                  <a:cubicBezTo>
                    <a:pt x="3012" y="682"/>
                    <a:pt x="3191" y="707"/>
                    <a:pt x="3364" y="707"/>
                  </a:cubicBezTo>
                  <a:cubicBezTo>
                    <a:pt x="3191" y="682"/>
                    <a:pt x="3018" y="643"/>
                    <a:pt x="2858" y="573"/>
                  </a:cubicBezTo>
                  <a:cubicBezTo>
                    <a:pt x="2424" y="399"/>
                    <a:pt x="2027" y="1"/>
                    <a:pt x="1538"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 name="Google Shape;266;p17"/>
          <p:cNvSpPr/>
          <p:nvPr/>
        </p:nvSpPr>
        <p:spPr>
          <a:xfrm>
            <a:off x="8490019" y="4895479"/>
            <a:ext cx="240357" cy="118146"/>
          </a:xfrm>
          <a:custGeom>
            <a:avLst/>
            <a:gdLst/>
            <a:ahLst/>
            <a:cxnLst/>
            <a:rect l="l" t="t" r="r" b="b"/>
            <a:pathLst>
              <a:path w="2897" h="1424" extrusionOk="0">
                <a:moveTo>
                  <a:pt x="1762" y="1"/>
                </a:moveTo>
                <a:cubicBezTo>
                  <a:pt x="1333" y="411"/>
                  <a:pt x="551" y="443"/>
                  <a:pt x="0" y="443"/>
                </a:cubicBezTo>
                <a:lnTo>
                  <a:pt x="762" y="1391"/>
                </a:lnTo>
                <a:cubicBezTo>
                  <a:pt x="767" y="1414"/>
                  <a:pt x="811" y="1423"/>
                  <a:pt x="878" y="1423"/>
                </a:cubicBezTo>
                <a:cubicBezTo>
                  <a:pt x="1114" y="1423"/>
                  <a:pt x="1633" y="1312"/>
                  <a:pt x="1743" y="1282"/>
                </a:cubicBezTo>
                <a:cubicBezTo>
                  <a:pt x="2153" y="1160"/>
                  <a:pt x="2595" y="1000"/>
                  <a:pt x="2896" y="693"/>
                </a:cubicBezTo>
                <a:cubicBezTo>
                  <a:pt x="2524" y="661"/>
                  <a:pt x="2044" y="231"/>
                  <a:pt x="17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5">
  <p:cSld name="TITLE_ONLY_5">
    <p:spTree>
      <p:nvGrpSpPr>
        <p:cNvPr id="1" name="Shape 267"/>
        <p:cNvGrpSpPr/>
        <p:nvPr/>
      </p:nvGrpSpPr>
      <p:grpSpPr>
        <a:xfrm>
          <a:off x="0" y="0"/>
          <a:ext cx="0" cy="0"/>
          <a:chOff x="0" y="0"/>
          <a:chExt cx="0" cy="0"/>
        </a:xfrm>
      </p:grpSpPr>
      <p:sp>
        <p:nvSpPr>
          <p:cNvPr id="268" name="Google Shape;268;p18"/>
          <p:cNvSpPr txBox="1">
            <a:spLocks noGrp="1"/>
          </p:cNvSpPr>
          <p:nvPr>
            <p:ph type="title"/>
          </p:nvPr>
        </p:nvSpPr>
        <p:spPr>
          <a:xfrm>
            <a:off x="713225" y="539500"/>
            <a:ext cx="7717500" cy="564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9" name="Google Shape;269;p18"/>
          <p:cNvSpPr/>
          <p:nvPr/>
        </p:nvSpPr>
        <p:spPr>
          <a:xfrm flipH="1">
            <a:off x="-367409" y="4196594"/>
            <a:ext cx="9250295" cy="414732"/>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8"/>
          <p:cNvSpPr/>
          <p:nvPr/>
        </p:nvSpPr>
        <p:spPr>
          <a:xfrm flipH="1">
            <a:off x="-321271" y="4488515"/>
            <a:ext cx="9291583" cy="1330581"/>
          </a:xfrm>
          <a:custGeom>
            <a:avLst/>
            <a:gdLst/>
            <a:ahLst/>
            <a:cxnLst/>
            <a:rect l="l" t="t" r="r" b="b"/>
            <a:pathLst>
              <a:path w="206951" h="45455" extrusionOk="0">
                <a:moveTo>
                  <a:pt x="0" y="1"/>
                </a:moveTo>
                <a:lnTo>
                  <a:pt x="0" y="45455"/>
                </a:lnTo>
                <a:lnTo>
                  <a:pt x="206950" y="45455"/>
                </a:lnTo>
                <a:lnTo>
                  <a:pt x="206950" y="1"/>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8"/>
          <p:cNvSpPr/>
          <p:nvPr/>
        </p:nvSpPr>
        <p:spPr>
          <a:xfrm flipH="1">
            <a:off x="-390050" y="4383825"/>
            <a:ext cx="9602886" cy="325018"/>
          </a:xfrm>
          <a:custGeom>
            <a:avLst/>
            <a:gdLst/>
            <a:ahLst/>
            <a:cxnLst/>
            <a:rect l="l" t="t" r="r" b="b"/>
            <a:pathLst>
              <a:path w="227032" h="16090" extrusionOk="0">
                <a:moveTo>
                  <a:pt x="64375" y="0"/>
                </a:moveTo>
                <a:cubicBezTo>
                  <a:pt x="44700" y="0"/>
                  <a:pt x="25026" y="1237"/>
                  <a:pt x="5511" y="3707"/>
                </a:cubicBezTo>
                <a:lnTo>
                  <a:pt x="1" y="15609"/>
                </a:lnTo>
                <a:cubicBezTo>
                  <a:pt x="12238" y="13149"/>
                  <a:pt x="24646" y="12384"/>
                  <a:pt x="37121" y="12384"/>
                </a:cubicBezTo>
                <a:cubicBezTo>
                  <a:pt x="52998" y="12384"/>
                  <a:pt x="68984" y="13624"/>
                  <a:pt x="84861" y="14188"/>
                </a:cubicBezTo>
                <a:cubicBezTo>
                  <a:pt x="93345" y="14492"/>
                  <a:pt x="101835" y="14600"/>
                  <a:pt x="110329" y="14600"/>
                </a:cubicBezTo>
                <a:cubicBezTo>
                  <a:pt x="131652" y="14600"/>
                  <a:pt x="152995" y="13916"/>
                  <a:pt x="174304" y="13916"/>
                </a:cubicBezTo>
                <a:cubicBezTo>
                  <a:pt x="191914" y="13916"/>
                  <a:pt x="209501" y="14383"/>
                  <a:pt x="227032" y="16090"/>
                </a:cubicBezTo>
                <a:lnTo>
                  <a:pt x="226287" y="6067"/>
                </a:lnTo>
                <a:cubicBezTo>
                  <a:pt x="211071" y="3428"/>
                  <a:pt x="195625" y="2091"/>
                  <a:pt x="180177" y="2091"/>
                </a:cubicBezTo>
                <a:cubicBezTo>
                  <a:pt x="178727" y="2091"/>
                  <a:pt x="177277" y="2102"/>
                  <a:pt x="175827" y="2126"/>
                </a:cubicBezTo>
                <a:cubicBezTo>
                  <a:pt x="162280" y="2346"/>
                  <a:pt x="148742" y="3587"/>
                  <a:pt x="135198" y="3587"/>
                </a:cubicBezTo>
                <a:cubicBezTo>
                  <a:pt x="133223" y="3587"/>
                  <a:pt x="131248" y="3560"/>
                  <a:pt x="129273" y="3501"/>
                </a:cubicBezTo>
                <a:cubicBezTo>
                  <a:pt x="120051" y="3226"/>
                  <a:pt x="110864" y="2218"/>
                  <a:pt x="101666" y="1485"/>
                </a:cubicBezTo>
                <a:cubicBezTo>
                  <a:pt x="89262" y="495"/>
                  <a:pt x="76818" y="0"/>
                  <a:pt x="64375" y="0"/>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8"/>
          <p:cNvSpPr/>
          <p:nvPr/>
        </p:nvSpPr>
        <p:spPr>
          <a:xfrm flipH="1">
            <a:off x="-390050" y="4561530"/>
            <a:ext cx="9602886" cy="147319"/>
          </a:xfrm>
          <a:custGeom>
            <a:avLst/>
            <a:gdLst/>
            <a:ahLst/>
            <a:cxnLst/>
            <a:rect l="l" t="t" r="r" b="b"/>
            <a:pathLst>
              <a:path w="227032" h="7293" extrusionOk="0">
                <a:moveTo>
                  <a:pt x="37319" y="0"/>
                </a:moveTo>
                <a:cubicBezTo>
                  <a:pt x="25388" y="0"/>
                  <a:pt x="13517" y="701"/>
                  <a:pt x="1799" y="2917"/>
                </a:cubicBezTo>
                <a:lnTo>
                  <a:pt x="1" y="6812"/>
                </a:lnTo>
                <a:cubicBezTo>
                  <a:pt x="12238" y="4352"/>
                  <a:pt x="24646" y="3587"/>
                  <a:pt x="37121" y="3587"/>
                </a:cubicBezTo>
                <a:cubicBezTo>
                  <a:pt x="52998" y="3587"/>
                  <a:pt x="68984" y="4827"/>
                  <a:pt x="84861" y="5391"/>
                </a:cubicBezTo>
                <a:cubicBezTo>
                  <a:pt x="93345" y="5695"/>
                  <a:pt x="101835" y="5803"/>
                  <a:pt x="110329" y="5803"/>
                </a:cubicBezTo>
                <a:cubicBezTo>
                  <a:pt x="131652" y="5803"/>
                  <a:pt x="152995" y="5119"/>
                  <a:pt x="174304" y="5119"/>
                </a:cubicBezTo>
                <a:cubicBezTo>
                  <a:pt x="191914" y="5119"/>
                  <a:pt x="209501" y="5586"/>
                  <a:pt x="227032" y="7293"/>
                </a:cubicBezTo>
                <a:lnTo>
                  <a:pt x="226757" y="3650"/>
                </a:lnTo>
                <a:cubicBezTo>
                  <a:pt x="209410" y="1985"/>
                  <a:pt x="192009" y="1527"/>
                  <a:pt x="174584" y="1527"/>
                </a:cubicBezTo>
                <a:cubicBezTo>
                  <a:pt x="153229" y="1527"/>
                  <a:pt x="131838" y="2215"/>
                  <a:pt x="110467" y="2215"/>
                </a:cubicBezTo>
                <a:cubicBezTo>
                  <a:pt x="102004" y="2215"/>
                  <a:pt x="93544" y="2107"/>
                  <a:pt x="85090" y="1806"/>
                </a:cubicBezTo>
                <a:cubicBezTo>
                  <a:pt x="69205" y="1243"/>
                  <a:pt x="53209" y="0"/>
                  <a:pt x="37319"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3" name="Google Shape;273;p18"/>
          <p:cNvGrpSpPr/>
          <p:nvPr/>
        </p:nvGrpSpPr>
        <p:grpSpPr>
          <a:xfrm flipH="1">
            <a:off x="2166680" y="4764860"/>
            <a:ext cx="485735" cy="184751"/>
            <a:chOff x="3877425" y="1976375"/>
            <a:chExt cx="260350" cy="99025"/>
          </a:xfrm>
        </p:grpSpPr>
        <p:sp>
          <p:nvSpPr>
            <p:cNvPr id="274" name="Google Shape;274;p18"/>
            <p:cNvSpPr/>
            <p:nvPr/>
          </p:nvSpPr>
          <p:spPr>
            <a:xfrm>
              <a:off x="3890025" y="1976375"/>
              <a:ext cx="247750" cy="99025"/>
            </a:xfrm>
            <a:custGeom>
              <a:avLst/>
              <a:gdLst/>
              <a:ahLst/>
              <a:cxnLst/>
              <a:rect l="l" t="t" r="r" b="b"/>
              <a:pathLst>
                <a:path w="9910" h="3961" extrusionOk="0">
                  <a:moveTo>
                    <a:pt x="3957" y="0"/>
                  </a:moveTo>
                  <a:cubicBezTo>
                    <a:pt x="3114" y="0"/>
                    <a:pt x="2623" y="157"/>
                    <a:pt x="2429" y="233"/>
                  </a:cubicBezTo>
                  <a:cubicBezTo>
                    <a:pt x="2292" y="290"/>
                    <a:pt x="2154" y="347"/>
                    <a:pt x="2017" y="393"/>
                  </a:cubicBezTo>
                  <a:cubicBezTo>
                    <a:pt x="1382" y="603"/>
                    <a:pt x="931" y="658"/>
                    <a:pt x="632" y="658"/>
                  </a:cubicBezTo>
                  <a:cubicBezTo>
                    <a:pt x="295" y="658"/>
                    <a:pt x="150" y="588"/>
                    <a:pt x="150" y="588"/>
                  </a:cubicBezTo>
                  <a:lnTo>
                    <a:pt x="81" y="1263"/>
                  </a:lnTo>
                  <a:lnTo>
                    <a:pt x="69" y="1344"/>
                  </a:lnTo>
                  <a:lnTo>
                    <a:pt x="1" y="2020"/>
                  </a:lnTo>
                  <a:cubicBezTo>
                    <a:pt x="1" y="2020"/>
                    <a:pt x="44" y="2009"/>
                    <a:pt x="134" y="2009"/>
                  </a:cubicBezTo>
                  <a:cubicBezTo>
                    <a:pt x="366" y="2009"/>
                    <a:pt x="904" y="2080"/>
                    <a:pt x="1788" y="2592"/>
                  </a:cubicBezTo>
                  <a:cubicBezTo>
                    <a:pt x="1914" y="2661"/>
                    <a:pt x="2040" y="2741"/>
                    <a:pt x="2166" y="2833"/>
                  </a:cubicBezTo>
                  <a:cubicBezTo>
                    <a:pt x="2395" y="2982"/>
                    <a:pt x="3139" y="3406"/>
                    <a:pt x="4652" y="3520"/>
                  </a:cubicBezTo>
                  <a:cubicBezTo>
                    <a:pt x="5980" y="3623"/>
                    <a:pt x="7928" y="3841"/>
                    <a:pt x="8936" y="3955"/>
                  </a:cubicBezTo>
                  <a:cubicBezTo>
                    <a:pt x="8964" y="3959"/>
                    <a:pt x="8992" y="3961"/>
                    <a:pt x="9019" y="3961"/>
                  </a:cubicBezTo>
                  <a:cubicBezTo>
                    <a:pt x="9340" y="3961"/>
                    <a:pt x="9614" y="3720"/>
                    <a:pt x="9646" y="3383"/>
                  </a:cubicBezTo>
                  <a:lnTo>
                    <a:pt x="9749" y="2432"/>
                  </a:lnTo>
                  <a:lnTo>
                    <a:pt x="9772" y="2203"/>
                  </a:lnTo>
                  <a:lnTo>
                    <a:pt x="9875" y="1241"/>
                  </a:lnTo>
                  <a:cubicBezTo>
                    <a:pt x="9909" y="885"/>
                    <a:pt x="9646" y="565"/>
                    <a:pt x="9291" y="530"/>
                  </a:cubicBezTo>
                  <a:cubicBezTo>
                    <a:pt x="8283" y="439"/>
                    <a:pt x="6335" y="255"/>
                    <a:pt x="5007" y="72"/>
                  </a:cubicBezTo>
                  <a:cubicBezTo>
                    <a:pt x="4610" y="21"/>
                    <a:pt x="4261" y="0"/>
                    <a:pt x="3957"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8"/>
            <p:cNvSpPr/>
            <p:nvPr/>
          </p:nvSpPr>
          <p:spPr>
            <a:xfrm>
              <a:off x="3877425" y="1988200"/>
              <a:ext cx="22650" cy="39825"/>
            </a:xfrm>
            <a:custGeom>
              <a:avLst/>
              <a:gdLst/>
              <a:ahLst/>
              <a:cxnLst/>
              <a:rect l="l" t="t" r="r" b="b"/>
              <a:pathLst>
                <a:path w="906" h="1593" extrusionOk="0">
                  <a:moveTo>
                    <a:pt x="173" y="0"/>
                  </a:moveTo>
                  <a:lnTo>
                    <a:pt x="1" y="1512"/>
                  </a:lnTo>
                  <a:lnTo>
                    <a:pt x="734" y="1592"/>
                  </a:lnTo>
                  <a:lnTo>
                    <a:pt x="906" y="80"/>
                  </a:lnTo>
                  <a:lnTo>
                    <a:pt x="173" y="0"/>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18"/>
          <p:cNvGrpSpPr/>
          <p:nvPr/>
        </p:nvGrpSpPr>
        <p:grpSpPr>
          <a:xfrm flipH="1">
            <a:off x="209844" y="4177497"/>
            <a:ext cx="1117139" cy="737689"/>
            <a:chOff x="257575" y="2835000"/>
            <a:chExt cx="736025" cy="486025"/>
          </a:xfrm>
        </p:grpSpPr>
        <p:sp>
          <p:nvSpPr>
            <p:cNvPr id="277" name="Google Shape;277;p18"/>
            <p:cNvSpPr/>
            <p:nvPr/>
          </p:nvSpPr>
          <p:spPr>
            <a:xfrm>
              <a:off x="358400" y="2835000"/>
              <a:ext cx="423275" cy="374900"/>
            </a:xfrm>
            <a:custGeom>
              <a:avLst/>
              <a:gdLst/>
              <a:ahLst/>
              <a:cxnLst/>
              <a:rect l="l" t="t" r="r" b="b"/>
              <a:pathLst>
                <a:path w="16931" h="14996" fill="none" extrusionOk="0">
                  <a:moveTo>
                    <a:pt x="15785" y="14973"/>
                  </a:moveTo>
                  <a:cubicBezTo>
                    <a:pt x="15785" y="14973"/>
                    <a:pt x="16931" y="9749"/>
                    <a:pt x="15087" y="7916"/>
                  </a:cubicBezTo>
                  <a:cubicBezTo>
                    <a:pt x="14205" y="7034"/>
                    <a:pt x="13323" y="7263"/>
                    <a:pt x="12624" y="7733"/>
                  </a:cubicBezTo>
                  <a:cubicBezTo>
                    <a:pt x="12154" y="8065"/>
                    <a:pt x="11467" y="7744"/>
                    <a:pt x="11490" y="7206"/>
                  </a:cubicBezTo>
                  <a:cubicBezTo>
                    <a:pt x="11581" y="5133"/>
                    <a:pt x="11478" y="2040"/>
                    <a:pt x="10218" y="1284"/>
                  </a:cubicBezTo>
                  <a:cubicBezTo>
                    <a:pt x="8053" y="1"/>
                    <a:pt x="6656" y="1066"/>
                    <a:pt x="6163" y="6931"/>
                  </a:cubicBezTo>
                  <a:cubicBezTo>
                    <a:pt x="6163" y="6954"/>
                    <a:pt x="5567" y="9600"/>
                    <a:pt x="4078" y="7733"/>
                  </a:cubicBezTo>
                  <a:cubicBezTo>
                    <a:pt x="69" y="2727"/>
                    <a:pt x="0" y="14995"/>
                    <a:pt x="0" y="14995"/>
                  </a:cubicBezTo>
                </a:path>
              </a:pathLst>
            </a:custGeom>
            <a:noFill/>
            <a:ln w="6875" cap="flat" cmpd="sng">
              <a:solidFill>
                <a:srgbClr val="629196"/>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8"/>
            <p:cNvSpPr/>
            <p:nvPr/>
          </p:nvSpPr>
          <p:spPr>
            <a:xfrm>
              <a:off x="409075" y="2920950"/>
              <a:ext cx="310750" cy="286650"/>
            </a:xfrm>
            <a:custGeom>
              <a:avLst/>
              <a:gdLst/>
              <a:ahLst/>
              <a:cxnLst/>
              <a:rect l="l" t="t" r="r" b="b"/>
              <a:pathLst>
                <a:path w="12430" h="11466" extrusionOk="0">
                  <a:moveTo>
                    <a:pt x="4674" y="0"/>
                  </a:moveTo>
                  <a:cubicBezTo>
                    <a:pt x="4512" y="0"/>
                    <a:pt x="4348" y="44"/>
                    <a:pt x="4182" y="137"/>
                  </a:cubicBezTo>
                  <a:cubicBezTo>
                    <a:pt x="2361" y="1145"/>
                    <a:pt x="4148" y="6483"/>
                    <a:pt x="4995" y="8694"/>
                  </a:cubicBezTo>
                  <a:cubicBezTo>
                    <a:pt x="5101" y="8973"/>
                    <a:pt x="4932" y="9317"/>
                    <a:pt x="4732" y="9317"/>
                  </a:cubicBezTo>
                  <a:cubicBezTo>
                    <a:pt x="4694" y="9317"/>
                    <a:pt x="4655" y="9305"/>
                    <a:pt x="4617" y="9278"/>
                  </a:cubicBezTo>
                  <a:cubicBezTo>
                    <a:pt x="3557" y="8540"/>
                    <a:pt x="2304" y="7306"/>
                    <a:pt x="1449" y="7306"/>
                  </a:cubicBezTo>
                  <a:cubicBezTo>
                    <a:pt x="1242" y="7306"/>
                    <a:pt x="1058" y="7378"/>
                    <a:pt x="906" y="7548"/>
                  </a:cubicBezTo>
                  <a:cubicBezTo>
                    <a:pt x="1" y="8568"/>
                    <a:pt x="1169" y="10492"/>
                    <a:pt x="1788" y="11466"/>
                  </a:cubicBezTo>
                  <a:lnTo>
                    <a:pt x="12384" y="11466"/>
                  </a:lnTo>
                  <a:cubicBezTo>
                    <a:pt x="12430" y="9496"/>
                    <a:pt x="12372" y="3711"/>
                    <a:pt x="10608" y="2485"/>
                  </a:cubicBezTo>
                  <a:cubicBezTo>
                    <a:pt x="10497" y="2404"/>
                    <a:pt x="10375" y="2366"/>
                    <a:pt x="10251" y="2366"/>
                  </a:cubicBezTo>
                  <a:cubicBezTo>
                    <a:pt x="10094" y="2366"/>
                    <a:pt x="9936" y="2427"/>
                    <a:pt x="9795" y="2542"/>
                  </a:cubicBezTo>
                  <a:cubicBezTo>
                    <a:pt x="9463" y="2840"/>
                    <a:pt x="8993" y="3482"/>
                    <a:pt x="8684" y="4856"/>
                  </a:cubicBezTo>
                  <a:cubicBezTo>
                    <a:pt x="8612" y="5154"/>
                    <a:pt x="8420" y="5307"/>
                    <a:pt x="8226" y="5307"/>
                  </a:cubicBezTo>
                  <a:cubicBezTo>
                    <a:pt x="8047" y="5307"/>
                    <a:pt x="7867" y="5177"/>
                    <a:pt x="7779" y="4914"/>
                  </a:cubicBezTo>
                  <a:cubicBezTo>
                    <a:pt x="7126" y="2834"/>
                    <a:pt x="5984" y="0"/>
                    <a:pt x="4674"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8"/>
            <p:cNvSpPr/>
            <p:nvPr/>
          </p:nvSpPr>
          <p:spPr>
            <a:xfrm>
              <a:off x="257575" y="3144350"/>
              <a:ext cx="736025" cy="176675"/>
            </a:xfrm>
            <a:custGeom>
              <a:avLst/>
              <a:gdLst/>
              <a:ahLst/>
              <a:cxnLst/>
              <a:rect l="l" t="t" r="r" b="b"/>
              <a:pathLst>
                <a:path w="29441" h="7067" extrusionOk="0">
                  <a:moveTo>
                    <a:pt x="22365" y="0"/>
                  </a:moveTo>
                  <a:cubicBezTo>
                    <a:pt x="18813" y="0"/>
                    <a:pt x="13972" y="1852"/>
                    <a:pt x="9823" y="1852"/>
                  </a:cubicBezTo>
                  <a:cubicBezTo>
                    <a:pt x="8944" y="1852"/>
                    <a:pt x="8096" y="1769"/>
                    <a:pt x="7298" y="1568"/>
                  </a:cubicBezTo>
                  <a:cubicBezTo>
                    <a:pt x="6655" y="1406"/>
                    <a:pt x="6068" y="1334"/>
                    <a:pt x="5534" y="1334"/>
                  </a:cubicBezTo>
                  <a:cubicBezTo>
                    <a:pt x="1022" y="1334"/>
                    <a:pt x="196" y="6503"/>
                    <a:pt x="1" y="7066"/>
                  </a:cubicBezTo>
                  <a:lnTo>
                    <a:pt x="27894" y="6860"/>
                  </a:lnTo>
                  <a:cubicBezTo>
                    <a:pt x="27894" y="6860"/>
                    <a:pt x="29441" y="4534"/>
                    <a:pt x="25901" y="1144"/>
                  </a:cubicBezTo>
                  <a:cubicBezTo>
                    <a:pt x="25018" y="301"/>
                    <a:pt x="23796" y="0"/>
                    <a:pt x="22365"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 name="Google Shape;280;p18"/>
          <p:cNvGrpSpPr/>
          <p:nvPr/>
        </p:nvGrpSpPr>
        <p:grpSpPr>
          <a:xfrm flipH="1">
            <a:off x="2028660" y="4844729"/>
            <a:ext cx="426094" cy="109978"/>
            <a:chOff x="5002750" y="3501150"/>
            <a:chExt cx="94050" cy="24275"/>
          </a:xfrm>
        </p:grpSpPr>
        <p:sp>
          <p:nvSpPr>
            <p:cNvPr id="281" name="Google Shape;281;p18"/>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8"/>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p18"/>
          <p:cNvGrpSpPr/>
          <p:nvPr/>
        </p:nvGrpSpPr>
        <p:grpSpPr>
          <a:xfrm>
            <a:off x="7071654" y="4718499"/>
            <a:ext cx="387947" cy="198796"/>
            <a:chOff x="6375000" y="3202275"/>
            <a:chExt cx="78500" cy="40225"/>
          </a:xfrm>
        </p:grpSpPr>
        <p:sp>
          <p:nvSpPr>
            <p:cNvPr id="284" name="Google Shape;284;p18"/>
            <p:cNvSpPr/>
            <p:nvPr/>
          </p:nvSpPr>
          <p:spPr>
            <a:xfrm>
              <a:off x="6375000" y="3202275"/>
              <a:ext cx="72575" cy="35475"/>
            </a:xfrm>
            <a:custGeom>
              <a:avLst/>
              <a:gdLst/>
              <a:ahLst/>
              <a:cxnLst/>
              <a:rect l="l" t="t" r="r" b="b"/>
              <a:pathLst>
                <a:path w="2903" h="1419" extrusionOk="0">
                  <a:moveTo>
                    <a:pt x="1140" y="0"/>
                  </a:moveTo>
                  <a:cubicBezTo>
                    <a:pt x="852" y="231"/>
                    <a:pt x="372" y="654"/>
                    <a:pt x="0" y="692"/>
                  </a:cubicBezTo>
                  <a:cubicBezTo>
                    <a:pt x="301" y="993"/>
                    <a:pt x="750" y="1153"/>
                    <a:pt x="1160" y="1282"/>
                  </a:cubicBezTo>
                  <a:cubicBezTo>
                    <a:pt x="1268" y="1306"/>
                    <a:pt x="1782" y="1419"/>
                    <a:pt x="2016" y="1419"/>
                  </a:cubicBezTo>
                  <a:cubicBezTo>
                    <a:pt x="2086" y="1419"/>
                    <a:pt x="2131" y="1409"/>
                    <a:pt x="2134" y="1384"/>
                  </a:cubicBezTo>
                  <a:lnTo>
                    <a:pt x="2902" y="442"/>
                  </a:lnTo>
                  <a:cubicBezTo>
                    <a:pt x="2351" y="442"/>
                    <a:pt x="1563" y="410"/>
                    <a:pt x="11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8"/>
            <p:cNvSpPr/>
            <p:nvPr/>
          </p:nvSpPr>
          <p:spPr>
            <a:xfrm>
              <a:off x="6384600" y="3226025"/>
              <a:ext cx="68900" cy="16475"/>
            </a:xfrm>
            <a:custGeom>
              <a:avLst/>
              <a:gdLst/>
              <a:ahLst/>
              <a:cxnLst/>
              <a:rect l="l" t="t" r="r" b="b"/>
              <a:pathLst>
                <a:path w="2756" h="659" extrusionOk="0">
                  <a:moveTo>
                    <a:pt x="1430" y="0"/>
                  </a:moveTo>
                  <a:cubicBezTo>
                    <a:pt x="1403" y="0"/>
                    <a:pt x="1378" y="2"/>
                    <a:pt x="1352" y="5"/>
                  </a:cubicBezTo>
                  <a:cubicBezTo>
                    <a:pt x="1090" y="30"/>
                    <a:pt x="808" y="267"/>
                    <a:pt x="571" y="396"/>
                  </a:cubicBezTo>
                  <a:cubicBezTo>
                    <a:pt x="391" y="472"/>
                    <a:pt x="154" y="530"/>
                    <a:pt x="0" y="658"/>
                  </a:cubicBezTo>
                  <a:lnTo>
                    <a:pt x="2755" y="581"/>
                  </a:lnTo>
                  <a:cubicBezTo>
                    <a:pt x="2411" y="382"/>
                    <a:pt x="1862" y="0"/>
                    <a:pt x="14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8"/>
            <p:cNvSpPr/>
            <p:nvPr/>
          </p:nvSpPr>
          <p:spPr>
            <a:xfrm>
              <a:off x="6384600" y="3224825"/>
              <a:ext cx="68900" cy="17675"/>
            </a:xfrm>
            <a:custGeom>
              <a:avLst/>
              <a:gdLst/>
              <a:ahLst/>
              <a:cxnLst/>
              <a:rect l="l" t="t" r="r" b="b"/>
              <a:pathLst>
                <a:path w="2756" h="707" extrusionOk="0">
                  <a:moveTo>
                    <a:pt x="1456" y="0"/>
                  </a:moveTo>
                  <a:cubicBezTo>
                    <a:pt x="1178" y="0"/>
                    <a:pt x="925" y="145"/>
                    <a:pt x="551" y="412"/>
                  </a:cubicBezTo>
                  <a:cubicBezTo>
                    <a:pt x="385" y="495"/>
                    <a:pt x="148" y="559"/>
                    <a:pt x="0" y="706"/>
                  </a:cubicBezTo>
                  <a:cubicBezTo>
                    <a:pt x="180" y="585"/>
                    <a:pt x="391" y="559"/>
                    <a:pt x="590" y="476"/>
                  </a:cubicBezTo>
                  <a:cubicBezTo>
                    <a:pt x="987" y="238"/>
                    <a:pt x="1207" y="107"/>
                    <a:pt x="1462" y="107"/>
                  </a:cubicBezTo>
                  <a:cubicBezTo>
                    <a:pt x="1659" y="107"/>
                    <a:pt x="1878" y="186"/>
                    <a:pt x="2217" y="354"/>
                  </a:cubicBezTo>
                  <a:cubicBezTo>
                    <a:pt x="2397" y="444"/>
                    <a:pt x="2570" y="540"/>
                    <a:pt x="2755" y="629"/>
                  </a:cubicBezTo>
                  <a:cubicBezTo>
                    <a:pt x="2589" y="514"/>
                    <a:pt x="2422" y="392"/>
                    <a:pt x="2249" y="290"/>
                  </a:cubicBezTo>
                  <a:cubicBezTo>
                    <a:pt x="1919" y="93"/>
                    <a:pt x="1679" y="0"/>
                    <a:pt x="1456"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287;p18"/>
          <p:cNvGrpSpPr/>
          <p:nvPr/>
        </p:nvGrpSpPr>
        <p:grpSpPr>
          <a:xfrm>
            <a:off x="7802554" y="4718476"/>
            <a:ext cx="681625" cy="277499"/>
            <a:chOff x="5688950" y="3237275"/>
            <a:chExt cx="137925" cy="56150"/>
          </a:xfrm>
        </p:grpSpPr>
        <p:sp>
          <p:nvSpPr>
            <p:cNvPr id="288" name="Google Shape;288;p18"/>
            <p:cNvSpPr/>
            <p:nvPr/>
          </p:nvSpPr>
          <p:spPr>
            <a:xfrm>
              <a:off x="5692625" y="3238300"/>
              <a:ext cx="26625" cy="21875"/>
            </a:xfrm>
            <a:custGeom>
              <a:avLst/>
              <a:gdLst/>
              <a:ahLst/>
              <a:cxnLst/>
              <a:rect l="l" t="t" r="r" b="b"/>
              <a:pathLst>
                <a:path w="1065" h="875" extrusionOk="0">
                  <a:moveTo>
                    <a:pt x="598" y="1"/>
                  </a:moveTo>
                  <a:cubicBezTo>
                    <a:pt x="500" y="1"/>
                    <a:pt x="397" y="30"/>
                    <a:pt x="302" y="90"/>
                  </a:cubicBezTo>
                  <a:cubicBezTo>
                    <a:pt x="78" y="238"/>
                    <a:pt x="1" y="513"/>
                    <a:pt x="123" y="705"/>
                  </a:cubicBezTo>
                  <a:cubicBezTo>
                    <a:pt x="193" y="817"/>
                    <a:pt x="320" y="875"/>
                    <a:pt x="457" y="875"/>
                  </a:cubicBezTo>
                  <a:cubicBezTo>
                    <a:pt x="557" y="875"/>
                    <a:pt x="663" y="844"/>
                    <a:pt x="757" y="782"/>
                  </a:cubicBezTo>
                  <a:cubicBezTo>
                    <a:pt x="981" y="635"/>
                    <a:pt x="1064" y="366"/>
                    <a:pt x="936" y="174"/>
                  </a:cubicBezTo>
                  <a:cubicBezTo>
                    <a:pt x="865" y="61"/>
                    <a:pt x="737" y="1"/>
                    <a:pt x="598" y="1"/>
                  </a:cubicBezTo>
                  <a:close/>
                </a:path>
              </a:pathLst>
            </a:custGeom>
            <a:solidFill>
              <a:srgbClr val="0090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8"/>
            <p:cNvSpPr/>
            <p:nvPr/>
          </p:nvSpPr>
          <p:spPr>
            <a:xfrm>
              <a:off x="5700800" y="3243775"/>
              <a:ext cx="16375" cy="13325"/>
            </a:xfrm>
            <a:custGeom>
              <a:avLst/>
              <a:gdLst/>
              <a:ahLst/>
              <a:cxnLst/>
              <a:rect l="l" t="t" r="r" b="b"/>
              <a:pathLst>
                <a:path w="655" h="533" extrusionOk="0">
                  <a:moveTo>
                    <a:pt x="379" y="1"/>
                  </a:moveTo>
                  <a:cubicBezTo>
                    <a:pt x="318" y="1"/>
                    <a:pt x="252" y="19"/>
                    <a:pt x="193" y="57"/>
                  </a:cubicBezTo>
                  <a:cubicBezTo>
                    <a:pt x="52" y="147"/>
                    <a:pt x="1" y="313"/>
                    <a:pt x="77" y="429"/>
                  </a:cubicBezTo>
                  <a:cubicBezTo>
                    <a:pt x="122" y="496"/>
                    <a:pt x="200" y="533"/>
                    <a:pt x="284" y="533"/>
                  </a:cubicBezTo>
                  <a:cubicBezTo>
                    <a:pt x="345" y="533"/>
                    <a:pt x="409" y="514"/>
                    <a:pt x="468" y="474"/>
                  </a:cubicBezTo>
                  <a:cubicBezTo>
                    <a:pt x="603" y="384"/>
                    <a:pt x="654" y="217"/>
                    <a:pt x="584" y="102"/>
                  </a:cubicBezTo>
                  <a:cubicBezTo>
                    <a:pt x="539" y="35"/>
                    <a:pt x="463" y="1"/>
                    <a:pt x="3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8"/>
            <p:cNvSpPr/>
            <p:nvPr/>
          </p:nvSpPr>
          <p:spPr>
            <a:xfrm>
              <a:off x="5705450" y="3237275"/>
              <a:ext cx="90050" cy="48025"/>
            </a:xfrm>
            <a:custGeom>
              <a:avLst/>
              <a:gdLst/>
              <a:ahLst/>
              <a:cxnLst/>
              <a:rect l="l" t="t" r="r" b="b"/>
              <a:pathLst>
                <a:path w="3602" h="1921" extrusionOk="0">
                  <a:moveTo>
                    <a:pt x="757" y="1"/>
                  </a:moveTo>
                  <a:cubicBezTo>
                    <a:pt x="466" y="1"/>
                    <a:pt x="276" y="208"/>
                    <a:pt x="167" y="477"/>
                  </a:cubicBezTo>
                  <a:cubicBezTo>
                    <a:pt x="71" y="714"/>
                    <a:pt x="0" y="1048"/>
                    <a:pt x="199" y="1233"/>
                  </a:cubicBezTo>
                  <a:cubicBezTo>
                    <a:pt x="334" y="1342"/>
                    <a:pt x="507" y="1387"/>
                    <a:pt x="647" y="1438"/>
                  </a:cubicBezTo>
                  <a:cubicBezTo>
                    <a:pt x="647" y="1438"/>
                    <a:pt x="2249" y="1861"/>
                    <a:pt x="2339" y="1881"/>
                  </a:cubicBezTo>
                  <a:cubicBezTo>
                    <a:pt x="2478" y="1902"/>
                    <a:pt x="2600" y="1920"/>
                    <a:pt x="2714" y="1920"/>
                  </a:cubicBezTo>
                  <a:cubicBezTo>
                    <a:pt x="2878" y="1920"/>
                    <a:pt x="3026" y="1881"/>
                    <a:pt x="3185" y="1752"/>
                  </a:cubicBezTo>
                  <a:cubicBezTo>
                    <a:pt x="3435" y="1541"/>
                    <a:pt x="3601" y="932"/>
                    <a:pt x="3422" y="650"/>
                  </a:cubicBezTo>
                  <a:cubicBezTo>
                    <a:pt x="3140" y="183"/>
                    <a:pt x="1237" y="67"/>
                    <a:pt x="865" y="10"/>
                  </a:cubicBezTo>
                  <a:cubicBezTo>
                    <a:pt x="828" y="4"/>
                    <a:pt x="792" y="1"/>
                    <a:pt x="7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8"/>
            <p:cNvSpPr/>
            <p:nvPr/>
          </p:nvSpPr>
          <p:spPr>
            <a:xfrm>
              <a:off x="5761225" y="3252500"/>
              <a:ext cx="21300" cy="26525"/>
            </a:xfrm>
            <a:custGeom>
              <a:avLst/>
              <a:gdLst/>
              <a:ahLst/>
              <a:cxnLst/>
              <a:rect l="l" t="t" r="r" b="b"/>
              <a:pathLst>
                <a:path w="852" h="1061" extrusionOk="0">
                  <a:moveTo>
                    <a:pt x="765" y="1"/>
                  </a:moveTo>
                  <a:cubicBezTo>
                    <a:pt x="311" y="1"/>
                    <a:pt x="1" y="746"/>
                    <a:pt x="339" y="1060"/>
                  </a:cubicBezTo>
                  <a:cubicBezTo>
                    <a:pt x="153" y="701"/>
                    <a:pt x="428" y="61"/>
                    <a:pt x="851" y="9"/>
                  </a:cubicBezTo>
                  <a:cubicBezTo>
                    <a:pt x="822" y="3"/>
                    <a:pt x="793" y="1"/>
                    <a:pt x="765" y="1"/>
                  </a:cubicBezTo>
                  <a:close/>
                </a:path>
              </a:pathLst>
            </a:custGeom>
            <a:solidFill>
              <a:srgbClr val="0090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8"/>
            <p:cNvSpPr/>
            <p:nvPr/>
          </p:nvSpPr>
          <p:spPr>
            <a:xfrm>
              <a:off x="5688950" y="3266675"/>
              <a:ext cx="58800" cy="20025"/>
            </a:xfrm>
            <a:custGeom>
              <a:avLst/>
              <a:gdLst/>
              <a:ahLst/>
              <a:cxnLst/>
              <a:rect l="l" t="t" r="r" b="b"/>
              <a:pathLst>
                <a:path w="2352" h="801" extrusionOk="0">
                  <a:moveTo>
                    <a:pt x="1007" y="0"/>
                  </a:moveTo>
                  <a:cubicBezTo>
                    <a:pt x="578" y="0"/>
                    <a:pt x="395" y="474"/>
                    <a:pt x="0" y="737"/>
                  </a:cubicBezTo>
                  <a:lnTo>
                    <a:pt x="2352" y="801"/>
                  </a:lnTo>
                  <a:cubicBezTo>
                    <a:pt x="2115" y="576"/>
                    <a:pt x="1602" y="141"/>
                    <a:pt x="1250" y="45"/>
                  </a:cubicBezTo>
                  <a:cubicBezTo>
                    <a:pt x="1160" y="14"/>
                    <a:pt x="1080" y="0"/>
                    <a:pt x="10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8"/>
            <p:cNvSpPr/>
            <p:nvPr/>
          </p:nvSpPr>
          <p:spPr>
            <a:xfrm>
              <a:off x="5716175" y="3261275"/>
              <a:ext cx="110700" cy="32150"/>
            </a:xfrm>
            <a:custGeom>
              <a:avLst/>
              <a:gdLst/>
              <a:ahLst/>
              <a:cxnLst/>
              <a:rect l="l" t="t" r="r" b="b"/>
              <a:pathLst>
                <a:path w="4428" h="1286" extrusionOk="0">
                  <a:moveTo>
                    <a:pt x="4428" y="1151"/>
                  </a:moveTo>
                  <a:lnTo>
                    <a:pt x="4043" y="1163"/>
                  </a:lnTo>
                  <a:lnTo>
                    <a:pt x="4043" y="1163"/>
                  </a:lnTo>
                  <a:cubicBezTo>
                    <a:pt x="4086" y="1166"/>
                    <a:pt x="4130" y="1167"/>
                    <a:pt x="4175" y="1167"/>
                  </a:cubicBezTo>
                  <a:cubicBezTo>
                    <a:pt x="4257" y="1167"/>
                    <a:pt x="4341" y="1162"/>
                    <a:pt x="4428" y="1151"/>
                  </a:cubicBezTo>
                  <a:close/>
                  <a:moveTo>
                    <a:pt x="1727" y="1"/>
                  </a:moveTo>
                  <a:cubicBezTo>
                    <a:pt x="1613" y="1"/>
                    <a:pt x="1486" y="54"/>
                    <a:pt x="1327" y="184"/>
                  </a:cubicBezTo>
                  <a:cubicBezTo>
                    <a:pt x="834" y="568"/>
                    <a:pt x="731" y="1081"/>
                    <a:pt x="1" y="1286"/>
                  </a:cubicBezTo>
                  <a:lnTo>
                    <a:pt x="4043" y="1163"/>
                  </a:lnTo>
                  <a:lnTo>
                    <a:pt x="4043" y="1163"/>
                  </a:lnTo>
                  <a:cubicBezTo>
                    <a:pt x="3327" y="1114"/>
                    <a:pt x="2777" y="678"/>
                    <a:pt x="2269" y="312"/>
                  </a:cubicBezTo>
                  <a:cubicBezTo>
                    <a:pt x="2063" y="138"/>
                    <a:pt x="1911" y="1"/>
                    <a:pt x="17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2">
  <p:cSld name="TITLE_AND_BODY_1_1_1">
    <p:spTree>
      <p:nvGrpSpPr>
        <p:cNvPr id="1" name="Shape 370"/>
        <p:cNvGrpSpPr/>
        <p:nvPr/>
      </p:nvGrpSpPr>
      <p:grpSpPr>
        <a:xfrm>
          <a:off x="0" y="0"/>
          <a:ext cx="0" cy="0"/>
          <a:chOff x="0" y="0"/>
          <a:chExt cx="0" cy="0"/>
        </a:xfrm>
      </p:grpSpPr>
      <p:sp>
        <p:nvSpPr>
          <p:cNvPr id="371" name="Google Shape;371;p23"/>
          <p:cNvSpPr/>
          <p:nvPr/>
        </p:nvSpPr>
        <p:spPr>
          <a:xfrm flipH="1">
            <a:off x="5556546" y="3849609"/>
            <a:ext cx="9589704" cy="911092"/>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3"/>
          <p:cNvSpPr txBox="1">
            <a:spLocks noGrp="1"/>
          </p:cNvSpPr>
          <p:nvPr>
            <p:ph type="title"/>
          </p:nvPr>
        </p:nvSpPr>
        <p:spPr>
          <a:xfrm>
            <a:off x="713225" y="539500"/>
            <a:ext cx="7717500" cy="564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3" name="Google Shape;373;p23"/>
          <p:cNvSpPr txBox="1">
            <a:spLocks noGrp="1"/>
          </p:cNvSpPr>
          <p:nvPr>
            <p:ph type="body" idx="1"/>
          </p:nvPr>
        </p:nvSpPr>
        <p:spPr>
          <a:xfrm>
            <a:off x="713225" y="1212075"/>
            <a:ext cx="6544800" cy="3396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Montserrat"/>
              <a:buChar char="●"/>
              <a:defRPr sz="1400"/>
            </a:lvl1pPr>
            <a:lvl2pPr marL="914400" lvl="1" indent="-317500" rtl="0">
              <a:spcBef>
                <a:spcPts val="0"/>
              </a:spcBef>
              <a:spcAft>
                <a:spcPts val="0"/>
              </a:spcAft>
              <a:buSzPts val="1400"/>
              <a:buFont typeface="Montserrat"/>
              <a:buChar char="○"/>
              <a:defRPr>
                <a:latin typeface="Montserrat"/>
                <a:ea typeface="Montserrat"/>
                <a:cs typeface="Montserrat"/>
                <a:sym typeface="Montserrat"/>
              </a:defRPr>
            </a:lvl2pPr>
            <a:lvl3pPr marL="1371600" lvl="2" indent="-317500" rtl="0">
              <a:spcBef>
                <a:spcPts val="0"/>
              </a:spcBef>
              <a:spcAft>
                <a:spcPts val="0"/>
              </a:spcAft>
              <a:buSzPts val="1400"/>
              <a:buFont typeface="Montserrat"/>
              <a:buChar char="■"/>
              <a:defRPr>
                <a:latin typeface="Montserrat"/>
                <a:ea typeface="Montserrat"/>
                <a:cs typeface="Montserrat"/>
                <a:sym typeface="Montserrat"/>
              </a:defRPr>
            </a:lvl3pPr>
            <a:lvl4pPr marL="1828800" lvl="3" indent="-317500" rtl="0">
              <a:spcBef>
                <a:spcPts val="0"/>
              </a:spcBef>
              <a:spcAft>
                <a:spcPts val="0"/>
              </a:spcAft>
              <a:buSzPts val="1400"/>
              <a:buFont typeface="Montserrat"/>
              <a:buChar char="●"/>
              <a:defRPr>
                <a:latin typeface="Montserrat"/>
                <a:ea typeface="Montserrat"/>
                <a:cs typeface="Montserrat"/>
                <a:sym typeface="Montserrat"/>
              </a:defRPr>
            </a:lvl4pPr>
            <a:lvl5pPr marL="2286000" lvl="4" indent="-317500" rtl="0">
              <a:spcBef>
                <a:spcPts val="0"/>
              </a:spcBef>
              <a:spcAft>
                <a:spcPts val="0"/>
              </a:spcAft>
              <a:buSzPts val="1400"/>
              <a:buFont typeface="Montserrat"/>
              <a:buChar char="○"/>
              <a:defRPr>
                <a:latin typeface="Montserrat"/>
                <a:ea typeface="Montserrat"/>
                <a:cs typeface="Montserrat"/>
                <a:sym typeface="Montserrat"/>
              </a:defRPr>
            </a:lvl5pPr>
            <a:lvl6pPr marL="2743200" lvl="5" indent="-317500" rtl="0">
              <a:spcBef>
                <a:spcPts val="0"/>
              </a:spcBef>
              <a:spcAft>
                <a:spcPts val="0"/>
              </a:spcAft>
              <a:buSzPts val="1400"/>
              <a:buFont typeface="Montserrat"/>
              <a:buChar char="■"/>
              <a:defRPr>
                <a:latin typeface="Montserrat"/>
                <a:ea typeface="Montserrat"/>
                <a:cs typeface="Montserrat"/>
                <a:sym typeface="Montserrat"/>
              </a:defRPr>
            </a:lvl6pPr>
            <a:lvl7pPr marL="3200400" lvl="6" indent="-317500" rtl="0">
              <a:spcBef>
                <a:spcPts val="0"/>
              </a:spcBef>
              <a:spcAft>
                <a:spcPts val="0"/>
              </a:spcAft>
              <a:buSzPts val="1400"/>
              <a:buFont typeface="Montserrat"/>
              <a:buChar char="●"/>
              <a:defRPr>
                <a:latin typeface="Montserrat"/>
                <a:ea typeface="Montserrat"/>
                <a:cs typeface="Montserrat"/>
                <a:sym typeface="Montserrat"/>
              </a:defRPr>
            </a:lvl7pPr>
            <a:lvl8pPr marL="3657600" lvl="7" indent="-317500" rtl="0">
              <a:spcBef>
                <a:spcPts val="0"/>
              </a:spcBef>
              <a:spcAft>
                <a:spcPts val="0"/>
              </a:spcAft>
              <a:buSzPts val="1400"/>
              <a:buFont typeface="Montserrat"/>
              <a:buChar char="○"/>
              <a:defRPr>
                <a:latin typeface="Montserrat"/>
                <a:ea typeface="Montserrat"/>
                <a:cs typeface="Montserrat"/>
                <a:sym typeface="Montserrat"/>
              </a:defRPr>
            </a:lvl8pPr>
            <a:lvl9pPr marL="4114800" lvl="8" indent="-317500" rtl="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374" name="Google Shape;374;p23"/>
          <p:cNvSpPr/>
          <p:nvPr/>
        </p:nvSpPr>
        <p:spPr>
          <a:xfrm flipH="1">
            <a:off x="3670" y="4700025"/>
            <a:ext cx="9355205" cy="824425"/>
          </a:xfrm>
          <a:custGeom>
            <a:avLst/>
            <a:gdLst/>
            <a:ahLst/>
            <a:cxnLst/>
            <a:rect l="l" t="t" r="r" b="b"/>
            <a:pathLst>
              <a:path w="211776" h="46512" extrusionOk="0">
                <a:moveTo>
                  <a:pt x="0" y="0"/>
                </a:moveTo>
                <a:lnTo>
                  <a:pt x="0" y="46511"/>
                </a:lnTo>
                <a:lnTo>
                  <a:pt x="211775" y="46511"/>
                </a:lnTo>
                <a:lnTo>
                  <a:pt x="211775" y="0"/>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3"/>
          <p:cNvSpPr/>
          <p:nvPr/>
        </p:nvSpPr>
        <p:spPr>
          <a:xfrm>
            <a:off x="-643050" y="4424023"/>
            <a:ext cx="10262383" cy="572688"/>
          </a:xfrm>
          <a:custGeom>
            <a:avLst/>
            <a:gdLst/>
            <a:ahLst/>
            <a:cxnLst/>
            <a:rect l="l" t="t" r="r" b="b"/>
            <a:pathLst>
              <a:path w="232312" h="16453" extrusionOk="0">
                <a:moveTo>
                  <a:pt x="65871" y="1"/>
                </a:moveTo>
                <a:cubicBezTo>
                  <a:pt x="45737" y="1"/>
                  <a:pt x="25603" y="1266"/>
                  <a:pt x="5627" y="3793"/>
                </a:cubicBezTo>
                <a:lnTo>
                  <a:pt x="0" y="15972"/>
                </a:lnTo>
                <a:cubicBezTo>
                  <a:pt x="12522" y="13455"/>
                  <a:pt x="25219" y="12672"/>
                  <a:pt x="37982" y="12672"/>
                </a:cubicBezTo>
                <a:cubicBezTo>
                  <a:pt x="54228" y="12672"/>
                  <a:pt x="70582" y="13941"/>
                  <a:pt x="86822" y="14519"/>
                </a:cubicBezTo>
                <a:cubicBezTo>
                  <a:pt x="95503" y="14829"/>
                  <a:pt x="104190" y="14940"/>
                  <a:pt x="112880" y="14940"/>
                </a:cubicBezTo>
                <a:cubicBezTo>
                  <a:pt x="134737" y="14940"/>
                  <a:pt x="156614" y="14238"/>
                  <a:pt x="178454" y="14238"/>
                </a:cubicBezTo>
                <a:cubicBezTo>
                  <a:pt x="196442" y="14238"/>
                  <a:pt x="214405" y="14714"/>
                  <a:pt x="232311" y="16453"/>
                </a:cubicBezTo>
                <a:lnTo>
                  <a:pt x="231549" y="6208"/>
                </a:lnTo>
                <a:cubicBezTo>
                  <a:pt x="215989" y="3499"/>
                  <a:pt x="200193" y="2139"/>
                  <a:pt x="184395" y="2139"/>
                </a:cubicBezTo>
                <a:cubicBezTo>
                  <a:pt x="182902" y="2139"/>
                  <a:pt x="181409" y="2152"/>
                  <a:pt x="179916" y="2176"/>
                </a:cubicBezTo>
                <a:cubicBezTo>
                  <a:pt x="166054" y="2401"/>
                  <a:pt x="152201" y="3671"/>
                  <a:pt x="138342" y="3671"/>
                </a:cubicBezTo>
                <a:cubicBezTo>
                  <a:pt x="136321" y="3671"/>
                  <a:pt x="134300" y="3644"/>
                  <a:pt x="132279" y="3582"/>
                </a:cubicBezTo>
                <a:cubicBezTo>
                  <a:pt x="122843" y="3301"/>
                  <a:pt x="113442" y="2270"/>
                  <a:pt x="104030" y="1519"/>
                </a:cubicBezTo>
                <a:cubicBezTo>
                  <a:pt x="91337" y="507"/>
                  <a:pt x="78604" y="1"/>
                  <a:pt x="65871" y="1"/>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3"/>
          <p:cNvSpPr/>
          <p:nvPr/>
        </p:nvSpPr>
        <p:spPr>
          <a:xfrm>
            <a:off x="-287750" y="4710589"/>
            <a:ext cx="10262383" cy="329659"/>
          </a:xfrm>
          <a:custGeom>
            <a:avLst/>
            <a:gdLst/>
            <a:ahLst/>
            <a:cxnLst/>
            <a:rect l="l" t="t" r="r" b="b"/>
            <a:pathLst>
              <a:path w="232312" h="7463" extrusionOk="0">
                <a:moveTo>
                  <a:pt x="38195" y="0"/>
                </a:moveTo>
                <a:cubicBezTo>
                  <a:pt x="25987" y="0"/>
                  <a:pt x="13842" y="717"/>
                  <a:pt x="1852" y="2985"/>
                </a:cubicBezTo>
                <a:lnTo>
                  <a:pt x="0" y="6970"/>
                </a:lnTo>
                <a:cubicBezTo>
                  <a:pt x="12522" y="4453"/>
                  <a:pt x="25219" y="3670"/>
                  <a:pt x="37983" y="3670"/>
                </a:cubicBezTo>
                <a:cubicBezTo>
                  <a:pt x="54230" y="3670"/>
                  <a:pt x="70587" y="4939"/>
                  <a:pt x="86834" y="5517"/>
                </a:cubicBezTo>
                <a:cubicBezTo>
                  <a:pt x="95517" y="5827"/>
                  <a:pt x="104207" y="5938"/>
                  <a:pt x="112899" y="5938"/>
                </a:cubicBezTo>
                <a:cubicBezTo>
                  <a:pt x="134719" y="5938"/>
                  <a:pt x="156558" y="5238"/>
                  <a:pt x="178361" y="5238"/>
                </a:cubicBezTo>
                <a:cubicBezTo>
                  <a:pt x="196379" y="5238"/>
                  <a:pt x="214372" y="5716"/>
                  <a:pt x="232311" y="7462"/>
                </a:cubicBezTo>
                <a:lnTo>
                  <a:pt x="232042" y="3735"/>
                </a:lnTo>
                <a:cubicBezTo>
                  <a:pt x="214288" y="2031"/>
                  <a:pt x="196481" y="1562"/>
                  <a:pt x="178651" y="1562"/>
                </a:cubicBezTo>
                <a:cubicBezTo>
                  <a:pt x="156800" y="1562"/>
                  <a:pt x="134914" y="2267"/>
                  <a:pt x="113047" y="2267"/>
                </a:cubicBezTo>
                <a:cubicBezTo>
                  <a:pt x="104387" y="2267"/>
                  <a:pt x="95730" y="2156"/>
                  <a:pt x="87080" y="1848"/>
                </a:cubicBezTo>
                <a:cubicBezTo>
                  <a:pt x="70819" y="1272"/>
                  <a:pt x="54451" y="0"/>
                  <a:pt x="38195"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377"/>
        <p:cNvGrpSpPr/>
        <p:nvPr/>
      </p:nvGrpSpPr>
      <p:grpSpPr>
        <a:xfrm>
          <a:off x="0" y="0"/>
          <a:ext cx="0" cy="0"/>
          <a:chOff x="0" y="0"/>
          <a:chExt cx="0" cy="0"/>
        </a:xfrm>
      </p:grpSpPr>
      <p:sp>
        <p:nvSpPr>
          <p:cNvPr id="378" name="Google Shape;378;p24"/>
          <p:cNvSpPr/>
          <p:nvPr/>
        </p:nvSpPr>
        <p:spPr>
          <a:xfrm flipH="1">
            <a:off x="2660946" y="3849609"/>
            <a:ext cx="9589704" cy="911092"/>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4"/>
          <p:cNvSpPr txBox="1">
            <a:spLocks noGrp="1"/>
          </p:cNvSpPr>
          <p:nvPr>
            <p:ph type="subTitle" idx="1"/>
          </p:nvPr>
        </p:nvSpPr>
        <p:spPr>
          <a:xfrm>
            <a:off x="713225" y="1609100"/>
            <a:ext cx="2439000" cy="42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500"/>
              <a:buNone/>
              <a:defRPr sz="2000">
                <a:solidFill>
                  <a:schemeClr val="dk2"/>
                </a:solidFill>
                <a:latin typeface="BioRhyme"/>
                <a:ea typeface="BioRhyme"/>
                <a:cs typeface="BioRhyme"/>
                <a:sym typeface="BioRhyme"/>
              </a:defRPr>
            </a:lvl1pPr>
            <a:lvl2pPr lvl="1" algn="ctr" rtl="0">
              <a:lnSpc>
                <a:spcPct val="100000"/>
              </a:lnSpc>
              <a:spcBef>
                <a:spcPts val="0"/>
              </a:spcBef>
              <a:spcAft>
                <a:spcPts val="0"/>
              </a:spcAft>
              <a:buClr>
                <a:schemeClr val="dk1"/>
              </a:buClr>
              <a:buSzPts val="2500"/>
              <a:buNone/>
              <a:defRPr sz="2500">
                <a:solidFill>
                  <a:schemeClr val="dk1"/>
                </a:solidFill>
              </a:defRPr>
            </a:lvl2pPr>
            <a:lvl3pPr lvl="2" algn="ctr" rtl="0">
              <a:lnSpc>
                <a:spcPct val="100000"/>
              </a:lnSpc>
              <a:spcBef>
                <a:spcPts val="0"/>
              </a:spcBef>
              <a:spcAft>
                <a:spcPts val="0"/>
              </a:spcAft>
              <a:buClr>
                <a:schemeClr val="dk1"/>
              </a:buClr>
              <a:buSzPts val="2500"/>
              <a:buNone/>
              <a:defRPr sz="2500">
                <a:solidFill>
                  <a:schemeClr val="dk1"/>
                </a:solidFill>
              </a:defRPr>
            </a:lvl3pPr>
            <a:lvl4pPr lvl="3" algn="ctr" rtl="0">
              <a:lnSpc>
                <a:spcPct val="100000"/>
              </a:lnSpc>
              <a:spcBef>
                <a:spcPts val="0"/>
              </a:spcBef>
              <a:spcAft>
                <a:spcPts val="0"/>
              </a:spcAft>
              <a:buClr>
                <a:schemeClr val="dk1"/>
              </a:buClr>
              <a:buSzPts val="2500"/>
              <a:buNone/>
              <a:defRPr sz="2500">
                <a:solidFill>
                  <a:schemeClr val="dk1"/>
                </a:solidFill>
              </a:defRPr>
            </a:lvl4pPr>
            <a:lvl5pPr lvl="4" algn="ctr" rtl="0">
              <a:lnSpc>
                <a:spcPct val="100000"/>
              </a:lnSpc>
              <a:spcBef>
                <a:spcPts val="0"/>
              </a:spcBef>
              <a:spcAft>
                <a:spcPts val="0"/>
              </a:spcAft>
              <a:buClr>
                <a:schemeClr val="dk1"/>
              </a:buClr>
              <a:buSzPts val="2500"/>
              <a:buNone/>
              <a:defRPr sz="2500">
                <a:solidFill>
                  <a:schemeClr val="dk1"/>
                </a:solidFill>
              </a:defRPr>
            </a:lvl5pPr>
            <a:lvl6pPr lvl="5" algn="ctr" rtl="0">
              <a:lnSpc>
                <a:spcPct val="100000"/>
              </a:lnSpc>
              <a:spcBef>
                <a:spcPts val="0"/>
              </a:spcBef>
              <a:spcAft>
                <a:spcPts val="0"/>
              </a:spcAft>
              <a:buClr>
                <a:schemeClr val="dk1"/>
              </a:buClr>
              <a:buSzPts val="2500"/>
              <a:buNone/>
              <a:defRPr sz="2500">
                <a:solidFill>
                  <a:schemeClr val="dk1"/>
                </a:solidFill>
              </a:defRPr>
            </a:lvl6pPr>
            <a:lvl7pPr lvl="6" algn="ctr" rtl="0">
              <a:lnSpc>
                <a:spcPct val="100000"/>
              </a:lnSpc>
              <a:spcBef>
                <a:spcPts val="0"/>
              </a:spcBef>
              <a:spcAft>
                <a:spcPts val="0"/>
              </a:spcAft>
              <a:buClr>
                <a:schemeClr val="dk1"/>
              </a:buClr>
              <a:buSzPts val="2500"/>
              <a:buNone/>
              <a:defRPr sz="2500">
                <a:solidFill>
                  <a:schemeClr val="dk1"/>
                </a:solidFill>
              </a:defRPr>
            </a:lvl7pPr>
            <a:lvl8pPr lvl="7" algn="ctr" rtl="0">
              <a:lnSpc>
                <a:spcPct val="100000"/>
              </a:lnSpc>
              <a:spcBef>
                <a:spcPts val="0"/>
              </a:spcBef>
              <a:spcAft>
                <a:spcPts val="0"/>
              </a:spcAft>
              <a:buClr>
                <a:schemeClr val="dk1"/>
              </a:buClr>
              <a:buSzPts val="2500"/>
              <a:buNone/>
              <a:defRPr sz="2500">
                <a:solidFill>
                  <a:schemeClr val="dk1"/>
                </a:solidFill>
              </a:defRPr>
            </a:lvl8pPr>
            <a:lvl9pPr lvl="8" algn="ctr" rtl="0">
              <a:lnSpc>
                <a:spcPct val="100000"/>
              </a:lnSpc>
              <a:spcBef>
                <a:spcPts val="0"/>
              </a:spcBef>
              <a:spcAft>
                <a:spcPts val="0"/>
              </a:spcAft>
              <a:buClr>
                <a:schemeClr val="dk1"/>
              </a:buClr>
              <a:buSzPts val="2500"/>
              <a:buNone/>
              <a:defRPr sz="2500">
                <a:solidFill>
                  <a:schemeClr val="dk1"/>
                </a:solidFill>
              </a:defRPr>
            </a:lvl9pPr>
          </a:lstStyle>
          <a:p>
            <a:endParaRPr/>
          </a:p>
        </p:txBody>
      </p:sp>
      <p:sp>
        <p:nvSpPr>
          <p:cNvPr id="380" name="Google Shape;380;p24"/>
          <p:cNvSpPr txBox="1">
            <a:spLocks noGrp="1"/>
          </p:cNvSpPr>
          <p:nvPr>
            <p:ph type="subTitle" idx="2"/>
          </p:nvPr>
        </p:nvSpPr>
        <p:spPr>
          <a:xfrm>
            <a:off x="713225" y="2862175"/>
            <a:ext cx="2439000" cy="42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500"/>
              <a:buNone/>
              <a:defRPr sz="2000">
                <a:solidFill>
                  <a:schemeClr val="dk2"/>
                </a:solidFill>
                <a:latin typeface="BioRhyme"/>
                <a:ea typeface="BioRhyme"/>
                <a:cs typeface="BioRhyme"/>
                <a:sym typeface="BioRhyme"/>
              </a:defRPr>
            </a:lvl1pPr>
            <a:lvl2pPr lvl="1" algn="ctr" rtl="0">
              <a:lnSpc>
                <a:spcPct val="100000"/>
              </a:lnSpc>
              <a:spcBef>
                <a:spcPts val="0"/>
              </a:spcBef>
              <a:spcAft>
                <a:spcPts val="0"/>
              </a:spcAft>
              <a:buClr>
                <a:schemeClr val="dk1"/>
              </a:buClr>
              <a:buSzPts val="2500"/>
              <a:buNone/>
              <a:defRPr sz="2500">
                <a:solidFill>
                  <a:schemeClr val="dk1"/>
                </a:solidFill>
              </a:defRPr>
            </a:lvl2pPr>
            <a:lvl3pPr lvl="2" algn="ctr" rtl="0">
              <a:lnSpc>
                <a:spcPct val="100000"/>
              </a:lnSpc>
              <a:spcBef>
                <a:spcPts val="0"/>
              </a:spcBef>
              <a:spcAft>
                <a:spcPts val="0"/>
              </a:spcAft>
              <a:buClr>
                <a:schemeClr val="dk1"/>
              </a:buClr>
              <a:buSzPts val="2500"/>
              <a:buNone/>
              <a:defRPr sz="2500">
                <a:solidFill>
                  <a:schemeClr val="dk1"/>
                </a:solidFill>
              </a:defRPr>
            </a:lvl3pPr>
            <a:lvl4pPr lvl="3" algn="ctr" rtl="0">
              <a:lnSpc>
                <a:spcPct val="100000"/>
              </a:lnSpc>
              <a:spcBef>
                <a:spcPts val="0"/>
              </a:spcBef>
              <a:spcAft>
                <a:spcPts val="0"/>
              </a:spcAft>
              <a:buClr>
                <a:schemeClr val="dk1"/>
              </a:buClr>
              <a:buSzPts val="2500"/>
              <a:buNone/>
              <a:defRPr sz="2500">
                <a:solidFill>
                  <a:schemeClr val="dk1"/>
                </a:solidFill>
              </a:defRPr>
            </a:lvl4pPr>
            <a:lvl5pPr lvl="4" algn="ctr" rtl="0">
              <a:lnSpc>
                <a:spcPct val="100000"/>
              </a:lnSpc>
              <a:spcBef>
                <a:spcPts val="0"/>
              </a:spcBef>
              <a:spcAft>
                <a:spcPts val="0"/>
              </a:spcAft>
              <a:buClr>
                <a:schemeClr val="dk1"/>
              </a:buClr>
              <a:buSzPts val="2500"/>
              <a:buNone/>
              <a:defRPr sz="2500">
                <a:solidFill>
                  <a:schemeClr val="dk1"/>
                </a:solidFill>
              </a:defRPr>
            </a:lvl5pPr>
            <a:lvl6pPr lvl="5" algn="ctr" rtl="0">
              <a:lnSpc>
                <a:spcPct val="100000"/>
              </a:lnSpc>
              <a:spcBef>
                <a:spcPts val="0"/>
              </a:spcBef>
              <a:spcAft>
                <a:spcPts val="0"/>
              </a:spcAft>
              <a:buClr>
                <a:schemeClr val="dk1"/>
              </a:buClr>
              <a:buSzPts val="2500"/>
              <a:buNone/>
              <a:defRPr sz="2500">
                <a:solidFill>
                  <a:schemeClr val="dk1"/>
                </a:solidFill>
              </a:defRPr>
            </a:lvl6pPr>
            <a:lvl7pPr lvl="6" algn="ctr" rtl="0">
              <a:lnSpc>
                <a:spcPct val="100000"/>
              </a:lnSpc>
              <a:spcBef>
                <a:spcPts val="0"/>
              </a:spcBef>
              <a:spcAft>
                <a:spcPts val="0"/>
              </a:spcAft>
              <a:buClr>
                <a:schemeClr val="dk1"/>
              </a:buClr>
              <a:buSzPts val="2500"/>
              <a:buNone/>
              <a:defRPr sz="2500">
                <a:solidFill>
                  <a:schemeClr val="dk1"/>
                </a:solidFill>
              </a:defRPr>
            </a:lvl7pPr>
            <a:lvl8pPr lvl="7" algn="ctr" rtl="0">
              <a:lnSpc>
                <a:spcPct val="100000"/>
              </a:lnSpc>
              <a:spcBef>
                <a:spcPts val="0"/>
              </a:spcBef>
              <a:spcAft>
                <a:spcPts val="0"/>
              </a:spcAft>
              <a:buClr>
                <a:schemeClr val="dk1"/>
              </a:buClr>
              <a:buSzPts val="2500"/>
              <a:buNone/>
              <a:defRPr sz="2500">
                <a:solidFill>
                  <a:schemeClr val="dk1"/>
                </a:solidFill>
              </a:defRPr>
            </a:lvl8pPr>
            <a:lvl9pPr lvl="8" algn="ctr" rtl="0">
              <a:lnSpc>
                <a:spcPct val="100000"/>
              </a:lnSpc>
              <a:spcBef>
                <a:spcPts val="0"/>
              </a:spcBef>
              <a:spcAft>
                <a:spcPts val="0"/>
              </a:spcAft>
              <a:buClr>
                <a:schemeClr val="dk1"/>
              </a:buClr>
              <a:buSzPts val="2500"/>
              <a:buNone/>
              <a:defRPr sz="2500">
                <a:solidFill>
                  <a:schemeClr val="dk1"/>
                </a:solidFill>
              </a:defRPr>
            </a:lvl9pPr>
          </a:lstStyle>
          <a:p>
            <a:endParaRPr/>
          </a:p>
        </p:txBody>
      </p:sp>
      <p:sp>
        <p:nvSpPr>
          <p:cNvPr id="381" name="Google Shape;381;p24"/>
          <p:cNvSpPr txBox="1">
            <a:spLocks noGrp="1"/>
          </p:cNvSpPr>
          <p:nvPr>
            <p:ph type="subTitle" idx="3"/>
          </p:nvPr>
        </p:nvSpPr>
        <p:spPr>
          <a:xfrm>
            <a:off x="713225" y="1994525"/>
            <a:ext cx="2439000" cy="602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2" name="Google Shape;382;p24"/>
          <p:cNvSpPr txBox="1">
            <a:spLocks noGrp="1"/>
          </p:cNvSpPr>
          <p:nvPr>
            <p:ph type="subTitle" idx="4"/>
          </p:nvPr>
        </p:nvSpPr>
        <p:spPr>
          <a:xfrm>
            <a:off x="713225" y="3247500"/>
            <a:ext cx="2439000" cy="602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3" name="Google Shape;383;p24"/>
          <p:cNvSpPr txBox="1">
            <a:spLocks noGrp="1"/>
          </p:cNvSpPr>
          <p:nvPr>
            <p:ph type="title"/>
          </p:nvPr>
        </p:nvSpPr>
        <p:spPr>
          <a:xfrm>
            <a:off x="720000" y="539500"/>
            <a:ext cx="77040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4" name="Google Shape;384;p24"/>
          <p:cNvSpPr>
            <a:spLocks noGrp="1"/>
          </p:cNvSpPr>
          <p:nvPr>
            <p:ph type="pic" idx="5"/>
          </p:nvPr>
        </p:nvSpPr>
        <p:spPr>
          <a:xfrm flipH="1">
            <a:off x="3675575" y="1002950"/>
            <a:ext cx="4391700" cy="3290700"/>
          </a:xfrm>
          <a:prstGeom prst="ellipse">
            <a:avLst/>
          </a:prstGeom>
          <a:noFill/>
          <a:ln>
            <a:noFill/>
          </a:ln>
        </p:spPr>
      </p:sp>
      <p:sp>
        <p:nvSpPr>
          <p:cNvPr id="385" name="Google Shape;385;p24"/>
          <p:cNvSpPr/>
          <p:nvPr/>
        </p:nvSpPr>
        <p:spPr>
          <a:xfrm flipH="1">
            <a:off x="3670" y="4700025"/>
            <a:ext cx="9355205" cy="824425"/>
          </a:xfrm>
          <a:custGeom>
            <a:avLst/>
            <a:gdLst/>
            <a:ahLst/>
            <a:cxnLst/>
            <a:rect l="l" t="t" r="r" b="b"/>
            <a:pathLst>
              <a:path w="211776" h="46512" extrusionOk="0">
                <a:moveTo>
                  <a:pt x="0" y="0"/>
                </a:moveTo>
                <a:lnTo>
                  <a:pt x="0" y="46511"/>
                </a:lnTo>
                <a:lnTo>
                  <a:pt x="211775" y="46511"/>
                </a:lnTo>
                <a:lnTo>
                  <a:pt x="211775" y="0"/>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4"/>
          <p:cNvSpPr/>
          <p:nvPr/>
        </p:nvSpPr>
        <p:spPr>
          <a:xfrm>
            <a:off x="-643050" y="4424023"/>
            <a:ext cx="10262383" cy="572688"/>
          </a:xfrm>
          <a:custGeom>
            <a:avLst/>
            <a:gdLst/>
            <a:ahLst/>
            <a:cxnLst/>
            <a:rect l="l" t="t" r="r" b="b"/>
            <a:pathLst>
              <a:path w="232312" h="16453" extrusionOk="0">
                <a:moveTo>
                  <a:pt x="65871" y="1"/>
                </a:moveTo>
                <a:cubicBezTo>
                  <a:pt x="45737" y="1"/>
                  <a:pt x="25603" y="1266"/>
                  <a:pt x="5627" y="3793"/>
                </a:cubicBezTo>
                <a:lnTo>
                  <a:pt x="0" y="15972"/>
                </a:lnTo>
                <a:cubicBezTo>
                  <a:pt x="12522" y="13455"/>
                  <a:pt x="25219" y="12672"/>
                  <a:pt x="37982" y="12672"/>
                </a:cubicBezTo>
                <a:cubicBezTo>
                  <a:pt x="54228" y="12672"/>
                  <a:pt x="70582" y="13941"/>
                  <a:pt x="86822" y="14519"/>
                </a:cubicBezTo>
                <a:cubicBezTo>
                  <a:pt x="95503" y="14829"/>
                  <a:pt x="104190" y="14940"/>
                  <a:pt x="112880" y="14940"/>
                </a:cubicBezTo>
                <a:cubicBezTo>
                  <a:pt x="134737" y="14940"/>
                  <a:pt x="156614" y="14238"/>
                  <a:pt x="178454" y="14238"/>
                </a:cubicBezTo>
                <a:cubicBezTo>
                  <a:pt x="196442" y="14238"/>
                  <a:pt x="214405" y="14714"/>
                  <a:pt x="232311" y="16453"/>
                </a:cubicBezTo>
                <a:lnTo>
                  <a:pt x="231549" y="6208"/>
                </a:lnTo>
                <a:cubicBezTo>
                  <a:pt x="215989" y="3499"/>
                  <a:pt x="200193" y="2139"/>
                  <a:pt x="184395" y="2139"/>
                </a:cubicBezTo>
                <a:cubicBezTo>
                  <a:pt x="182902" y="2139"/>
                  <a:pt x="181409" y="2152"/>
                  <a:pt x="179916" y="2176"/>
                </a:cubicBezTo>
                <a:cubicBezTo>
                  <a:pt x="166054" y="2401"/>
                  <a:pt x="152201" y="3671"/>
                  <a:pt x="138342" y="3671"/>
                </a:cubicBezTo>
                <a:cubicBezTo>
                  <a:pt x="136321" y="3671"/>
                  <a:pt x="134300" y="3644"/>
                  <a:pt x="132279" y="3582"/>
                </a:cubicBezTo>
                <a:cubicBezTo>
                  <a:pt x="122843" y="3301"/>
                  <a:pt x="113442" y="2270"/>
                  <a:pt x="104030" y="1519"/>
                </a:cubicBezTo>
                <a:cubicBezTo>
                  <a:pt x="91337" y="507"/>
                  <a:pt x="78604" y="1"/>
                  <a:pt x="65871" y="1"/>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4"/>
          <p:cNvSpPr/>
          <p:nvPr/>
        </p:nvSpPr>
        <p:spPr>
          <a:xfrm>
            <a:off x="-287750" y="4710589"/>
            <a:ext cx="10262383" cy="329659"/>
          </a:xfrm>
          <a:custGeom>
            <a:avLst/>
            <a:gdLst/>
            <a:ahLst/>
            <a:cxnLst/>
            <a:rect l="l" t="t" r="r" b="b"/>
            <a:pathLst>
              <a:path w="232312" h="7463" extrusionOk="0">
                <a:moveTo>
                  <a:pt x="38195" y="0"/>
                </a:moveTo>
                <a:cubicBezTo>
                  <a:pt x="25987" y="0"/>
                  <a:pt x="13842" y="717"/>
                  <a:pt x="1852" y="2985"/>
                </a:cubicBezTo>
                <a:lnTo>
                  <a:pt x="0" y="6970"/>
                </a:lnTo>
                <a:cubicBezTo>
                  <a:pt x="12522" y="4453"/>
                  <a:pt x="25219" y="3670"/>
                  <a:pt x="37983" y="3670"/>
                </a:cubicBezTo>
                <a:cubicBezTo>
                  <a:pt x="54230" y="3670"/>
                  <a:pt x="70587" y="4939"/>
                  <a:pt x="86834" y="5517"/>
                </a:cubicBezTo>
                <a:cubicBezTo>
                  <a:pt x="95517" y="5827"/>
                  <a:pt x="104207" y="5938"/>
                  <a:pt x="112899" y="5938"/>
                </a:cubicBezTo>
                <a:cubicBezTo>
                  <a:pt x="134719" y="5938"/>
                  <a:pt x="156558" y="5238"/>
                  <a:pt x="178361" y="5238"/>
                </a:cubicBezTo>
                <a:cubicBezTo>
                  <a:pt x="196379" y="5238"/>
                  <a:pt x="214372" y="5716"/>
                  <a:pt x="232311" y="7462"/>
                </a:cubicBezTo>
                <a:lnTo>
                  <a:pt x="232042" y="3735"/>
                </a:lnTo>
                <a:cubicBezTo>
                  <a:pt x="214288" y="2031"/>
                  <a:pt x="196481" y="1562"/>
                  <a:pt x="178651" y="1562"/>
                </a:cubicBezTo>
                <a:cubicBezTo>
                  <a:pt x="156800" y="1562"/>
                  <a:pt x="134914" y="2267"/>
                  <a:pt x="113047" y="2267"/>
                </a:cubicBezTo>
                <a:cubicBezTo>
                  <a:pt x="104387" y="2267"/>
                  <a:pt x="95730" y="2156"/>
                  <a:pt x="87080" y="1848"/>
                </a:cubicBezTo>
                <a:cubicBezTo>
                  <a:pt x="70819" y="1272"/>
                  <a:pt x="54451" y="0"/>
                  <a:pt x="38195"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24"/>
          <p:cNvGrpSpPr/>
          <p:nvPr/>
        </p:nvGrpSpPr>
        <p:grpSpPr>
          <a:xfrm>
            <a:off x="628289" y="4424119"/>
            <a:ext cx="1048615" cy="692391"/>
            <a:chOff x="257575" y="2835000"/>
            <a:chExt cx="736025" cy="486025"/>
          </a:xfrm>
        </p:grpSpPr>
        <p:sp>
          <p:nvSpPr>
            <p:cNvPr id="389" name="Google Shape;389;p24"/>
            <p:cNvSpPr/>
            <p:nvPr/>
          </p:nvSpPr>
          <p:spPr>
            <a:xfrm>
              <a:off x="358400" y="2835000"/>
              <a:ext cx="423275" cy="374900"/>
            </a:xfrm>
            <a:custGeom>
              <a:avLst/>
              <a:gdLst/>
              <a:ahLst/>
              <a:cxnLst/>
              <a:rect l="l" t="t" r="r" b="b"/>
              <a:pathLst>
                <a:path w="16931" h="14996" fill="none" extrusionOk="0">
                  <a:moveTo>
                    <a:pt x="15785" y="14973"/>
                  </a:moveTo>
                  <a:cubicBezTo>
                    <a:pt x="15785" y="14973"/>
                    <a:pt x="16931" y="9749"/>
                    <a:pt x="15087" y="7916"/>
                  </a:cubicBezTo>
                  <a:cubicBezTo>
                    <a:pt x="14205" y="7034"/>
                    <a:pt x="13323" y="7263"/>
                    <a:pt x="12624" y="7733"/>
                  </a:cubicBezTo>
                  <a:cubicBezTo>
                    <a:pt x="12154" y="8065"/>
                    <a:pt x="11467" y="7744"/>
                    <a:pt x="11490" y="7206"/>
                  </a:cubicBezTo>
                  <a:cubicBezTo>
                    <a:pt x="11581" y="5133"/>
                    <a:pt x="11478" y="2040"/>
                    <a:pt x="10218" y="1284"/>
                  </a:cubicBezTo>
                  <a:cubicBezTo>
                    <a:pt x="8053" y="1"/>
                    <a:pt x="6656" y="1066"/>
                    <a:pt x="6163" y="6931"/>
                  </a:cubicBezTo>
                  <a:cubicBezTo>
                    <a:pt x="6163" y="6954"/>
                    <a:pt x="5567" y="9600"/>
                    <a:pt x="4078" y="7733"/>
                  </a:cubicBezTo>
                  <a:cubicBezTo>
                    <a:pt x="69" y="2727"/>
                    <a:pt x="0" y="14995"/>
                    <a:pt x="0" y="14995"/>
                  </a:cubicBezTo>
                </a:path>
              </a:pathLst>
            </a:custGeom>
            <a:noFill/>
            <a:ln w="6875" cap="flat" cmpd="sng">
              <a:solidFill>
                <a:srgbClr val="629196"/>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4"/>
            <p:cNvSpPr/>
            <p:nvPr/>
          </p:nvSpPr>
          <p:spPr>
            <a:xfrm>
              <a:off x="409075" y="2920950"/>
              <a:ext cx="310750" cy="286650"/>
            </a:xfrm>
            <a:custGeom>
              <a:avLst/>
              <a:gdLst/>
              <a:ahLst/>
              <a:cxnLst/>
              <a:rect l="l" t="t" r="r" b="b"/>
              <a:pathLst>
                <a:path w="12430" h="11466" extrusionOk="0">
                  <a:moveTo>
                    <a:pt x="4674" y="0"/>
                  </a:moveTo>
                  <a:cubicBezTo>
                    <a:pt x="4512" y="0"/>
                    <a:pt x="4348" y="44"/>
                    <a:pt x="4182" y="137"/>
                  </a:cubicBezTo>
                  <a:cubicBezTo>
                    <a:pt x="2361" y="1145"/>
                    <a:pt x="4148" y="6483"/>
                    <a:pt x="4995" y="8694"/>
                  </a:cubicBezTo>
                  <a:cubicBezTo>
                    <a:pt x="5101" y="8973"/>
                    <a:pt x="4932" y="9317"/>
                    <a:pt x="4732" y="9317"/>
                  </a:cubicBezTo>
                  <a:cubicBezTo>
                    <a:pt x="4694" y="9317"/>
                    <a:pt x="4655" y="9305"/>
                    <a:pt x="4617" y="9278"/>
                  </a:cubicBezTo>
                  <a:cubicBezTo>
                    <a:pt x="3557" y="8540"/>
                    <a:pt x="2304" y="7306"/>
                    <a:pt x="1449" y="7306"/>
                  </a:cubicBezTo>
                  <a:cubicBezTo>
                    <a:pt x="1242" y="7306"/>
                    <a:pt x="1058" y="7378"/>
                    <a:pt x="906" y="7548"/>
                  </a:cubicBezTo>
                  <a:cubicBezTo>
                    <a:pt x="1" y="8568"/>
                    <a:pt x="1169" y="10492"/>
                    <a:pt x="1788" y="11466"/>
                  </a:cubicBezTo>
                  <a:lnTo>
                    <a:pt x="12384" y="11466"/>
                  </a:lnTo>
                  <a:cubicBezTo>
                    <a:pt x="12430" y="9496"/>
                    <a:pt x="12372" y="3711"/>
                    <a:pt x="10608" y="2485"/>
                  </a:cubicBezTo>
                  <a:cubicBezTo>
                    <a:pt x="10497" y="2404"/>
                    <a:pt x="10375" y="2366"/>
                    <a:pt x="10251" y="2366"/>
                  </a:cubicBezTo>
                  <a:cubicBezTo>
                    <a:pt x="10094" y="2366"/>
                    <a:pt x="9936" y="2427"/>
                    <a:pt x="9795" y="2542"/>
                  </a:cubicBezTo>
                  <a:cubicBezTo>
                    <a:pt x="9463" y="2840"/>
                    <a:pt x="8993" y="3482"/>
                    <a:pt x="8684" y="4856"/>
                  </a:cubicBezTo>
                  <a:cubicBezTo>
                    <a:pt x="8612" y="5154"/>
                    <a:pt x="8420" y="5307"/>
                    <a:pt x="8226" y="5307"/>
                  </a:cubicBezTo>
                  <a:cubicBezTo>
                    <a:pt x="8047" y="5307"/>
                    <a:pt x="7867" y="5177"/>
                    <a:pt x="7779" y="4914"/>
                  </a:cubicBezTo>
                  <a:cubicBezTo>
                    <a:pt x="7126" y="2834"/>
                    <a:pt x="5984" y="0"/>
                    <a:pt x="4674"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4"/>
            <p:cNvSpPr/>
            <p:nvPr/>
          </p:nvSpPr>
          <p:spPr>
            <a:xfrm>
              <a:off x="257575" y="3144350"/>
              <a:ext cx="736025" cy="176675"/>
            </a:xfrm>
            <a:custGeom>
              <a:avLst/>
              <a:gdLst/>
              <a:ahLst/>
              <a:cxnLst/>
              <a:rect l="l" t="t" r="r" b="b"/>
              <a:pathLst>
                <a:path w="29441" h="7067" extrusionOk="0">
                  <a:moveTo>
                    <a:pt x="22365" y="0"/>
                  </a:moveTo>
                  <a:cubicBezTo>
                    <a:pt x="18813" y="0"/>
                    <a:pt x="13972" y="1852"/>
                    <a:pt x="9823" y="1852"/>
                  </a:cubicBezTo>
                  <a:cubicBezTo>
                    <a:pt x="8944" y="1852"/>
                    <a:pt x="8096" y="1769"/>
                    <a:pt x="7298" y="1568"/>
                  </a:cubicBezTo>
                  <a:cubicBezTo>
                    <a:pt x="6655" y="1406"/>
                    <a:pt x="6068" y="1334"/>
                    <a:pt x="5534" y="1334"/>
                  </a:cubicBezTo>
                  <a:cubicBezTo>
                    <a:pt x="1022" y="1334"/>
                    <a:pt x="196" y="6503"/>
                    <a:pt x="1" y="7066"/>
                  </a:cubicBezTo>
                  <a:lnTo>
                    <a:pt x="27894" y="6860"/>
                  </a:lnTo>
                  <a:cubicBezTo>
                    <a:pt x="27894" y="6860"/>
                    <a:pt x="29441" y="4534"/>
                    <a:pt x="25901" y="1144"/>
                  </a:cubicBezTo>
                  <a:cubicBezTo>
                    <a:pt x="25018" y="301"/>
                    <a:pt x="23796" y="0"/>
                    <a:pt x="22365"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445"/>
        <p:cNvGrpSpPr/>
        <p:nvPr/>
      </p:nvGrpSpPr>
      <p:grpSpPr>
        <a:xfrm>
          <a:off x="0" y="0"/>
          <a:ext cx="0" cy="0"/>
          <a:chOff x="0" y="0"/>
          <a:chExt cx="0" cy="0"/>
        </a:xfrm>
      </p:grpSpPr>
      <p:sp>
        <p:nvSpPr>
          <p:cNvPr id="446" name="Google Shape;446;p28"/>
          <p:cNvSpPr txBox="1">
            <a:spLocks noGrp="1"/>
          </p:cNvSpPr>
          <p:nvPr>
            <p:ph type="title"/>
          </p:nvPr>
        </p:nvSpPr>
        <p:spPr>
          <a:xfrm>
            <a:off x="720000" y="1454250"/>
            <a:ext cx="2275200" cy="527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1900"/>
              <a:buFont typeface="Montserrat SemiBold"/>
              <a:buNone/>
              <a:defRPr sz="2000" b="0"/>
            </a:lvl1pPr>
            <a:lvl2pPr lvl="1"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2pPr>
            <a:lvl3pPr lvl="2"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3pPr>
            <a:lvl4pPr lvl="3"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4pPr>
            <a:lvl5pPr lvl="4"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5pPr>
            <a:lvl6pPr lvl="5"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6pPr>
            <a:lvl7pPr lvl="6"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7pPr>
            <a:lvl8pPr lvl="7"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8pPr>
            <a:lvl9pPr lvl="8"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9pPr>
          </a:lstStyle>
          <a:p>
            <a:endParaRPr/>
          </a:p>
        </p:txBody>
      </p:sp>
      <p:sp>
        <p:nvSpPr>
          <p:cNvPr id="447" name="Google Shape;447;p28"/>
          <p:cNvSpPr txBox="1">
            <a:spLocks noGrp="1"/>
          </p:cNvSpPr>
          <p:nvPr>
            <p:ph type="subTitle" idx="1"/>
          </p:nvPr>
        </p:nvSpPr>
        <p:spPr>
          <a:xfrm>
            <a:off x="720000" y="1964575"/>
            <a:ext cx="22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8" name="Google Shape;448;p28"/>
          <p:cNvSpPr txBox="1">
            <a:spLocks noGrp="1"/>
          </p:cNvSpPr>
          <p:nvPr>
            <p:ph type="title" idx="2"/>
          </p:nvPr>
        </p:nvSpPr>
        <p:spPr>
          <a:xfrm>
            <a:off x="3557999" y="1454250"/>
            <a:ext cx="2275200" cy="527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900"/>
              <a:buFont typeface="Montserrat SemiBold"/>
              <a:buNone/>
              <a:defRPr sz="2000" b="0"/>
            </a:lvl1pPr>
            <a:lvl2pPr lvl="1"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2pPr>
            <a:lvl3pPr lvl="2"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3pPr>
            <a:lvl4pPr lvl="3"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4pPr>
            <a:lvl5pPr lvl="4"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5pPr>
            <a:lvl6pPr lvl="5"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6pPr>
            <a:lvl7pPr lvl="6"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7pPr>
            <a:lvl8pPr lvl="7"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8pPr>
            <a:lvl9pPr lvl="8"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9pPr>
          </a:lstStyle>
          <a:p>
            <a:endParaRPr/>
          </a:p>
        </p:txBody>
      </p:sp>
      <p:sp>
        <p:nvSpPr>
          <p:cNvPr id="449" name="Google Shape;449;p28"/>
          <p:cNvSpPr txBox="1">
            <a:spLocks noGrp="1"/>
          </p:cNvSpPr>
          <p:nvPr>
            <p:ph type="subTitle" idx="3"/>
          </p:nvPr>
        </p:nvSpPr>
        <p:spPr>
          <a:xfrm>
            <a:off x="3557999" y="1964575"/>
            <a:ext cx="22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0" name="Google Shape;450;p28"/>
          <p:cNvSpPr txBox="1">
            <a:spLocks noGrp="1"/>
          </p:cNvSpPr>
          <p:nvPr>
            <p:ph type="title" idx="4"/>
          </p:nvPr>
        </p:nvSpPr>
        <p:spPr>
          <a:xfrm>
            <a:off x="719997" y="2887650"/>
            <a:ext cx="2275200" cy="5277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1900"/>
              <a:buFont typeface="Montserrat SemiBold"/>
              <a:buNone/>
              <a:defRPr sz="2000" b="0"/>
            </a:lvl1pPr>
            <a:lvl2pPr lvl="1"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2pPr>
            <a:lvl3pPr lvl="2"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3pPr>
            <a:lvl4pPr lvl="3"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4pPr>
            <a:lvl5pPr lvl="4"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5pPr>
            <a:lvl6pPr lvl="5"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6pPr>
            <a:lvl7pPr lvl="6"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7pPr>
            <a:lvl8pPr lvl="7"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8pPr>
            <a:lvl9pPr lvl="8"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9pPr>
          </a:lstStyle>
          <a:p>
            <a:endParaRPr/>
          </a:p>
        </p:txBody>
      </p:sp>
      <p:sp>
        <p:nvSpPr>
          <p:cNvPr id="451" name="Google Shape;451;p28"/>
          <p:cNvSpPr txBox="1">
            <a:spLocks noGrp="1"/>
          </p:cNvSpPr>
          <p:nvPr>
            <p:ph type="subTitle" idx="5"/>
          </p:nvPr>
        </p:nvSpPr>
        <p:spPr>
          <a:xfrm>
            <a:off x="719997" y="3397975"/>
            <a:ext cx="22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2" name="Google Shape;452;p28"/>
          <p:cNvSpPr txBox="1">
            <a:spLocks noGrp="1"/>
          </p:cNvSpPr>
          <p:nvPr>
            <p:ph type="title" idx="6"/>
          </p:nvPr>
        </p:nvSpPr>
        <p:spPr>
          <a:xfrm>
            <a:off x="3557999" y="2887650"/>
            <a:ext cx="2275200" cy="527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900"/>
              <a:buFont typeface="Montserrat SemiBold"/>
              <a:buNone/>
              <a:defRPr sz="2000" b="0"/>
            </a:lvl1pPr>
            <a:lvl2pPr lvl="1"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2pPr>
            <a:lvl3pPr lvl="2"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3pPr>
            <a:lvl4pPr lvl="3"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4pPr>
            <a:lvl5pPr lvl="4"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5pPr>
            <a:lvl6pPr lvl="5"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6pPr>
            <a:lvl7pPr lvl="6"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7pPr>
            <a:lvl8pPr lvl="7"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8pPr>
            <a:lvl9pPr lvl="8" algn="ctr" rtl="0">
              <a:spcBef>
                <a:spcPts val="0"/>
              </a:spcBef>
              <a:spcAft>
                <a:spcPts val="0"/>
              </a:spcAft>
              <a:buClr>
                <a:schemeClr val="lt1"/>
              </a:buClr>
              <a:buSzPts val="1900"/>
              <a:buFont typeface="Montserrat SemiBold"/>
              <a:buNone/>
              <a:defRPr sz="1900">
                <a:solidFill>
                  <a:schemeClr val="lt1"/>
                </a:solidFill>
                <a:latin typeface="Montserrat SemiBold"/>
                <a:ea typeface="Montserrat SemiBold"/>
                <a:cs typeface="Montserrat SemiBold"/>
                <a:sym typeface="Montserrat SemiBold"/>
              </a:defRPr>
            </a:lvl9pPr>
          </a:lstStyle>
          <a:p>
            <a:endParaRPr/>
          </a:p>
        </p:txBody>
      </p:sp>
      <p:sp>
        <p:nvSpPr>
          <p:cNvPr id="453" name="Google Shape;453;p28"/>
          <p:cNvSpPr txBox="1">
            <a:spLocks noGrp="1"/>
          </p:cNvSpPr>
          <p:nvPr>
            <p:ph type="subTitle" idx="7"/>
          </p:nvPr>
        </p:nvSpPr>
        <p:spPr>
          <a:xfrm>
            <a:off x="3557999" y="3397975"/>
            <a:ext cx="22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4" name="Google Shape;454;p28"/>
          <p:cNvSpPr txBox="1">
            <a:spLocks noGrp="1"/>
          </p:cNvSpPr>
          <p:nvPr>
            <p:ph type="title" idx="8"/>
          </p:nvPr>
        </p:nvSpPr>
        <p:spPr>
          <a:xfrm>
            <a:off x="720000" y="539500"/>
            <a:ext cx="77040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55" name="Google Shape;455;p28"/>
          <p:cNvSpPr/>
          <p:nvPr/>
        </p:nvSpPr>
        <p:spPr>
          <a:xfrm>
            <a:off x="-60100" y="4196594"/>
            <a:ext cx="9250295" cy="414732"/>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8"/>
          <p:cNvSpPr/>
          <p:nvPr/>
        </p:nvSpPr>
        <p:spPr>
          <a:xfrm>
            <a:off x="-147526" y="4488515"/>
            <a:ext cx="9291583" cy="1330581"/>
          </a:xfrm>
          <a:custGeom>
            <a:avLst/>
            <a:gdLst/>
            <a:ahLst/>
            <a:cxnLst/>
            <a:rect l="l" t="t" r="r" b="b"/>
            <a:pathLst>
              <a:path w="206951" h="45455" extrusionOk="0">
                <a:moveTo>
                  <a:pt x="0" y="1"/>
                </a:moveTo>
                <a:lnTo>
                  <a:pt x="0" y="45455"/>
                </a:lnTo>
                <a:lnTo>
                  <a:pt x="206950" y="45455"/>
                </a:lnTo>
                <a:lnTo>
                  <a:pt x="206950" y="1"/>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8"/>
          <p:cNvSpPr/>
          <p:nvPr/>
        </p:nvSpPr>
        <p:spPr>
          <a:xfrm>
            <a:off x="-390050" y="4383825"/>
            <a:ext cx="9602886" cy="325018"/>
          </a:xfrm>
          <a:custGeom>
            <a:avLst/>
            <a:gdLst/>
            <a:ahLst/>
            <a:cxnLst/>
            <a:rect l="l" t="t" r="r" b="b"/>
            <a:pathLst>
              <a:path w="227032" h="16090" extrusionOk="0">
                <a:moveTo>
                  <a:pt x="64375" y="0"/>
                </a:moveTo>
                <a:cubicBezTo>
                  <a:pt x="44700" y="0"/>
                  <a:pt x="25026" y="1237"/>
                  <a:pt x="5511" y="3707"/>
                </a:cubicBezTo>
                <a:lnTo>
                  <a:pt x="1" y="15609"/>
                </a:lnTo>
                <a:cubicBezTo>
                  <a:pt x="12238" y="13149"/>
                  <a:pt x="24646" y="12384"/>
                  <a:pt x="37121" y="12384"/>
                </a:cubicBezTo>
                <a:cubicBezTo>
                  <a:pt x="52998" y="12384"/>
                  <a:pt x="68984" y="13624"/>
                  <a:pt x="84861" y="14188"/>
                </a:cubicBezTo>
                <a:cubicBezTo>
                  <a:pt x="93345" y="14492"/>
                  <a:pt x="101835" y="14600"/>
                  <a:pt x="110329" y="14600"/>
                </a:cubicBezTo>
                <a:cubicBezTo>
                  <a:pt x="131652" y="14600"/>
                  <a:pt x="152995" y="13916"/>
                  <a:pt x="174304" y="13916"/>
                </a:cubicBezTo>
                <a:cubicBezTo>
                  <a:pt x="191914" y="13916"/>
                  <a:pt x="209501" y="14383"/>
                  <a:pt x="227032" y="16090"/>
                </a:cubicBezTo>
                <a:lnTo>
                  <a:pt x="226287" y="6067"/>
                </a:lnTo>
                <a:cubicBezTo>
                  <a:pt x="211071" y="3428"/>
                  <a:pt x="195625" y="2091"/>
                  <a:pt x="180177" y="2091"/>
                </a:cubicBezTo>
                <a:cubicBezTo>
                  <a:pt x="178727" y="2091"/>
                  <a:pt x="177277" y="2102"/>
                  <a:pt x="175827" y="2126"/>
                </a:cubicBezTo>
                <a:cubicBezTo>
                  <a:pt x="162280" y="2346"/>
                  <a:pt x="148742" y="3587"/>
                  <a:pt x="135198" y="3587"/>
                </a:cubicBezTo>
                <a:cubicBezTo>
                  <a:pt x="133223" y="3587"/>
                  <a:pt x="131248" y="3560"/>
                  <a:pt x="129273" y="3501"/>
                </a:cubicBezTo>
                <a:cubicBezTo>
                  <a:pt x="120051" y="3226"/>
                  <a:pt x="110864" y="2218"/>
                  <a:pt x="101666" y="1485"/>
                </a:cubicBezTo>
                <a:cubicBezTo>
                  <a:pt x="89262" y="495"/>
                  <a:pt x="76818" y="0"/>
                  <a:pt x="64375" y="0"/>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8"/>
          <p:cNvSpPr/>
          <p:nvPr/>
        </p:nvSpPr>
        <p:spPr>
          <a:xfrm>
            <a:off x="-390050" y="4561530"/>
            <a:ext cx="9602886" cy="147319"/>
          </a:xfrm>
          <a:custGeom>
            <a:avLst/>
            <a:gdLst/>
            <a:ahLst/>
            <a:cxnLst/>
            <a:rect l="l" t="t" r="r" b="b"/>
            <a:pathLst>
              <a:path w="227032" h="7293" extrusionOk="0">
                <a:moveTo>
                  <a:pt x="37319" y="0"/>
                </a:moveTo>
                <a:cubicBezTo>
                  <a:pt x="25388" y="0"/>
                  <a:pt x="13517" y="701"/>
                  <a:pt x="1799" y="2917"/>
                </a:cubicBezTo>
                <a:lnTo>
                  <a:pt x="1" y="6812"/>
                </a:lnTo>
                <a:cubicBezTo>
                  <a:pt x="12238" y="4352"/>
                  <a:pt x="24646" y="3587"/>
                  <a:pt x="37121" y="3587"/>
                </a:cubicBezTo>
                <a:cubicBezTo>
                  <a:pt x="52998" y="3587"/>
                  <a:pt x="68984" y="4827"/>
                  <a:pt x="84861" y="5391"/>
                </a:cubicBezTo>
                <a:cubicBezTo>
                  <a:pt x="93345" y="5695"/>
                  <a:pt x="101835" y="5803"/>
                  <a:pt x="110329" y="5803"/>
                </a:cubicBezTo>
                <a:cubicBezTo>
                  <a:pt x="131652" y="5803"/>
                  <a:pt x="152995" y="5119"/>
                  <a:pt x="174304" y="5119"/>
                </a:cubicBezTo>
                <a:cubicBezTo>
                  <a:pt x="191914" y="5119"/>
                  <a:pt x="209501" y="5586"/>
                  <a:pt x="227032" y="7293"/>
                </a:cubicBezTo>
                <a:lnTo>
                  <a:pt x="226757" y="3650"/>
                </a:lnTo>
                <a:cubicBezTo>
                  <a:pt x="209410" y="1985"/>
                  <a:pt x="192009" y="1527"/>
                  <a:pt x="174584" y="1527"/>
                </a:cubicBezTo>
                <a:cubicBezTo>
                  <a:pt x="153229" y="1527"/>
                  <a:pt x="131838" y="2215"/>
                  <a:pt x="110467" y="2215"/>
                </a:cubicBezTo>
                <a:cubicBezTo>
                  <a:pt x="102004" y="2215"/>
                  <a:pt x="93544" y="2107"/>
                  <a:pt x="85090" y="1806"/>
                </a:cubicBezTo>
                <a:cubicBezTo>
                  <a:pt x="69205" y="1243"/>
                  <a:pt x="53209" y="0"/>
                  <a:pt x="37319"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9" name="Google Shape;459;p28"/>
          <p:cNvGrpSpPr/>
          <p:nvPr/>
        </p:nvGrpSpPr>
        <p:grpSpPr>
          <a:xfrm>
            <a:off x="2578220" y="4768979"/>
            <a:ext cx="224053" cy="112299"/>
            <a:chOff x="5405600" y="3447325"/>
            <a:chExt cx="80900" cy="40550"/>
          </a:xfrm>
        </p:grpSpPr>
        <p:sp>
          <p:nvSpPr>
            <p:cNvPr id="460" name="Google Shape;460;p28"/>
            <p:cNvSpPr/>
            <p:nvPr/>
          </p:nvSpPr>
          <p:spPr>
            <a:xfrm>
              <a:off x="5413925" y="3447325"/>
              <a:ext cx="72575" cy="35650"/>
            </a:xfrm>
            <a:custGeom>
              <a:avLst/>
              <a:gdLst/>
              <a:ahLst/>
              <a:cxnLst/>
              <a:rect l="l" t="t" r="r" b="b"/>
              <a:pathLst>
                <a:path w="2903" h="1426" extrusionOk="0">
                  <a:moveTo>
                    <a:pt x="1762" y="1"/>
                  </a:moveTo>
                  <a:cubicBezTo>
                    <a:pt x="1333" y="411"/>
                    <a:pt x="551" y="449"/>
                    <a:pt x="0" y="449"/>
                  </a:cubicBezTo>
                  <a:lnTo>
                    <a:pt x="763" y="1391"/>
                  </a:lnTo>
                  <a:cubicBezTo>
                    <a:pt x="767" y="1416"/>
                    <a:pt x="813" y="1426"/>
                    <a:pt x="883" y="1426"/>
                  </a:cubicBezTo>
                  <a:cubicBezTo>
                    <a:pt x="1120" y="1426"/>
                    <a:pt x="1634" y="1312"/>
                    <a:pt x="1743" y="1282"/>
                  </a:cubicBezTo>
                  <a:cubicBezTo>
                    <a:pt x="2153" y="1161"/>
                    <a:pt x="2595" y="1000"/>
                    <a:pt x="2903" y="699"/>
                  </a:cubicBezTo>
                  <a:cubicBezTo>
                    <a:pt x="2525" y="661"/>
                    <a:pt x="2044" y="238"/>
                    <a:pt x="17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8"/>
            <p:cNvSpPr/>
            <p:nvPr/>
          </p:nvSpPr>
          <p:spPr>
            <a:xfrm>
              <a:off x="5405600" y="3472725"/>
              <a:ext cx="65525" cy="15150"/>
            </a:xfrm>
            <a:custGeom>
              <a:avLst/>
              <a:gdLst/>
              <a:ahLst/>
              <a:cxnLst/>
              <a:rect l="l" t="t" r="r" b="b"/>
              <a:pathLst>
                <a:path w="2621" h="606" extrusionOk="0">
                  <a:moveTo>
                    <a:pt x="1417" y="0"/>
                  </a:moveTo>
                  <a:cubicBezTo>
                    <a:pt x="1378" y="0"/>
                    <a:pt x="1333" y="6"/>
                    <a:pt x="1282" y="16"/>
                  </a:cubicBezTo>
                  <a:cubicBezTo>
                    <a:pt x="859" y="100"/>
                    <a:pt x="481" y="523"/>
                    <a:pt x="0" y="606"/>
                  </a:cubicBezTo>
                  <a:lnTo>
                    <a:pt x="2621" y="580"/>
                  </a:lnTo>
                  <a:cubicBezTo>
                    <a:pt x="2268" y="497"/>
                    <a:pt x="2057" y="362"/>
                    <a:pt x="1788" y="177"/>
                  </a:cubicBezTo>
                  <a:cubicBezTo>
                    <a:pt x="1642" y="71"/>
                    <a:pt x="1563" y="0"/>
                    <a:pt x="14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8"/>
            <p:cNvSpPr/>
            <p:nvPr/>
          </p:nvSpPr>
          <p:spPr>
            <a:xfrm>
              <a:off x="5405600" y="3471575"/>
              <a:ext cx="65525" cy="16300"/>
            </a:xfrm>
            <a:custGeom>
              <a:avLst/>
              <a:gdLst/>
              <a:ahLst/>
              <a:cxnLst/>
              <a:rect l="l" t="t" r="r" b="b"/>
              <a:pathLst>
                <a:path w="2621" h="652" extrusionOk="0">
                  <a:moveTo>
                    <a:pt x="1423" y="1"/>
                  </a:moveTo>
                  <a:cubicBezTo>
                    <a:pt x="875" y="1"/>
                    <a:pt x="513" y="530"/>
                    <a:pt x="0" y="652"/>
                  </a:cubicBezTo>
                  <a:cubicBezTo>
                    <a:pt x="442" y="652"/>
                    <a:pt x="969" y="104"/>
                    <a:pt x="1396" y="104"/>
                  </a:cubicBezTo>
                  <a:cubicBezTo>
                    <a:pt x="1477" y="104"/>
                    <a:pt x="1555" y="124"/>
                    <a:pt x="1628" y="171"/>
                  </a:cubicBezTo>
                  <a:cubicBezTo>
                    <a:pt x="1826" y="306"/>
                    <a:pt x="2038" y="447"/>
                    <a:pt x="2262" y="537"/>
                  </a:cubicBezTo>
                  <a:cubicBezTo>
                    <a:pt x="2377" y="575"/>
                    <a:pt x="2499" y="607"/>
                    <a:pt x="2621" y="626"/>
                  </a:cubicBezTo>
                  <a:cubicBezTo>
                    <a:pt x="2384" y="549"/>
                    <a:pt x="2172" y="440"/>
                    <a:pt x="1980" y="299"/>
                  </a:cubicBezTo>
                  <a:cubicBezTo>
                    <a:pt x="1820" y="203"/>
                    <a:pt x="1692" y="56"/>
                    <a:pt x="1506" y="5"/>
                  </a:cubicBezTo>
                  <a:cubicBezTo>
                    <a:pt x="1478" y="2"/>
                    <a:pt x="1450" y="1"/>
                    <a:pt x="1423"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28"/>
          <p:cNvGrpSpPr/>
          <p:nvPr/>
        </p:nvGrpSpPr>
        <p:grpSpPr>
          <a:xfrm flipH="1">
            <a:off x="382300" y="4465925"/>
            <a:ext cx="266975" cy="473075"/>
            <a:chOff x="3576150" y="2917025"/>
            <a:chExt cx="266975" cy="473075"/>
          </a:xfrm>
        </p:grpSpPr>
        <p:sp>
          <p:nvSpPr>
            <p:cNvPr id="464" name="Google Shape;464;p28"/>
            <p:cNvSpPr/>
            <p:nvPr/>
          </p:nvSpPr>
          <p:spPr>
            <a:xfrm>
              <a:off x="3630650" y="2917025"/>
              <a:ext cx="190050" cy="436050"/>
            </a:xfrm>
            <a:custGeom>
              <a:avLst/>
              <a:gdLst/>
              <a:ahLst/>
              <a:cxnLst/>
              <a:rect l="l" t="t" r="r" b="b"/>
              <a:pathLst>
                <a:path w="7602" h="17442" extrusionOk="0">
                  <a:moveTo>
                    <a:pt x="6984" y="1"/>
                  </a:moveTo>
                  <a:cubicBezTo>
                    <a:pt x="6184" y="1"/>
                    <a:pt x="4435" y="782"/>
                    <a:pt x="3658" y="1434"/>
                  </a:cubicBezTo>
                  <a:cubicBezTo>
                    <a:pt x="2415" y="2478"/>
                    <a:pt x="3587" y="4576"/>
                    <a:pt x="2415" y="6135"/>
                  </a:cubicBezTo>
                  <a:cubicBezTo>
                    <a:pt x="1243" y="7705"/>
                    <a:pt x="1044" y="8163"/>
                    <a:pt x="1888" y="9862"/>
                  </a:cubicBezTo>
                  <a:cubicBezTo>
                    <a:pt x="2743" y="11562"/>
                    <a:pt x="2216" y="11304"/>
                    <a:pt x="1102" y="13261"/>
                  </a:cubicBezTo>
                  <a:cubicBezTo>
                    <a:pt x="0" y="15231"/>
                    <a:pt x="2286" y="17317"/>
                    <a:pt x="2286" y="17317"/>
                  </a:cubicBezTo>
                  <a:cubicBezTo>
                    <a:pt x="2286" y="17317"/>
                    <a:pt x="2558" y="17442"/>
                    <a:pt x="2914" y="17442"/>
                  </a:cubicBezTo>
                  <a:cubicBezTo>
                    <a:pt x="3374" y="17442"/>
                    <a:pt x="3977" y="17233"/>
                    <a:pt x="4314" y="16274"/>
                  </a:cubicBezTo>
                  <a:cubicBezTo>
                    <a:pt x="4900" y="14574"/>
                    <a:pt x="3200" y="12546"/>
                    <a:pt x="5029" y="11562"/>
                  </a:cubicBezTo>
                  <a:cubicBezTo>
                    <a:pt x="6858" y="10589"/>
                    <a:pt x="5486" y="8104"/>
                    <a:pt x="4771" y="5619"/>
                  </a:cubicBezTo>
                  <a:cubicBezTo>
                    <a:pt x="4044" y="3134"/>
                    <a:pt x="5357" y="3064"/>
                    <a:pt x="6986" y="1036"/>
                  </a:cubicBezTo>
                  <a:cubicBezTo>
                    <a:pt x="7601" y="281"/>
                    <a:pt x="7463" y="1"/>
                    <a:pt x="6984" y="1"/>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8"/>
            <p:cNvSpPr/>
            <p:nvPr/>
          </p:nvSpPr>
          <p:spPr>
            <a:xfrm>
              <a:off x="3676350" y="2990375"/>
              <a:ext cx="166775" cy="397100"/>
            </a:xfrm>
            <a:custGeom>
              <a:avLst/>
              <a:gdLst/>
              <a:ahLst/>
              <a:cxnLst/>
              <a:rect l="l" t="t" r="r" b="b"/>
              <a:pathLst>
                <a:path w="6671" h="15884" fill="none" extrusionOk="0">
                  <a:moveTo>
                    <a:pt x="2158" y="13340"/>
                  </a:moveTo>
                  <a:cubicBezTo>
                    <a:pt x="2369" y="13094"/>
                    <a:pt x="2416" y="11769"/>
                    <a:pt x="3400" y="11054"/>
                  </a:cubicBezTo>
                  <a:cubicBezTo>
                    <a:pt x="4373" y="10327"/>
                    <a:pt x="4443" y="10269"/>
                    <a:pt x="4514" y="8499"/>
                  </a:cubicBezTo>
                  <a:cubicBezTo>
                    <a:pt x="4572" y="6741"/>
                    <a:pt x="5616" y="5756"/>
                    <a:pt x="6143" y="3799"/>
                  </a:cubicBezTo>
                  <a:cubicBezTo>
                    <a:pt x="6671" y="1829"/>
                    <a:pt x="5885" y="1"/>
                    <a:pt x="4901" y="1501"/>
                  </a:cubicBezTo>
                  <a:cubicBezTo>
                    <a:pt x="3916" y="3013"/>
                    <a:pt x="3728" y="3142"/>
                    <a:pt x="3529" y="4971"/>
                  </a:cubicBezTo>
                  <a:cubicBezTo>
                    <a:pt x="3330" y="6799"/>
                    <a:pt x="2814" y="5955"/>
                    <a:pt x="1958" y="8112"/>
                  </a:cubicBezTo>
                  <a:cubicBezTo>
                    <a:pt x="1114" y="10269"/>
                    <a:pt x="1" y="15883"/>
                    <a:pt x="2158" y="13340"/>
                  </a:cubicBezTo>
                  <a:close/>
                </a:path>
              </a:pathLst>
            </a:custGeom>
            <a:noFill/>
            <a:ln w="4400" cap="flat" cmpd="sng">
              <a:solidFill>
                <a:srgbClr val="34828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8"/>
            <p:cNvSpPr/>
            <p:nvPr/>
          </p:nvSpPr>
          <p:spPr>
            <a:xfrm>
              <a:off x="3576150" y="3293075"/>
              <a:ext cx="247625" cy="97025"/>
            </a:xfrm>
            <a:custGeom>
              <a:avLst/>
              <a:gdLst/>
              <a:ahLst/>
              <a:cxnLst/>
              <a:rect l="l" t="t" r="r" b="b"/>
              <a:pathLst>
                <a:path w="9905" h="3881" extrusionOk="0">
                  <a:moveTo>
                    <a:pt x="6792" y="0"/>
                  </a:moveTo>
                  <a:cubicBezTo>
                    <a:pt x="6177" y="0"/>
                    <a:pt x="5596" y="274"/>
                    <a:pt x="5069" y="695"/>
                  </a:cubicBezTo>
                  <a:lnTo>
                    <a:pt x="5069" y="695"/>
                  </a:lnTo>
                  <a:lnTo>
                    <a:pt x="5087" y="669"/>
                  </a:lnTo>
                  <a:cubicBezTo>
                    <a:pt x="4877" y="624"/>
                    <a:pt x="4670" y="603"/>
                    <a:pt x="4467" y="603"/>
                  </a:cubicBezTo>
                  <a:cubicBezTo>
                    <a:pt x="2489" y="603"/>
                    <a:pt x="840" y="2583"/>
                    <a:pt x="0" y="3869"/>
                  </a:cubicBezTo>
                  <a:lnTo>
                    <a:pt x="2747" y="3850"/>
                  </a:lnTo>
                  <a:lnTo>
                    <a:pt x="2747" y="3850"/>
                  </a:lnTo>
                  <a:cubicBezTo>
                    <a:pt x="2742" y="3860"/>
                    <a:pt x="2736" y="3871"/>
                    <a:pt x="2731" y="3881"/>
                  </a:cubicBezTo>
                  <a:lnTo>
                    <a:pt x="2754" y="3850"/>
                  </a:lnTo>
                  <a:lnTo>
                    <a:pt x="2754" y="3850"/>
                  </a:lnTo>
                  <a:lnTo>
                    <a:pt x="9905" y="3799"/>
                  </a:lnTo>
                  <a:cubicBezTo>
                    <a:pt x="9670" y="2357"/>
                    <a:pt x="9155" y="1208"/>
                    <a:pt x="8276" y="552"/>
                  </a:cubicBezTo>
                  <a:cubicBezTo>
                    <a:pt x="7766" y="165"/>
                    <a:pt x="7268" y="0"/>
                    <a:pt x="6792"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28"/>
          <p:cNvGrpSpPr/>
          <p:nvPr/>
        </p:nvGrpSpPr>
        <p:grpSpPr>
          <a:xfrm>
            <a:off x="4465640" y="4768979"/>
            <a:ext cx="361874" cy="147326"/>
            <a:chOff x="5688950" y="3237275"/>
            <a:chExt cx="137925" cy="56150"/>
          </a:xfrm>
        </p:grpSpPr>
        <p:sp>
          <p:nvSpPr>
            <p:cNvPr id="468" name="Google Shape;468;p28"/>
            <p:cNvSpPr/>
            <p:nvPr/>
          </p:nvSpPr>
          <p:spPr>
            <a:xfrm>
              <a:off x="5692625" y="3238300"/>
              <a:ext cx="26625" cy="21875"/>
            </a:xfrm>
            <a:custGeom>
              <a:avLst/>
              <a:gdLst/>
              <a:ahLst/>
              <a:cxnLst/>
              <a:rect l="l" t="t" r="r" b="b"/>
              <a:pathLst>
                <a:path w="1065" h="875" extrusionOk="0">
                  <a:moveTo>
                    <a:pt x="598" y="1"/>
                  </a:moveTo>
                  <a:cubicBezTo>
                    <a:pt x="500" y="1"/>
                    <a:pt x="397" y="30"/>
                    <a:pt x="302" y="90"/>
                  </a:cubicBezTo>
                  <a:cubicBezTo>
                    <a:pt x="78" y="238"/>
                    <a:pt x="1" y="513"/>
                    <a:pt x="123" y="705"/>
                  </a:cubicBezTo>
                  <a:cubicBezTo>
                    <a:pt x="193" y="817"/>
                    <a:pt x="320" y="875"/>
                    <a:pt x="457" y="875"/>
                  </a:cubicBezTo>
                  <a:cubicBezTo>
                    <a:pt x="557" y="875"/>
                    <a:pt x="663" y="844"/>
                    <a:pt x="757" y="782"/>
                  </a:cubicBezTo>
                  <a:cubicBezTo>
                    <a:pt x="981" y="635"/>
                    <a:pt x="1064" y="366"/>
                    <a:pt x="936" y="174"/>
                  </a:cubicBezTo>
                  <a:cubicBezTo>
                    <a:pt x="865" y="61"/>
                    <a:pt x="737" y="1"/>
                    <a:pt x="598" y="1"/>
                  </a:cubicBezTo>
                  <a:close/>
                </a:path>
              </a:pathLst>
            </a:custGeom>
            <a:solidFill>
              <a:srgbClr val="0090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8"/>
            <p:cNvSpPr/>
            <p:nvPr/>
          </p:nvSpPr>
          <p:spPr>
            <a:xfrm>
              <a:off x="5700800" y="3243775"/>
              <a:ext cx="16375" cy="13325"/>
            </a:xfrm>
            <a:custGeom>
              <a:avLst/>
              <a:gdLst/>
              <a:ahLst/>
              <a:cxnLst/>
              <a:rect l="l" t="t" r="r" b="b"/>
              <a:pathLst>
                <a:path w="655" h="533" extrusionOk="0">
                  <a:moveTo>
                    <a:pt x="379" y="1"/>
                  </a:moveTo>
                  <a:cubicBezTo>
                    <a:pt x="318" y="1"/>
                    <a:pt x="252" y="19"/>
                    <a:pt x="193" y="57"/>
                  </a:cubicBezTo>
                  <a:cubicBezTo>
                    <a:pt x="52" y="147"/>
                    <a:pt x="1" y="313"/>
                    <a:pt x="77" y="429"/>
                  </a:cubicBezTo>
                  <a:cubicBezTo>
                    <a:pt x="122" y="496"/>
                    <a:pt x="200" y="533"/>
                    <a:pt x="284" y="533"/>
                  </a:cubicBezTo>
                  <a:cubicBezTo>
                    <a:pt x="345" y="533"/>
                    <a:pt x="409" y="514"/>
                    <a:pt x="468" y="474"/>
                  </a:cubicBezTo>
                  <a:cubicBezTo>
                    <a:pt x="603" y="384"/>
                    <a:pt x="654" y="217"/>
                    <a:pt x="584" y="102"/>
                  </a:cubicBezTo>
                  <a:cubicBezTo>
                    <a:pt x="539" y="35"/>
                    <a:pt x="463" y="1"/>
                    <a:pt x="379" y="1"/>
                  </a:cubicBezTo>
                  <a:close/>
                </a:path>
              </a:pathLst>
            </a:custGeom>
            <a:solidFill>
              <a:srgbClr val="00B3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8"/>
            <p:cNvSpPr/>
            <p:nvPr/>
          </p:nvSpPr>
          <p:spPr>
            <a:xfrm>
              <a:off x="5705450" y="3237275"/>
              <a:ext cx="90050" cy="48025"/>
            </a:xfrm>
            <a:custGeom>
              <a:avLst/>
              <a:gdLst/>
              <a:ahLst/>
              <a:cxnLst/>
              <a:rect l="l" t="t" r="r" b="b"/>
              <a:pathLst>
                <a:path w="3602" h="1921" extrusionOk="0">
                  <a:moveTo>
                    <a:pt x="757" y="1"/>
                  </a:moveTo>
                  <a:cubicBezTo>
                    <a:pt x="466" y="1"/>
                    <a:pt x="276" y="208"/>
                    <a:pt x="167" y="477"/>
                  </a:cubicBezTo>
                  <a:cubicBezTo>
                    <a:pt x="71" y="714"/>
                    <a:pt x="0" y="1048"/>
                    <a:pt x="199" y="1233"/>
                  </a:cubicBezTo>
                  <a:cubicBezTo>
                    <a:pt x="334" y="1342"/>
                    <a:pt x="507" y="1387"/>
                    <a:pt x="647" y="1438"/>
                  </a:cubicBezTo>
                  <a:cubicBezTo>
                    <a:pt x="647" y="1438"/>
                    <a:pt x="2249" y="1861"/>
                    <a:pt x="2339" y="1881"/>
                  </a:cubicBezTo>
                  <a:cubicBezTo>
                    <a:pt x="2478" y="1902"/>
                    <a:pt x="2600" y="1920"/>
                    <a:pt x="2714" y="1920"/>
                  </a:cubicBezTo>
                  <a:cubicBezTo>
                    <a:pt x="2878" y="1920"/>
                    <a:pt x="3026" y="1881"/>
                    <a:pt x="3185" y="1752"/>
                  </a:cubicBezTo>
                  <a:cubicBezTo>
                    <a:pt x="3435" y="1541"/>
                    <a:pt x="3601" y="932"/>
                    <a:pt x="3422" y="650"/>
                  </a:cubicBezTo>
                  <a:cubicBezTo>
                    <a:pt x="3140" y="183"/>
                    <a:pt x="1237" y="67"/>
                    <a:pt x="865" y="10"/>
                  </a:cubicBezTo>
                  <a:cubicBezTo>
                    <a:pt x="828" y="4"/>
                    <a:pt x="792" y="1"/>
                    <a:pt x="757" y="1"/>
                  </a:cubicBezTo>
                  <a:close/>
                </a:path>
              </a:pathLst>
            </a:custGeom>
            <a:solidFill>
              <a:srgbClr val="00B3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8"/>
            <p:cNvSpPr/>
            <p:nvPr/>
          </p:nvSpPr>
          <p:spPr>
            <a:xfrm>
              <a:off x="5761225" y="3252500"/>
              <a:ext cx="21300" cy="26525"/>
            </a:xfrm>
            <a:custGeom>
              <a:avLst/>
              <a:gdLst/>
              <a:ahLst/>
              <a:cxnLst/>
              <a:rect l="l" t="t" r="r" b="b"/>
              <a:pathLst>
                <a:path w="852" h="1061" extrusionOk="0">
                  <a:moveTo>
                    <a:pt x="765" y="1"/>
                  </a:moveTo>
                  <a:cubicBezTo>
                    <a:pt x="311" y="1"/>
                    <a:pt x="1" y="746"/>
                    <a:pt x="339" y="1060"/>
                  </a:cubicBezTo>
                  <a:cubicBezTo>
                    <a:pt x="153" y="701"/>
                    <a:pt x="428" y="61"/>
                    <a:pt x="851" y="9"/>
                  </a:cubicBezTo>
                  <a:cubicBezTo>
                    <a:pt x="822" y="3"/>
                    <a:pt x="793" y="1"/>
                    <a:pt x="765" y="1"/>
                  </a:cubicBezTo>
                  <a:close/>
                </a:path>
              </a:pathLst>
            </a:custGeom>
            <a:solidFill>
              <a:srgbClr val="0090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8"/>
            <p:cNvSpPr/>
            <p:nvPr/>
          </p:nvSpPr>
          <p:spPr>
            <a:xfrm>
              <a:off x="5688950" y="3266675"/>
              <a:ext cx="58800" cy="20025"/>
            </a:xfrm>
            <a:custGeom>
              <a:avLst/>
              <a:gdLst/>
              <a:ahLst/>
              <a:cxnLst/>
              <a:rect l="l" t="t" r="r" b="b"/>
              <a:pathLst>
                <a:path w="2352" h="801" extrusionOk="0">
                  <a:moveTo>
                    <a:pt x="1007" y="0"/>
                  </a:moveTo>
                  <a:cubicBezTo>
                    <a:pt x="578" y="0"/>
                    <a:pt x="395" y="474"/>
                    <a:pt x="0" y="737"/>
                  </a:cubicBezTo>
                  <a:lnTo>
                    <a:pt x="2352" y="801"/>
                  </a:lnTo>
                  <a:cubicBezTo>
                    <a:pt x="2115" y="576"/>
                    <a:pt x="1602" y="141"/>
                    <a:pt x="1250" y="45"/>
                  </a:cubicBezTo>
                  <a:cubicBezTo>
                    <a:pt x="1160" y="14"/>
                    <a:pt x="1080" y="0"/>
                    <a:pt x="10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8"/>
            <p:cNvSpPr/>
            <p:nvPr/>
          </p:nvSpPr>
          <p:spPr>
            <a:xfrm>
              <a:off x="5716175" y="3261275"/>
              <a:ext cx="110700" cy="32150"/>
            </a:xfrm>
            <a:custGeom>
              <a:avLst/>
              <a:gdLst/>
              <a:ahLst/>
              <a:cxnLst/>
              <a:rect l="l" t="t" r="r" b="b"/>
              <a:pathLst>
                <a:path w="4428" h="1286" extrusionOk="0">
                  <a:moveTo>
                    <a:pt x="4428" y="1151"/>
                  </a:moveTo>
                  <a:lnTo>
                    <a:pt x="4043" y="1163"/>
                  </a:lnTo>
                  <a:lnTo>
                    <a:pt x="4043" y="1163"/>
                  </a:lnTo>
                  <a:cubicBezTo>
                    <a:pt x="4086" y="1166"/>
                    <a:pt x="4130" y="1167"/>
                    <a:pt x="4175" y="1167"/>
                  </a:cubicBezTo>
                  <a:cubicBezTo>
                    <a:pt x="4257" y="1167"/>
                    <a:pt x="4341" y="1162"/>
                    <a:pt x="4428" y="1151"/>
                  </a:cubicBezTo>
                  <a:close/>
                  <a:moveTo>
                    <a:pt x="1727" y="1"/>
                  </a:moveTo>
                  <a:cubicBezTo>
                    <a:pt x="1613" y="1"/>
                    <a:pt x="1486" y="54"/>
                    <a:pt x="1327" y="184"/>
                  </a:cubicBezTo>
                  <a:cubicBezTo>
                    <a:pt x="834" y="568"/>
                    <a:pt x="731" y="1081"/>
                    <a:pt x="1" y="1286"/>
                  </a:cubicBezTo>
                  <a:lnTo>
                    <a:pt x="4043" y="1163"/>
                  </a:lnTo>
                  <a:lnTo>
                    <a:pt x="4043" y="1163"/>
                  </a:lnTo>
                  <a:cubicBezTo>
                    <a:pt x="3327" y="1114"/>
                    <a:pt x="2777" y="678"/>
                    <a:pt x="2269" y="312"/>
                  </a:cubicBezTo>
                  <a:cubicBezTo>
                    <a:pt x="2063" y="138"/>
                    <a:pt x="1911" y="1"/>
                    <a:pt x="17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651"/>
        <p:cNvGrpSpPr/>
        <p:nvPr/>
      </p:nvGrpSpPr>
      <p:grpSpPr>
        <a:xfrm>
          <a:off x="0" y="0"/>
          <a:ext cx="0" cy="0"/>
          <a:chOff x="0" y="0"/>
          <a:chExt cx="0" cy="0"/>
        </a:xfrm>
      </p:grpSpPr>
      <p:sp>
        <p:nvSpPr>
          <p:cNvPr id="652" name="Google Shape;652;p39"/>
          <p:cNvSpPr/>
          <p:nvPr/>
        </p:nvSpPr>
        <p:spPr>
          <a:xfrm>
            <a:off x="-60100" y="4044194"/>
            <a:ext cx="9250295" cy="414732"/>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9"/>
          <p:cNvSpPr/>
          <p:nvPr/>
        </p:nvSpPr>
        <p:spPr>
          <a:xfrm>
            <a:off x="-147526" y="4336115"/>
            <a:ext cx="9291583" cy="1330581"/>
          </a:xfrm>
          <a:custGeom>
            <a:avLst/>
            <a:gdLst/>
            <a:ahLst/>
            <a:cxnLst/>
            <a:rect l="l" t="t" r="r" b="b"/>
            <a:pathLst>
              <a:path w="206951" h="45455" extrusionOk="0">
                <a:moveTo>
                  <a:pt x="0" y="1"/>
                </a:moveTo>
                <a:lnTo>
                  <a:pt x="0" y="45455"/>
                </a:lnTo>
                <a:lnTo>
                  <a:pt x="206950" y="45455"/>
                </a:lnTo>
                <a:lnTo>
                  <a:pt x="206950" y="1"/>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9"/>
          <p:cNvSpPr/>
          <p:nvPr/>
        </p:nvSpPr>
        <p:spPr>
          <a:xfrm>
            <a:off x="-390050" y="4231425"/>
            <a:ext cx="9602886" cy="325018"/>
          </a:xfrm>
          <a:custGeom>
            <a:avLst/>
            <a:gdLst/>
            <a:ahLst/>
            <a:cxnLst/>
            <a:rect l="l" t="t" r="r" b="b"/>
            <a:pathLst>
              <a:path w="227032" h="16090" extrusionOk="0">
                <a:moveTo>
                  <a:pt x="64375" y="0"/>
                </a:moveTo>
                <a:cubicBezTo>
                  <a:pt x="44700" y="0"/>
                  <a:pt x="25026" y="1237"/>
                  <a:pt x="5511" y="3707"/>
                </a:cubicBezTo>
                <a:lnTo>
                  <a:pt x="1" y="15609"/>
                </a:lnTo>
                <a:cubicBezTo>
                  <a:pt x="12238" y="13149"/>
                  <a:pt x="24646" y="12384"/>
                  <a:pt x="37121" y="12384"/>
                </a:cubicBezTo>
                <a:cubicBezTo>
                  <a:pt x="52998" y="12384"/>
                  <a:pt x="68984" y="13624"/>
                  <a:pt x="84861" y="14188"/>
                </a:cubicBezTo>
                <a:cubicBezTo>
                  <a:pt x="93345" y="14492"/>
                  <a:pt x="101835" y="14600"/>
                  <a:pt x="110329" y="14600"/>
                </a:cubicBezTo>
                <a:cubicBezTo>
                  <a:pt x="131652" y="14600"/>
                  <a:pt x="152995" y="13916"/>
                  <a:pt x="174304" y="13916"/>
                </a:cubicBezTo>
                <a:cubicBezTo>
                  <a:pt x="191914" y="13916"/>
                  <a:pt x="209501" y="14383"/>
                  <a:pt x="227032" y="16090"/>
                </a:cubicBezTo>
                <a:lnTo>
                  <a:pt x="226287" y="6067"/>
                </a:lnTo>
                <a:cubicBezTo>
                  <a:pt x="211071" y="3428"/>
                  <a:pt x="195625" y="2091"/>
                  <a:pt x="180177" y="2091"/>
                </a:cubicBezTo>
                <a:cubicBezTo>
                  <a:pt x="178727" y="2091"/>
                  <a:pt x="177277" y="2102"/>
                  <a:pt x="175827" y="2126"/>
                </a:cubicBezTo>
                <a:cubicBezTo>
                  <a:pt x="162280" y="2346"/>
                  <a:pt x="148742" y="3587"/>
                  <a:pt x="135198" y="3587"/>
                </a:cubicBezTo>
                <a:cubicBezTo>
                  <a:pt x="133223" y="3587"/>
                  <a:pt x="131248" y="3560"/>
                  <a:pt x="129273" y="3501"/>
                </a:cubicBezTo>
                <a:cubicBezTo>
                  <a:pt x="120051" y="3226"/>
                  <a:pt x="110864" y="2218"/>
                  <a:pt x="101666" y="1485"/>
                </a:cubicBezTo>
                <a:cubicBezTo>
                  <a:pt x="89262" y="495"/>
                  <a:pt x="76818" y="0"/>
                  <a:pt x="64375" y="0"/>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9"/>
          <p:cNvSpPr/>
          <p:nvPr/>
        </p:nvSpPr>
        <p:spPr>
          <a:xfrm>
            <a:off x="-390050" y="4409130"/>
            <a:ext cx="9602886" cy="147319"/>
          </a:xfrm>
          <a:custGeom>
            <a:avLst/>
            <a:gdLst/>
            <a:ahLst/>
            <a:cxnLst/>
            <a:rect l="l" t="t" r="r" b="b"/>
            <a:pathLst>
              <a:path w="227032" h="7293" extrusionOk="0">
                <a:moveTo>
                  <a:pt x="37319" y="0"/>
                </a:moveTo>
                <a:cubicBezTo>
                  <a:pt x="25388" y="0"/>
                  <a:pt x="13517" y="701"/>
                  <a:pt x="1799" y="2917"/>
                </a:cubicBezTo>
                <a:lnTo>
                  <a:pt x="1" y="6812"/>
                </a:lnTo>
                <a:cubicBezTo>
                  <a:pt x="12238" y="4352"/>
                  <a:pt x="24646" y="3587"/>
                  <a:pt x="37121" y="3587"/>
                </a:cubicBezTo>
                <a:cubicBezTo>
                  <a:pt x="52998" y="3587"/>
                  <a:pt x="68984" y="4827"/>
                  <a:pt x="84861" y="5391"/>
                </a:cubicBezTo>
                <a:cubicBezTo>
                  <a:pt x="93345" y="5695"/>
                  <a:pt x="101835" y="5803"/>
                  <a:pt x="110329" y="5803"/>
                </a:cubicBezTo>
                <a:cubicBezTo>
                  <a:pt x="131652" y="5803"/>
                  <a:pt x="152995" y="5119"/>
                  <a:pt x="174304" y="5119"/>
                </a:cubicBezTo>
                <a:cubicBezTo>
                  <a:pt x="191914" y="5119"/>
                  <a:pt x="209501" y="5586"/>
                  <a:pt x="227032" y="7293"/>
                </a:cubicBezTo>
                <a:lnTo>
                  <a:pt x="226757" y="3650"/>
                </a:lnTo>
                <a:cubicBezTo>
                  <a:pt x="209410" y="1985"/>
                  <a:pt x="192009" y="1527"/>
                  <a:pt x="174584" y="1527"/>
                </a:cubicBezTo>
                <a:cubicBezTo>
                  <a:pt x="153229" y="1527"/>
                  <a:pt x="131838" y="2215"/>
                  <a:pt x="110467" y="2215"/>
                </a:cubicBezTo>
                <a:cubicBezTo>
                  <a:pt x="102004" y="2215"/>
                  <a:pt x="93544" y="2107"/>
                  <a:pt x="85090" y="1806"/>
                </a:cubicBezTo>
                <a:cubicBezTo>
                  <a:pt x="69205" y="1243"/>
                  <a:pt x="53209" y="0"/>
                  <a:pt x="37319"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656;p39"/>
          <p:cNvGrpSpPr/>
          <p:nvPr/>
        </p:nvGrpSpPr>
        <p:grpSpPr>
          <a:xfrm flipH="1">
            <a:off x="382414" y="4031472"/>
            <a:ext cx="426092" cy="755028"/>
            <a:chOff x="3576150" y="2917025"/>
            <a:chExt cx="266975" cy="473075"/>
          </a:xfrm>
        </p:grpSpPr>
        <p:sp>
          <p:nvSpPr>
            <p:cNvPr id="657" name="Google Shape;657;p39"/>
            <p:cNvSpPr/>
            <p:nvPr/>
          </p:nvSpPr>
          <p:spPr>
            <a:xfrm>
              <a:off x="3630650" y="2917025"/>
              <a:ext cx="190050" cy="436050"/>
            </a:xfrm>
            <a:custGeom>
              <a:avLst/>
              <a:gdLst/>
              <a:ahLst/>
              <a:cxnLst/>
              <a:rect l="l" t="t" r="r" b="b"/>
              <a:pathLst>
                <a:path w="7602" h="17442" extrusionOk="0">
                  <a:moveTo>
                    <a:pt x="6984" y="1"/>
                  </a:moveTo>
                  <a:cubicBezTo>
                    <a:pt x="6184" y="1"/>
                    <a:pt x="4435" y="782"/>
                    <a:pt x="3658" y="1434"/>
                  </a:cubicBezTo>
                  <a:cubicBezTo>
                    <a:pt x="2415" y="2478"/>
                    <a:pt x="3587" y="4576"/>
                    <a:pt x="2415" y="6135"/>
                  </a:cubicBezTo>
                  <a:cubicBezTo>
                    <a:pt x="1243" y="7705"/>
                    <a:pt x="1044" y="8163"/>
                    <a:pt x="1888" y="9862"/>
                  </a:cubicBezTo>
                  <a:cubicBezTo>
                    <a:pt x="2743" y="11562"/>
                    <a:pt x="2216" y="11304"/>
                    <a:pt x="1102" y="13261"/>
                  </a:cubicBezTo>
                  <a:cubicBezTo>
                    <a:pt x="0" y="15231"/>
                    <a:pt x="2286" y="17317"/>
                    <a:pt x="2286" y="17317"/>
                  </a:cubicBezTo>
                  <a:cubicBezTo>
                    <a:pt x="2286" y="17317"/>
                    <a:pt x="2558" y="17442"/>
                    <a:pt x="2914" y="17442"/>
                  </a:cubicBezTo>
                  <a:cubicBezTo>
                    <a:pt x="3374" y="17442"/>
                    <a:pt x="3977" y="17233"/>
                    <a:pt x="4314" y="16274"/>
                  </a:cubicBezTo>
                  <a:cubicBezTo>
                    <a:pt x="4900" y="14574"/>
                    <a:pt x="3200" y="12546"/>
                    <a:pt x="5029" y="11562"/>
                  </a:cubicBezTo>
                  <a:cubicBezTo>
                    <a:pt x="6858" y="10589"/>
                    <a:pt x="5486" y="8104"/>
                    <a:pt x="4771" y="5619"/>
                  </a:cubicBezTo>
                  <a:cubicBezTo>
                    <a:pt x="4044" y="3134"/>
                    <a:pt x="5357" y="3064"/>
                    <a:pt x="6986" y="1036"/>
                  </a:cubicBezTo>
                  <a:cubicBezTo>
                    <a:pt x="7601" y="281"/>
                    <a:pt x="7463" y="1"/>
                    <a:pt x="6984" y="1"/>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9"/>
            <p:cNvSpPr/>
            <p:nvPr/>
          </p:nvSpPr>
          <p:spPr>
            <a:xfrm>
              <a:off x="3676350" y="2990375"/>
              <a:ext cx="166775" cy="397100"/>
            </a:xfrm>
            <a:custGeom>
              <a:avLst/>
              <a:gdLst/>
              <a:ahLst/>
              <a:cxnLst/>
              <a:rect l="l" t="t" r="r" b="b"/>
              <a:pathLst>
                <a:path w="6671" h="15884" fill="none" extrusionOk="0">
                  <a:moveTo>
                    <a:pt x="2158" y="13340"/>
                  </a:moveTo>
                  <a:cubicBezTo>
                    <a:pt x="2369" y="13094"/>
                    <a:pt x="2416" y="11769"/>
                    <a:pt x="3400" y="11054"/>
                  </a:cubicBezTo>
                  <a:cubicBezTo>
                    <a:pt x="4373" y="10327"/>
                    <a:pt x="4443" y="10269"/>
                    <a:pt x="4514" y="8499"/>
                  </a:cubicBezTo>
                  <a:cubicBezTo>
                    <a:pt x="4572" y="6741"/>
                    <a:pt x="5616" y="5756"/>
                    <a:pt x="6143" y="3799"/>
                  </a:cubicBezTo>
                  <a:cubicBezTo>
                    <a:pt x="6671" y="1829"/>
                    <a:pt x="5885" y="1"/>
                    <a:pt x="4901" y="1501"/>
                  </a:cubicBezTo>
                  <a:cubicBezTo>
                    <a:pt x="3916" y="3013"/>
                    <a:pt x="3728" y="3142"/>
                    <a:pt x="3529" y="4971"/>
                  </a:cubicBezTo>
                  <a:cubicBezTo>
                    <a:pt x="3330" y="6799"/>
                    <a:pt x="2814" y="5955"/>
                    <a:pt x="1958" y="8112"/>
                  </a:cubicBezTo>
                  <a:cubicBezTo>
                    <a:pt x="1114" y="10269"/>
                    <a:pt x="1" y="15883"/>
                    <a:pt x="2158" y="13340"/>
                  </a:cubicBezTo>
                  <a:close/>
                </a:path>
              </a:pathLst>
            </a:custGeom>
            <a:noFill/>
            <a:ln w="4400" cap="flat" cmpd="sng">
              <a:solidFill>
                <a:srgbClr val="34828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9"/>
            <p:cNvSpPr/>
            <p:nvPr/>
          </p:nvSpPr>
          <p:spPr>
            <a:xfrm>
              <a:off x="3576150" y="3293075"/>
              <a:ext cx="247625" cy="97025"/>
            </a:xfrm>
            <a:custGeom>
              <a:avLst/>
              <a:gdLst/>
              <a:ahLst/>
              <a:cxnLst/>
              <a:rect l="l" t="t" r="r" b="b"/>
              <a:pathLst>
                <a:path w="9905" h="3881" extrusionOk="0">
                  <a:moveTo>
                    <a:pt x="6792" y="0"/>
                  </a:moveTo>
                  <a:cubicBezTo>
                    <a:pt x="6177" y="0"/>
                    <a:pt x="5596" y="274"/>
                    <a:pt x="5069" y="695"/>
                  </a:cubicBezTo>
                  <a:lnTo>
                    <a:pt x="5069" y="695"/>
                  </a:lnTo>
                  <a:lnTo>
                    <a:pt x="5087" y="669"/>
                  </a:lnTo>
                  <a:cubicBezTo>
                    <a:pt x="4877" y="624"/>
                    <a:pt x="4670" y="603"/>
                    <a:pt x="4467" y="603"/>
                  </a:cubicBezTo>
                  <a:cubicBezTo>
                    <a:pt x="2489" y="603"/>
                    <a:pt x="840" y="2583"/>
                    <a:pt x="0" y="3869"/>
                  </a:cubicBezTo>
                  <a:lnTo>
                    <a:pt x="2747" y="3850"/>
                  </a:lnTo>
                  <a:lnTo>
                    <a:pt x="2747" y="3850"/>
                  </a:lnTo>
                  <a:cubicBezTo>
                    <a:pt x="2742" y="3860"/>
                    <a:pt x="2736" y="3871"/>
                    <a:pt x="2731" y="3881"/>
                  </a:cubicBezTo>
                  <a:lnTo>
                    <a:pt x="2754" y="3850"/>
                  </a:lnTo>
                  <a:lnTo>
                    <a:pt x="2754" y="3850"/>
                  </a:lnTo>
                  <a:lnTo>
                    <a:pt x="9905" y="3799"/>
                  </a:lnTo>
                  <a:cubicBezTo>
                    <a:pt x="9670" y="2357"/>
                    <a:pt x="9155" y="1208"/>
                    <a:pt x="8276" y="552"/>
                  </a:cubicBezTo>
                  <a:cubicBezTo>
                    <a:pt x="7766" y="165"/>
                    <a:pt x="7268" y="0"/>
                    <a:pt x="6792"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 name="Google Shape;660;p39"/>
          <p:cNvGrpSpPr/>
          <p:nvPr/>
        </p:nvGrpSpPr>
        <p:grpSpPr>
          <a:xfrm>
            <a:off x="1218304" y="4608586"/>
            <a:ext cx="387947" cy="198796"/>
            <a:chOff x="6375000" y="3202275"/>
            <a:chExt cx="78500" cy="40225"/>
          </a:xfrm>
        </p:grpSpPr>
        <p:sp>
          <p:nvSpPr>
            <p:cNvPr id="661" name="Google Shape;661;p39"/>
            <p:cNvSpPr/>
            <p:nvPr/>
          </p:nvSpPr>
          <p:spPr>
            <a:xfrm>
              <a:off x="6375000" y="3202275"/>
              <a:ext cx="72575" cy="35475"/>
            </a:xfrm>
            <a:custGeom>
              <a:avLst/>
              <a:gdLst/>
              <a:ahLst/>
              <a:cxnLst/>
              <a:rect l="l" t="t" r="r" b="b"/>
              <a:pathLst>
                <a:path w="2903" h="1419" extrusionOk="0">
                  <a:moveTo>
                    <a:pt x="1140" y="0"/>
                  </a:moveTo>
                  <a:cubicBezTo>
                    <a:pt x="852" y="231"/>
                    <a:pt x="372" y="654"/>
                    <a:pt x="0" y="692"/>
                  </a:cubicBezTo>
                  <a:cubicBezTo>
                    <a:pt x="301" y="993"/>
                    <a:pt x="750" y="1153"/>
                    <a:pt x="1160" y="1282"/>
                  </a:cubicBezTo>
                  <a:cubicBezTo>
                    <a:pt x="1268" y="1306"/>
                    <a:pt x="1782" y="1419"/>
                    <a:pt x="2016" y="1419"/>
                  </a:cubicBezTo>
                  <a:cubicBezTo>
                    <a:pt x="2086" y="1419"/>
                    <a:pt x="2131" y="1409"/>
                    <a:pt x="2134" y="1384"/>
                  </a:cubicBezTo>
                  <a:lnTo>
                    <a:pt x="2902" y="442"/>
                  </a:lnTo>
                  <a:cubicBezTo>
                    <a:pt x="2351" y="442"/>
                    <a:pt x="1563" y="410"/>
                    <a:pt x="11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9"/>
            <p:cNvSpPr/>
            <p:nvPr/>
          </p:nvSpPr>
          <p:spPr>
            <a:xfrm>
              <a:off x="6384600" y="3226025"/>
              <a:ext cx="68900" cy="16475"/>
            </a:xfrm>
            <a:custGeom>
              <a:avLst/>
              <a:gdLst/>
              <a:ahLst/>
              <a:cxnLst/>
              <a:rect l="l" t="t" r="r" b="b"/>
              <a:pathLst>
                <a:path w="2756" h="659" extrusionOk="0">
                  <a:moveTo>
                    <a:pt x="1430" y="0"/>
                  </a:moveTo>
                  <a:cubicBezTo>
                    <a:pt x="1403" y="0"/>
                    <a:pt x="1378" y="2"/>
                    <a:pt x="1352" y="5"/>
                  </a:cubicBezTo>
                  <a:cubicBezTo>
                    <a:pt x="1090" y="30"/>
                    <a:pt x="808" y="267"/>
                    <a:pt x="571" y="396"/>
                  </a:cubicBezTo>
                  <a:cubicBezTo>
                    <a:pt x="391" y="472"/>
                    <a:pt x="154" y="530"/>
                    <a:pt x="0" y="658"/>
                  </a:cubicBezTo>
                  <a:lnTo>
                    <a:pt x="2755" y="581"/>
                  </a:lnTo>
                  <a:cubicBezTo>
                    <a:pt x="2411" y="382"/>
                    <a:pt x="1862" y="0"/>
                    <a:pt x="14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9"/>
            <p:cNvSpPr/>
            <p:nvPr/>
          </p:nvSpPr>
          <p:spPr>
            <a:xfrm>
              <a:off x="6384600" y="3224825"/>
              <a:ext cx="68900" cy="17675"/>
            </a:xfrm>
            <a:custGeom>
              <a:avLst/>
              <a:gdLst/>
              <a:ahLst/>
              <a:cxnLst/>
              <a:rect l="l" t="t" r="r" b="b"/>
              <a:pathLst>
                <a:path w="2756" h="707" extrusionOk="0">
                  <a:moveTo>
                    <a:pt x="1456" y="0"/>
                  </a:moveTo>
                  <a:cubicBezTo>
                    <a:pt x="1178" y="0"/>
                    <a:pt x="925" y="145"/>
                    <a:pt x="551" y="412"/>
                  </a:cubicBezTo>
                  <a:cubicBezTo>
                    <a:pt x="385" y="495"/>
                    <a:pt x="148" y="559"/>
                    <a:pt x="0" y="706"/>
                  </a:cubicBezTo>
                  <a:cubicBezTo>
                    <a:pt x="180" y="585"/>
                    <a:pt x="391" y="559"/>
                    <a:pt x="590" y="476"/>
                  </a:cubicBezTo>
                  <a:cubicBezTo>
                    <a:pt x="987" y="238"/>
                    <a:pt x="1207" y="107"/>
                    <a:pt x="1462" y="107"/>
                  </a:cubicBezTo>
                  <a:cubicBezTo>
                    <a:pt x="1659" y="107"/>
                    <a:pt x="1878" y="186"/>
                    <a:pt x="2217" y="354"/>
                  </a:cubicBezTo>
                  <a:cubicBezTo>
                    <a:pt x="2397" y="444"/>
                    <a:pt x="2570" y="540"/>
                    <a:pt x="2755" y="629"/>
                  </a:cubicBezTo>
                  <a:cubicBezTo>
                    <a:pt x="2589" y="514"/>
                    <a:pt x="2422" y="392"/>
                    <a:pt x="2249" y="290"/>
                  </a:cubicBezTo>
                  <a:cubicBezTo>
                    <a:pt x="1919" y="93"/>
                    <a:pt x="1679" y="0"/>
                    <a:pt x="1456"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39"/>
          <p:cNvGrpSpPr/>
          <p:nvPr/>
        </p:nvGrpSpPr>
        <p:grpSpPr>
          <a:xfrm>
            <a:off x="6204118" y="4594531"/>
            <a:ext cx="570060" cy="305545"/>
            <a:chOff x="6890275" y="3195250"/>
            <a:chExt cx="115350" cy="61825"/>
          </a:xfrm>
        </p:grpSpPr>
        <p:sp>
          <p:nvSpPr>
            <p:cNvPr id="665" name="Google Shape;665;p39"/>
            <p:cNvSpPr/>
            <p:nvPr/>
          </p:nvSpPr>
          <p:spPr>
            <a:xfrm>
              <a:off x="6960925" y="3213525"/>
              <a:ext cx="15550" cy="36450"/>
            </a:xfrm>
            <a:custGeom>
              <a:avLst/>
              <a:gdLst/>
              <a:ahLst/>
              <a:cxnLst/>
              <a:rect l="l" t="t" r="r" b="b"/>
              <a:pathLst>
                <a:path w="622" h="1458" extrusionOk="0">
                  <a:moveTo>
                    <a:pt x="485" y="0"/>
                  </a:moveTo>
                  <a:cubicBezTo>
                    <a:pt x="432" y="0"/>
                    <a:pt x="381" y="35"/>
                    <a:pt x="365" y="88"/>
                  </a:cubicBezTo>
                  <a:lnTo>
                    <a:pt x="19" y="1299"/>
                  </a:lnTo>
                  <a:cubicBezTo>
                    <a:pt x="0" y="1363"/>
                    <a:pt x="45" y="1434"/>
                    <a:pt x="109" y="1453"/>
                  </a:cubicBezTo>
                  <a:cubicBezTo>
                    <a:pt x="120" y="1456"/>
                    <a:pt x="132" y="1458"/>
                    <a:pt x="143" y="1458"/>
                  </a:cubicBezTo>
                  <a:cubicBezTo>
                    <a:pt x="196" y="1458"/>
                    <a:pt x="247" y="1423"/>
                    <a:pt x="263" y="1370"/>
                  </a:cubicBezTo>
                  <a:lnTo>
                    <a:pt x="609" y="159"/>
                  </a:lnTo>
                  <a:cubicBezTo>
                    <a:pt x="622" y="95"/>
                    <a:pt x="583" y="24"/>
                    <a:pt x="519" y="5"/>
                  </a:cubicBezTo>
                  <a:cubicBezTo>
                    <a:pt x="508" y="2"/>
                    <a:pt x="497" y="0"/>
                    <a:pt x="485"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9"/>
            <p:cNvSpPr/>
            <p:nvPr/>
          </p:nvSpPr>
          <p:spPr>
            <a:xfrm>
              <a:off x="6900375" y="3195650"/>
              <a:ext cx="71450" cy="53125"/>
            </a:xfrm>
            <a:custGeom>
              <a:avLst/>
              <a:gdLst/>
              <a:ahLst/>
              <a:cxnLst/>
              <a:rect l="l" t="t" r="r" b="b"/>
              <a:pathLst>
                <a:path w="2858" h="2125" extrusionOk="0">
                  <a:moveTo>
                    <a:pt x="549" y="1"/>
                  </a:moveTo>
                  <a:cubicBezTo>
                    <a:pt x="456" y="1"/>
                    <a:pt x="373" y="61"/>
                    <a:pt x="346" y="156"/>
                  </a:cubicBezTo>
                  <a:lnTo>
                    <a:pt x="32" y="1271"/>
                  </a:lnTo>
                  <a:cubicBezTo>
                    <a:pt x="0" y="1380"/>
                    <a:pt x="64" y="1502"/>
                    <a:pt x="180" y="1534"/>
                  </a:cubicBezTo>
                  <a:lnTo>
                    <a:pt x="2249" y="2117"/>
                  </a:lnTo>
                  <a:cubicBezTo>
                    <a:pt x="2269" y="2122"/>
                    <a:pt x="2289" y="2125"/>
                    <a:pt x="2309" y="2125"/>
                  </a:cubicBezTo>
                  <a:cubicBezTo>
                    <a:pt x="2402" y="2125"/>
                    <a:pt x="2485" y="2065"/>
                    <a:pt x="2512" y="1969"/>
                  </a:cubicBezTo>
                  <a:lnTo>
                    <a:pt x="2826" y="861"/>
                  </a:lnTo>
                  <a:cubicBezTo>
                    <a:pt x="2858" y="746"/>
                    <a:pt x="2794" y="630"/>
                    <a:pt x="2678" y="598"/>
                  </a:cubicBezTo>
                  <a:lnTo>
                    <a:pt x="609" y="9"/>
                  </a:lnTo>
                  <a:cubicBezTo>
                    <a:pt x="589" y="3"/>
                    <a:pt x="569" y="1"/>
                    <a:pt x="549" y="1"/>
                  </a:cubicBezTo>
                  <a:close/>
                </a:path>
              </a:pathLst>
            </a:custGeom>
            <a:solidFill>
              <a:srgbClr val="FF55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9"/>
            <p:cNvSpPr/>
            <p:nvPr/>
          </p:nvSpPr>
          <p:spPr>
            <a:xfrm>
              <a:off x="6896850" y="3195250"/>
              <a:ext cx="15550" cy="36625"/>
            </a:xfrm>
            <a:custGeom>
              <a:avLst/>
              <a:gdLst/>
              <a:ahLst/>
              <a:cxnLst/>
              <a:rect l="l" t="t" r="r" b="b"/>
              <a:pathLst>
                <a:path w="622" h="1465" extrusionOk="0">
                  <a:moveTo>
                    <a:pt x="479" y="1"/>
                  </a:moveTo>
                  <a:cubicBezTo>
                    <a:pt x="426" y="1"/>
                    <a:pt x="375" y="37"/>
                    <a:pt x="359" y="95"/>
                  </a:cubicBezTo>
                  <a:lnTo>
                    <a:pt x="20" y="1300"/>
                  </a:lnTo>
                  <a:cubicBezTo>
                    <a:pt x="0" y="1370"/>
                    <a:pt x="39" y="1441"/>
                    <a:pt x="103" y="1460"/>
                  </a:cubicBezTo>
                  <a:cubicBezTo>
                    <a:pt x="114" y="1463"/>
                    <a:pt x="125" y="1465"/>
                    <a:pt x="136" y="1465"/>
                  </a:cubicBezTo>
                  <a:cubicBezTo>
                    <a:pt x="190" y="1465"/>
                    <a:pt x="241" y="1429"/>
                    <a:pt x="257" y="1370"/>
                  </a:cubicBezTo>
                  <a:lnTo>
                    <a:pt x="603" y="166"/>
                  </a:lnTo>
                  <a:cubicBezTo>
                    <a:pt x="622" y="95"/>
                    <a:pt x="583" y="25"/>
                    <a:pt x="513" y="6"/>
                  </a:cubicBezTo>
                  <a:cubicBezTo>
                    <a:pt x="502" y="2"/>
                    <a:pt x="490" y="1"/>
                    <a:pt x="479"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9"/>
            <p:cNvSpPr/>
            <p:nvPr/>
          </p:nvSpPr>
          <p:spPr>
            <a:xfrm>
              <a:off x="6890275" y="3228125"/>
              <a:ext cx="115350" cy="28950"/>
            </a:xfrm>
            <a:custGeom>
              <a:avLst/>
              <a:gdLst/>
              <a:ahLst/>
              <a:cxnLst/>
              <a:rect l="l" t="t" r="r" b="b"/>
              <a:pathLst>
                <a:path w="4614" h="1158" extrusionOk="0">
                  <a:moveTo>
                    <a:pt x="2502" y="1"/>
                  </a:moveTo>
                  <a:cubicBezTo>
                    <a:pt x="2311" y="1"/>
                    <a:pt x="2184" y="70"/>
                    <a:pt x="2012" y="171"/>
                  </a:cubicBezTo>
                  <a:cubicBezTo>
                    <a:pt x="1353" y="510"/>
                    <a:pt x="878" y="978"/>
                    <a:pt x="1" y="1029"/>
                  </a:cubicBezTo>
                  <a:lnTo>
                    <a:pt x="4614" y="1157"/>
                  </a:lnTo>
                  <a:cubicBezTo>
                    <a:pt x="4172" y="1004"/>
                    <a:pt x="3845" y="843"/>
                    <a:pt x="3512" y="587"/>
                  </a:cubicBezTo>
                  <a:cubicBezTo>
                    <a:pt x="3294" y="401"/>
                    <a:pt x="3038" y="94"/>
                    <a:pt x="2672" y="17"/>
                  </a:cubicBezTo>
                  <a:cubicBezTo>
                    <a:pt x="2609" y="6"/>
                    <a:pt x="2553" y="1"/>
                    <a:pt x="25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9"/>
            <p:cNvSpPr/>
            <p:nvPr/>
          </p:nvSpPr>
          <p:spPr>
            <a:xfrm>
              <a:off x="6890275" y="3226700"/>
              <a:ext cx="115350" cy="30375"/>
            </a:xfrm>
            <a:custGeom>
              <a:avLst/>
              <a:gdLst/>
              <a:ahLst/>
              <a:cxnLst/>
              <a:rect l="l" t="t" r="r" b="b"/>
              <a:pathLst>
                <a:path w="4614" h="1215" extrusionOk="0">
                  <a:moveTo>
                    <a:pt x="2501" y="0"/>
                  </a:moveTo>
                  <a:cubicBezTo>
                    <a:pt x="2450" y="0"/>
                    <a:pt x="2398" y="5"/>
                    <a:pt x="2346" y="16"/>
                  </a:cubicBezTo>
                  <a:cubicBezTo>
                    <a:pt x="1929" y="164"/>
                    <a:pt x="1577" y="439"/>
                    <a:pt x="1199" y="657"/>
                  </a:cubicBezTo>
                  <a:cubicBezTo>
                    <a:pt x="834" y="875"/>
                    <a:pt x="430" y="1041"/>
                    <a:pt x="1" y="1086"/>
                  </a:cubicBezTo>
                  <a:cubicBezTo>
                    <a:pt x="436" y="1086"/>
                    <a:pt x="859" y="939"/>
                    <a:pt x="1237" y="727"/>
                  </a:cubicBezTo>
                  <a:cubicBezTo>
                    <a:pt x="1615" y="529"/>
                    <a:pt x="1968" y="260"/>
                    <a:pt x="2365" y="125"/>
                  </a:cubicBezTo>
                  <a:cubicBezTo>
                    <a:pt x="2417" y="114"/>
                    <a:pt x="2468" y="108"/>
                    <a:pt x="2518" y="108"/>
                  </a:cubicBezTo>
                  <a:cubicBezTo>
                    <a:pt x="2886" y="108"/>
                    <a:pt x="3177" y="400"/>
                    <a:pt x="3448" y="638"/>
                  </a:cubicBezTo>
                  <a:cubicBezTo>
                    <a:pt x="3787" y="920"/>
                    <a:pt x="4191" y="1093"/>
                    <a:pt x="4614" y="1214"/>
                  </a:cubicBezTo>
                  <a:cubicBezTo>
                    <a:pt x="4210" y="1054"/>
                    <a:pt x="3819" y="862"/>
                    <a:pt x="3499" y="580"/>
                  </a:cubicBezTo>
                  <a:cubicBezTo>
                    <a:pt x="3232" y="313"/>
                    <a:pt x="2899" y="0"/>
                    <a:pt x="2501"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9"/>
          <p:cNvGrpSpPr/>
          <p:nvPr/>
        </p:nvGrpSpPr>
        <p:grpSpPr>
          <a:xfrm>
            <a:off x="1949204" y="4608563"/>
            <a:ext cx="681625" cy="277499"/>
            <a:chOff x="5688950" y="3237275"/>
            <a:chExt cx="137925" cy="56150"/>
          </a:xfrm>
        </p:grpSpPr>
        <p:sp>
          <p:nvSpPr>
            <p:cNvPr id="671" name="Google Shape;671;p39"/>
            <p:cNvSpPr/>
            <p:nvPr/>
          </p:nvSpPr>
          <p:spPr>
            <a:xfrm>
              <a:off x="5692625" y="3238300"/>
              <a:ext cx="26625" cy="21875"/>
            </a:xfrm>
            <a:custGeom>
              <a:avLst/>
              <a:gdLst/>
              <a:ahLst/>
              <a:cxnLst/>
              <a:rect l="l" t="t" r="r" b="b"/>
              <a:pathLst>
                <a:path w="1065" h="875" extrusionOk="0">
                  <a:moveTo>
                    <a:pt x="598" y="1"/>
                  </a:moveTo>
                  <a:cubicBezTo>
                    <a:pt x="500" y="1"/>
                    <a:pt x="397" y="30"/>
                    <a:pt x="302" y="90"/>
                  </a:cubicBezTo>
                  <a:cubicBezTo>
                    <a:pt x="78" y="238"/>
                    <a:pt x="1" y="513"/>
                    <a:pt x="123" y="705"/>
                  </a:cubicBezTo>
                  <a:cubicBezTo>
                    <a:pt x="193" y="817"/>
                    <a:pt x="320" y="875"/>
                    <a:pt x="457" y="875"/>
                  </a:cubicBezTo>
                  <a:cubicBezTo>
                    <a:pt x="557" y="875"/>
                    <a:pt x="663" y="844"/>
                    <a:pt x="757" y="782"/>
                  </a:cubicBezTo>
                  <a:cubicBezTo>
                    <a:pt x="981" y="635"/>
                    <a:pt x="1064" y="366"/>
                    <a:pt x="936" y="174"/>
                  </a:cubicBezTo>
                  <a:cubicBezTo>
                    <a:pt x="865" y="61"/>
                    <a:pt x="737" y="1"/>
                    <a:pt x="598" y="1"/>
                  </a:cubicBezTo>
                  <a:close/>
                </a:path>
              </a:pathLst>
            </a:custGeom>
            <a:solidFill>
              <a:srgbClr val="0090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9"/>
            <p:cNvSpPr/>
            <p:nvPr/>
          </p:nvSpPr>
          <p:spPr>
            <a:xfrm>
              <a:off x="5700800" y="3243775"/>
              <a:ext cx="16375" cy="13325"/>
            </a:xfrm>
            <a:custGeom>
              <a:avLst/>
              <a:gdLst/>
              <a:ahLst/>
              <a:cxnLst/>
              <a:rect l="l" t="t" r="r" b="b"/>
              <a:pathLst>
                <a:path w="655" h="533" extrusionOk="0">
                  <a:moveTo>
                    <a:pt x="379" y="1"/>
                  </a:moveTo>
                  <a:cubicBezTo>
                    <a:pt x="318" y="1"/>
                    <a:pt x="252" y="19"/>
                    <a:pt x="193" y="57"/>
                  </a:cubicBezTo>
                  <a:cubicBezTo>
                    <a:pt x="52" y="147"/>
                    <a:pt x="1" y="313"/>
                    <a:pt x="77" y="429"/>
                  </a:cubicBezTo>
                  <a:cubicBezTo>
                    <a:pt x="122" y="496"/>
                    <a:pt x="200" y="533"/>
                    <a:pt x="284" y="533"/>
                  </a:cubicBezTo>
                  <a:cubicBezTo>
                    <a:pt x="345" y="533"/>
                    <a:pt x="409" y="514"/>
                    <a:pt x="468" y="474"/>
                  </a:cubicBezTo>
                  <a:cubicBezTo>
                    <a:pt x="603" y="384"/>
                    <a:pt x="654" y="217"/>
                    <a:pt x="584" y="102"/>
                  </a:cubicBezTo>
                  <a:cubicBezTo>
                    <a:pt x="539" y="35"/>
                    <a:pt x="463" y="1"/>
                    <a:pt x="3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9"/>
            <p:cNvSpPr/>
            <p:nvPr/>
          </p:nvSpPr>
          <p:spPr>
            <a:xfrm>
              <a:off x="5705450" y="3237275"/>
              <a:ext cx="90050" cy="48025"/>
            </a:xfrm>
            <a:custGeom>
              <a:avLst/>
              <a:gdLst/>
              <a:ahLst/>
              <a:cxnLst/>
              <a:rect l="l" t="t" r="r" b="b"/>
              <a:pathLst>
                <a:path w="3602" h="1921" extrusionOk="0">
                  <a:moveTo>
                    <a:pt x="757" y="1"/>
                  </a:moveTo>
                  <a:cubicBezTo>
                    <a:pt x="466" y="1"/>
                    <a:pt x="276" y="208"/>
                    <a:pt x="167" y="477"/>
                  </a:cubicBezTo>
                  <a:cubicBezTo>
                    <a:pt x="71" y="714"/>
                    <a:pt x="0" y="1048"/>
                    <a:pt x="199" y="1233"/>
                  </a:cubicBezTo>
                  <a:cubicBezTo>
                    <a:pt x="334" y="1342"/>
                    <a:pt x="507" y="1387"/>
                    <a:pt x="647" y="1438"/>
                  </a:cubicBezTo>
                  <a:cubicBezTo>
                    <a:pt x="647" y="1438"/>
                    <a:pt x="2249" y="1861"/>
                    <a:pt x="2339" y="1881"/>
                  </a:cubicBezTo>
                  <a:cubicBezTo>
                    <a:pt x="2478" y="1902"/>
                    <a:pt x="2600" y="1920"/>
                    <a:pt x="2714" y="1920"/>
                  </a:cubicBezTo>
                  <a:cubicBezTo>
                    <a:pt x="2878" y="1920"/>
                    <a:pt x="3026" y="1881"/>
                    <a:pt x="3185" y="1752"/>
                  </a:cubicBezTo>
                  <a:cubicBezTo>
                    <a:pt x="3435" y="1541"/>
                    <a:pt x="3601" y="932"/>
                    <a:pt x="3422" y="650"/>
                  </a:cubicBezTo>
                  <a:cubicBezTo>
                    <a:pt x="3140" y="183"/>
                    <a:pt x="1237" y="67"/>
                    <a:pt x="865" y="10"/>
                  </a:cubicBezTo>
                  <a:cubicBezTo>
                    <a:pt x="828" y="4"/>
                    <a:pt x="792" y="1"/>
                    <a:pt x="7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9"/>
            <p:cNvSpPr/>
            <p:nvPr/>
          </p:nvSpPr>
          <p:spPr>
            <a:xfrm>
              <a:off x="5761225" y="3252500"/>
              <a:ext cx="21300" cy="26525"/>
            </a:xfrm>
            <a:custGeom>
              <a:avLst/>
              <a:gdLst/>
              <a:ahLst/>
              <a:cxnLst/>
              <a:rect l="l" t="t" r="r" b="b"/>
              <a:pathLst>
                <a:path w="852" h="1061" extrusionOk="0">
                  <a:moveTo>
                    <a:pt x="765" y="1"/>
                  </a:moveTo>
                  <a:cubicBezTo>
                    <a:pt x="311" y="1"/>
                    <a:pt x="1" y="746"/>
                    <a:pt x="339" y="1060"/>
                  </a:cubicBezTo>
                  <a:cubicBezTo>
                    <a:pt x="153" y="701"/>
                    <a:pt x="428" y="61"/>
                    <a:pt x="851" y="9"/>
                  </a:cubicBezTo>
                  <a:cubicBezTo>
                    <a:pt x="822" y="3"/>
                    <a:pt x="793" y="1"/>
                    <a:pt x="765" y="1"/>
                  </a:cubicBezTo>
                  <a:close/>
                </a:path>
              </a:pathLst>
            </a:custGeom>
            <a:solidFill>
              <a:srgbClr val="0090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9"/>
            <p:cNvSpPr/>
            <p:nvPr/>
          </p:nvSpPr>
          <p:spPr>
            <a:xfrm>
              <a:off x="5688950" y="3266675"/>
              <a:ext cx="58800" cy="20025"/>
            </a:xfrm>
            <a:custGeom>
              <a:avLst/>
              <a:gdLst/>
              <a:ahLst/>
              <a:cxnLst/>
              <a:rect l="l" t="t" r="r" b="b"/>
              <a:pathLst>
                <a:path w="2352" h="801" extrusionOk="0">
                  <a:moveTo>
                    <a:pt x="1007" y="0"/>
                  </a:moveTo>
                  <a:cubicBezTo>
                    <a:pt x="578" y="0"/>
                    <a:pt x="395" y="474"/>
                    <a:pt x="0" y="737"/>
                  </a:cubicBezTo>
                  <a:lnTo>
                    <a:pt x="2352" y="801"/>
                  </a:lnTo>
                  <a:cubicBezTo>
                    <a:pt x="2115" y="576"/>
                    <a:pt x="1602" y="141"/>
                    <a:pt x="1250" y="45"/>
                  </a:cubicBezTo>
                  <a:cubicBezTo>
                    <a:pt x="1160" y="14"/>
                    <a:pt x="1080" y="0"/>
                    <a:pt x="10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9"/>
            <p:cNvSpPr/>
            <p:nvPr/>
          </p:nvSpPr>
          <p:spPr>
            <a:xfrm>
              <a:off x="5716175" y="3261275"/>
              <a:ext cx="110700" cy="32150"/>
            </a:xfrm>
            <a:custGeom>
              <a:avLst/>
              <a:gdLst/>
              <a:ahLst/>
              <a:cxnLst/>
              <a:rect l="l" t="t" r="r" b="b"/>
              <a:pathLst>
                <a:path w="4428" h="1286" extrusionOk="0">
                  <a:moveTo>
                    <a:pt x="4428" y="1151"/>
                  </a:moveTo>
                  <a:lnTo>
                    <a:pt x="4043" y="1163"/>
                  </a:lnTo>
                  <a:lnTo>
                    <a:pt x="4043" y="1163"/>
                  </a:lnTo>
                  <a:cubicBezTo>
                    <a:pt x="4086" y="1166"/>
                    <a:pt x="4130" y="1167"/>
                    <a:pt x="4175" y="1167"/>
                  </a:cubicBezTo>
                  <a:cubicBezTo>
                    <a:pt x="4257" y="1167"/>
                    <a:pt x="4341" y="1162"/>
                    <a:pt x="4428" y="1151"/>
                  </a:cubicBezTo>
                  <a:close/>
                  <a:moveTo>
                    <a:pt x="1727" y="1"/>
                  </a:moveTo>
                  <a:cubicBezTo>
                    <a:pt x="1613" y="1"/>
                    <a:pt x="1486" y="54"/>
                    <a:pt x="1327" y="184"/>
                  </a:cubicBezTo>
                  <a:cubicBezTo>
                    <a:pt x="834" y="568"/>
                    <a:pt x="731" y="1081"/>
                    <a:pt x="1" y="1286"/>
                  </a:cubicBezTo>
                  <a:lnTo>
                    <a:pt x="4043" y="1163"/>
                  </a:lnTo>
                  <a:lnTo>
                    <a:pt x="4043" y="1163"/>
                  </a:lnTo>
                  <a:cubicBezTo>
                    <a:pt x="3327" y="1114"/>
                    <a:pt x="2777" y="678"/>
                    <a:pt x="2269" y="312"/>
                  </a:cubicBezTo>
                  <a:cubicBezTo>
                    <a:pt x="2063" y="138"/>
                    <a:pt x="1911" y="1"/>
                    <a:pt x="17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 name="Google Shape;677;p39"/>
          <p:cNvGrpSpPr/>
          <p:nvPr/>
        </p:nvGrpSpPr>
        <p:grpSpPr>
          <a:xfrm flipH="1">
            <a:off x="5173860" y="4919841"/>
            <a:ext cx="426094" cy="109978"/>
            <a:chOff x="5002750" y="3501150"/>
            <a:chExt cx="94050" cy="24275"/>
          </a:xfrm>
        </p:grpSpPr>
        <p:sp>
          <p:nvSpPr>
            <p:cNvPr id="678" name="Google Shape;678;p39"/>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9"/>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0" name="Google Shape;680;p39"/>
          <p:cNvGrpSpPr/>
          <p:nvPr/>
        </p:nvGrpSpPr>
        <p:grpSpPr>
          <a:xfrm>
            <a:off x="5001205" y="4807385"/>
            <a:ext cx="485735" cy="184751"/>
            <a:chOff x="3877425" y="1976375"/>
            <a:chExt cx="260350" cy="99025"/>
          </a:xfrm>
        </p:grpSpPr>
        <p:sp>
          <p:nvSpPr>
            <p:cNvPr id="681" name="Google Shape;681;p39"/>
            <p:cNvSpPr/>
            <p:nvPr/>
          </p:nvSpPr>
          <p:spPr>
            <a:xfrm>
              <a:off x="3890025" y="1976375"/>
              <a:ext cx="247750" cy="99025"/>
            </a:xfrm>
            <a:custGeom>
              <a:avLst/>
              <a:gdLst/>
              <a:ahLst/>
              <a:cxnLst/>
              <a:rect l="l" t="t" r="r" b="b"/>
              <a:pathLst>
                <a:path w="9910" h="3961" extrusionOk="0">
                  <a:moveTo>
                    <a:pt x="3957" y="0"/>
                  </a:moveTo>
                  <a:cubicBezTo>
                    <a:pt x="3114" y="0"/>
                    <a:pt x="2623" y="157"/>
                    <a:pt x="2429" y="233"/>
                  </a:cubicBezTo>
                  <a:cubicBezTo>
                    <a:pt x="2292" y="290"/>
                    <a:pt x="2154" y="347"/>
                    <a:pt x="2017" y="393"/>
                  </a:cubicBezTo>
                  <a:cubicBezTo>
                    <a:pt x="1382" y="603"/>
                    <a:pt x="931" y="658"/>
                    <a:pt x="632" y="658"/>
                  </a:cubicBezTo>
                  <a:cubicBezTo>
                    <a:pt x="295" y="658"/>
                    <a:pt x="150" y="588"/>
                    <a:pt x="150" y="588"/>
                  </a:cubicBezTo>
                  <a:lnTo>
                    <a:pt x="81" y="1263"/>
                  </a:lnTo>
                  <a:lnTo>
                    <a:pt x="69" y="1344"/>
                  </a:lnTo>
                  <a:lnTo>
                    <a:pt x="1" y="2020"/>
                  </a:lnTo>
                  <a:cubicBezTo>
                    <a:pt x="1" y="2020"/>
                    <a:pt x="44" y="2009"/>
                    <a:pt x="134" y="2009"/>
                  </a:cubicBezTo>
                  <a:cubicBezTo>
                    <a:pt x="366" y="2009"/>
                    <a:pt x="904" y="2080"/>
                    <a:pt x="1788" y="2592"/>
                  </a:cubicBezTo>
                  <a:cubicBezTo>
                    <a:pt x="1914" y="2661"/>
                    <a:pt x="2040" y="2741"/>
                    <a:pt x="2166" y="2833"/>
                  </a:cubicBezTo>
                  <a:cubicBezTo>
                    <a:pt x="2395" y="2982"/>
                    <a:pt x="3139" y="3406"/>
                    <a:pt x="4652" y="3520"/>
                  </a:cubicBezTo>
                  <a:cubicBezTo>
                    <a:pt x="5980" y="3623"/>
                    <a:pt x="7928" y="3841"/>
                    <a:pt x="8936" y="3955"/>
                  </a:cubicBezTo>
                  <a:cubicBezTo>
                    <a:pt x="8964" y="3959"/>
                    <a:pt x="8992" y="3961"/>
                    <a:pt x="9019" y="3961"/>
                  </a:cubicBezTo>
                  <a:cubicBezTo>
                    <a:pt x="9340" y="3961"/>
                    <a:pt x="9614" y="3720"/>
                    <a:pt x="9646" y="3383"/>
                  </a:cubicBezTo>
                  <a:lnTo>
                    <a:pt x="9749" y="2432"/>
                  </a:lnTo>
                  <a:lnTo>
                    <a:pt x="9772" y="2203"/>
                  </a:lnTo>
                  <a:lnTo>
                    <a:pt x="9875" y="1241"/>
                  </a:lnTo>
                  <a:cubicBezTo>
                    <a:pt x="9909" y="885"/>
                    <a:pt x="9646" y="565"/>
                    <a:pt x="9291" y="530"/>
                  </a:cubicBezTo>
                  <a:cubicBezTo>
                    <a:pt x="8283" y="439"/>
                    <a:pt x="6335" y="255"/>
                    <a:pt x="5007" y="72"/>
                  </a:cubicBezTo>
                  <a:cubicBezTo>
                    <a:pt x="4610" y="21"/>
                    <a:pt x="4261" y="0"/>
                    <a:pt x="3957"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9"/>
            <p:cNvSpPr/>
            <p:nvPr/>
          </p:nvSpPr>
          <p:spPr>
            <a:xfrm>
              <a:off x="3877425" y="1988200"/>
              <a:ext cx="22650" cy="39825"/>
            </a:xfrm>
            <a:custGeom>
              <a:avLst/>
              <a:gdLst/>
              <a:ahLst/>
              <a:cxnLst/>
              <a:rect l="l" t="t" r="r" b="b"/>
              <a:pathLst>
                <a:path w="906" h="1593" extrusionOk="0">
                  <a:moveTo>
                    <a:pt x="173" y="0"/>
                  </a:moveTo>
                  <a:lnTo>
                    <a:pt x="1" y="1512"/>
                  </a:lnTo>
                  <a:lnTo>
                    <a:pt x="734" y="1592"/>
                  </a:lnTo>
                  <a:lnTo>
                    <a:pt x="906" y="80"/>
                  </a:lnTo>
                  <a:lnTo>
                    <a:pt x="173" y="0"/>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39"/>
          <p:cNvGrpSpPr/>
          <p:nvPr/>
        </p:nvGrpSpPr>
        <p:grpSpPr>
          <a:xfrm>
            <a:off x="7026062" y="3091976"/>
            <a:ext cx="1792505" cy="1816552"/>
            <a:chOff x="5507225" y="3201225"/>
            <a:chExt cx="744025" cy="753975"/>
          </a:xfrm>
        </p:grpSpPr>
        <p:sp>
          <p:nvSpPr>
            <p:cNvPr id="684" name="Google Shape;684;p39"/>
            <p:cNvSpPr/>
            <p:nvPr/>
          </p:nvSpPr>
          <p:spPr>
            <a:xfrm>
              <a:off x="5507225" y="3532625"/>
              <a:ext cx="282675" cy="422575"/>
            </a:xfrm>
            <a:custGeom>
              <a:avLst/>
              <a:gdLst/>
              <a:ahLst/>
              <a:cxnLst/>
              <a:rect l="l" t="t" r="r" b="b"/>
              <a:pathLst>
                <a:path w="11307" h="16903" extrusionOk="0">
                  <a:moveTo>
                    <a:pt x="8401" y="1"/>
                  </a:moveTo>
                  <a:cubicBezTo>
                    <a:pt x="8320" y="1"/>
                    <a:pt x="8238" y="8"/>
                    <a:pt x="8156" y="23"/>
                  </a:cubicBezTo>
                  <a:cubicBezTo>
                    <a:pt x="7778" y="1249"/>
                    <a:pt x="7377" y="2463"/>
                    <a:pt x="6805" y="3597"/>
                  </a:cubicBezTo>
                  <a:cubicBezTo>
                    <a:pt x="6129" y="4960"/>
                    <a:pt x="5453" y="6427"/>
                    <a:pt x="4525" y="7595"/>
                  </a:cubicBezTo>
                  <a:cubicBezTo>
                    <a:pt x="3780" y="8512"/>
                    <a:pt x="2967" y="8764"/>
                    <a:pt x="1971" y="9313"/>
                  </a:cubicBezTo>
                  <a:cubicBezTo>
                    <a:pt x="1925" y="9737"/>
                    <a:pt x="1822" y="10654"/>
                    <a:pt x="1741" y="11077"/>
                  </a:cubicBezTo>
                  <a:cubicBezTo>
                    <a:pt x="1501" y="12464"/>
                    <a:pt x="481" y="13506"/>
                    <a:pt x="115" y="14846"/>
                  </a:cubicBezTo>
                  <a:cubicBezTo>
                    <a:pt x="46" y="15098"/>
                    <a:pt x="0" y="15373"/>
                    <a:pt x="92" y="15614"/>
                  </a:cubicBezTo>
                  <a:cubicBezTo>
                    <a:pt x="161" y="15797"/>
                    <a:pt x="321" y="15934"/>
                    <a:pt x="470" y="16049"/>
                  </a:cubicBezTo>
                  <a:cubicBezTo>
                    <a:pt x="1146" y="16553"/>
                    <a:pt x="1925" y="16851"/>
                    <a:pt x="2727" y="16897"/>
                  </a:cubicBezTo>
                  <a:cubicBezTo>
                    <a:pt x="2803" y="16901"/>
                    <a:pt x="2879" y="16903"/>
                    <a:pt x="2955" y="16903"/>
                  </a:cubicBezTo>
                  <a:cubicBezTo>
                    <a:pt x="3500" y="16903"/>
                    <a:pt x="4051" y="16802"/>
                    <a:pt x="4594" y="16702"/>
                  </a:cubicBezTo>
                  <a:cubicBezTo>
                    <a:pt x="6026" y="16438"/>
                    <a:pt x="7458" y="16175"/>
                    <a:pt x="8889" y="15911"/>
                  </a:cubicBezTo>
                  <a:cubicBezTo>
                    <a:pt x="9107" y="15877"/>
                    <a:pt x="9325" y="15831"/>
                    <a:pt x="9497" y="15671"/>
                  </a:cubicBezTo>
                  <a:cubicBezTo>
                    <a:pt x="9646" y="15533"/>
                    <a:pt x="9726" y="15316"/>
                    <a:pt x="9806" y="15110"/>
                  </a:cubicBezTo>
                  <a:cubicBezTo>
                    <a:pt x="10092" y="14342"/>
                    <a:pt x="10379" y="13563"/>
                    <a:pt x="10550" y="12750"/>
                  </a:cubicBezTo>
                  <a:cubicBezTo>
                    <a:pt x="11307" y="9290"/>
                    <a:pt x="9966" y="5716"/>
                    <a:pt x="9726" y="2154"/>
                  </a:cubicBezTo>
                  <a:cubicBezTo>
                    <a:pt x="9691" y="1707"/>
                    <a:pt x="9680" y="1260"/>
                    <a:pt x="9531" y="848"/>
                  </a:cubicBezTo>
                  <a:cubicBezTo>
                    <a:pt x="9416" y="516"/>
                    <a:pt x="9176" y="207"/>
                    <a:pt x="8889" y="103"/>
                  </a:cubicBezTo>
                  <a:cubicBezTo>
                    <a:pt x="8735" y="34"/>
                    <a:pt x="8570" y="1"/>
                    <a:pt x="8401"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9"/>
            <p:cNvSpPr/>
            <p:nvPr/>
          </p:nvSpPr>
          <p:spPr>
            <a:xfrm>
              <a:off x="5556200" y="3529950"/>
              <a:ext cx="178425" cy="257300"/>
            </a:xfrm>
            <a:custGeom>
              <a:avLst/>
              <a:gdLst/>
              <a:ahLst/>
              <a:cxnLst/>
              <a:rect l="l" t="t" r="r" b="b"/>
              <a:pathLst>
                <a:path w="7137" h="10292" extrusionOk="0">
                  <a:moveTo>
                    <a:pt x="6266" y="1"/>
                  </a:moveTo>
                  <a:cubicBezTo>
                    <a:pt x="6000" y="1"/>
                    <a:pt x="5750" y="216"/>
                    <a:pt x="5579" y="451"/>
                  </a:cubicBezTo>
                  <a:cubicBezTo>
                    <a:pt x="4995" y="1287"/>
                    <a:pt x="4960" y="2479"/>
                    <a:pt x="4353" y="3292"/>
                  </a:cubicBezTo>
                  <a:cubicBezTo>
                    <a:pt x="4124" y="3578"/>
                    <a:pt x="3849" y="3807"/>
                    <a:pt x="3631" y="4105"/>
                  </a:cubicBezTo>
                  <a:cubicBezTo>
                    <a:pt x="3334" y="4506"/>
                    <a:pt x="3185" y="5010"/>
                    <a:pt x="2956" y="5468"/>
                  </a:cubicBezTo>
                  <a:cubicBezTo>
                    <a:pt x="2326" y="6751"/>
                    <a:pt x="1180" y="7599"/>
                    <a:pt x="332" y="8722"/>
                  </a:cubicBezTo>
                  <a:cubicBezTo>
                    <a:pt x="172" y="8916"/>
                    <a:pt x="23" y="9145"/>
                    <a:pt x="12" y="9420"/>
                  </a:cubicBezTo>
                  <a:cubicBezTo>
                    <a:pt x="0" y="9947"/>
                    <a:pt x="550" y="10279"/>
                    <a:pt x="1031" y="10291"/>
                  </a:cubicBezTo>
                  <a:cubicBezTo>
                    <a:pt x="1046" y="10291"/>
                    <a:pt x="1062" y="10292"/>
                    <a:pt x="1077" y="10292"/>
                  </a:cubicBezTo>
                  <a:cubicBezTo>
                    <a:pt x="1975" y="10292"/>
                    <a:pt x="2771" y="9637"/>
                    <a:pt x="3368" y="8893"/>
                  </a:cubicBezTo>
                  <a:cubicBezTo>
                    <a:pt x="3964" y="8137"/>
                    <a:pt x="4433" y="7244"/>
                    <a:pt x="5086" y="6545"/>
                  </a:cubicBezTo>
                  <a:cubicBezTo>
                    <a:pt x="5579" y="6030"/>
                    <a:pt x="6174" y="5617"/>
                    <a:pt x="6518" y="4964"/>
                  </a:cubicBezTo>
                  <a:cubicBezTo>
                    <a:pt x="6862" y="4288"/>
                    <a:pt x="6873" y="3464"/>
                    <a:pt x="6873" y="2685"/>
                  </a:cubicBezTo>
                  <a:lnTo>
                    <a:pt x="6942" y="1700"/>
                  </a:lnTo>
                  <a:cubicBezTo>
                    <a:pt x="7137" y="1471"/>
                    <a:pt x="6621" y="39"/>
                    <a:pt x="6323" y="4"/>
                  </a:cubicBezTo>
                  <a:cubicBezTo>
                    <a:pt x="6304" y="2"/>
                    <a:pt x="6285" y="1"/>
                    <a:pt x="62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9"/>
            <p:cNvSpPr/>
            <p:nvPr/>
          </p:nvSpPr>
          <p:spPr>
            <a:xfrm>
              <a:off x="5708000" y="3522225"/>
              <a:ext cx="46950" cy="44525"/>
            </a:xfrm>
            <a:custGeom>
              <a:avLst/>
              <a:gdLst/>
              <a:ahLst/>
              <a:cxnLst/>
              <a:rect l="l" t="t" r="r" b="b"/>
              <a:pathLst>
                <a:path w="1878" h="1781" extrusionOk="0">
                  <a:moveTo>
                    <a:pt x="864" y="0"/>
                  </a:moveTo>
                  <a:cubicBezTo>
                    <a:pt x="518" y="0"/>
                    <a:pt x="187" y="56"/>
                    <a:pt x="125" y="256"/>
                  </a:cubicBezTo>
                  <a:cubicBezTo>
                    <a:pt x="0" y="673"/>
                    <a:pt x="292" y="691"/>
                    <a:pt x="346" y="691"/>
                  </a:cubicBezTo>
                  <a:cubicBezTo>
                    <a:pt x="351" y="691"/>
                    <a:pt x="354" y="691"/>
                    <a:pt x="354" y="691"/>
                  </a:cubicBezTo>
                  <a:lnTo>
                    <a:pt x="354" y="691"/>
                  </a:lnTo>
                  <a:cubicBezTo>
                    <a:pt x="251" y="714"/>
                    <a:pt x="171" y="771"/>
                    <a:pt x="160" y="909"/>
                  </a:cubicBezTo>
                  <a:cubicBezTo>
                    <a:pt x="148" y="1046"/>
                    <a:pt x="286" y="1150"/>
                    <a:pt x="286" y="1150"/>
                  </a:cubicBezTo>
                  <a:cubicBezTo>
                    <a:pt x="206" y="1172"/>
                    <a:pt x="217" y="1207"/>
                    <a:pt x="194" y="1264"/>
                  </a:cubicBezTo>
                  <a:cubicBezTo>
                    <a:pt x="171" y="1333"/>
                    <a:pt x="183" y="1402"/>
                    <a:pt x="240" y="1459"/>
                  </a:cubicBezTo>
                  <a:cubicBezTo>
                    <a:pt x="458" y="1699"/>
                    <a:pt x="858" y="1768"/>
                    <a:pt x="1088" y="1780"/>
                  </a:cubicBezTo>
                  <a:cubicBezTo>
                    <a:pt x="1100" y="1780"/>
                    <a:pt x="1112" y="1781"/>
                    <a:pt x="1125" y="1781"/>
                  </a:cubicBezTo>
                  <a:cubicBezTo>
                    <a:pt x="1259" y="1781"/>
                    <a:pt x="1381" y="1723"/>
                    <a:pt x="1454" y="1608"/>
                  </a:cubicBezTo>
                  <a:cubicBezTo>
                    <a:pt x="1557" y="1447"/>
                    <a:pt x="1523" y="1321"/>
                    <a:pt x="1523" y="1321"/>
                  </a:cubicBezTo>
                  <a:cubicBezTo>
                    <a:pt x="1718" y="1104"/>
                    <a:pt x="1660" y="783"/>
                    <a:pt x="1660" y="783"/>
                  </a:cubicBezTo>
                  <a:cubicBezTo>
                    <a:pt x="1878" y="462"/>
                    <a:pt x="1741" y="84"/>
                    <a:pt x="1741" y="84"/>
                  </a:cubicBezTo>
                  <a:cubicBezTo>
                    <a:pt x="1741" y="84"/>
                    <a:pt x="1291" y="0"/>
                    <a:pt x="864" y="0"/>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9"/>
            <p:cNvSpPr/>
            <p:nvPr/>
          </p:nvSpPr>
          <p:spPr>
            <a:xfrm>
              <a:off x="5989975" y="3665225"/>
              <a:ext cx="170800" cy="216800"/>
            </a:xfrm>
            <a:custGeom>
              <a:avLst/>
              <a:gdLst/>
              <a:ahLst/>
              <a:cxnLst/>
              <a:rect l="l" t="t" r="r" b="b"/>
              <a:pathLst>
                <a:path w="6832" h="8672" extrusionOk="0">
                  <a:moveTo>
                    <a:pt x="2421" y="0"/>
                  </a:moveTo>
                  <a:lnTo>
                    <a:pt x="588" y="1673"/>
                  </a:lnTo>
                  <a:cubicBezTo>
                    <a:pt x="588" y="1673"/>
                    <a:pt x="3669" y="4995"/>
                    <a:pt x="3956" y="5647"/>
                  </a:cubicBezTo>
                  <a:lnTo>
                    <a:pt x="2111" y="7618"/>
                  </a:lnTo>
                  <a:cubicBezTo>
                    <a:pt x="1" y="7659"/>
                    <a:pt x="1080" y="8671"/>
                    <a:pt x="1921" y="8671"/>
                  </a:cubicBezTo>
                  <a:cubicBezTo>
                    <a:pt x="2020" y="8671"/>
                    <a:pt x="2116" y="8657"/>
                    <a:pt x="2203" y="8626"/>
                  </a:cubicBezTo>
                  <a:cubicBezTo>
                    <a:pt x="3429" y="8179"/>
                    <a:pt x="4425" y="7160"/>
                    <a:pt x="5330" y="6988"/>
                  </a:cubicBezTo>
                  <a:cubicBezTo>
                    <a:pt x="6602" y="6747"/>
                    <a:pt x="6831" y="5751"/>
                    <a:pt x="6510" y="5247"/>
                  </a:cubicBezTo>
                  <a:cubicBezTo>
                    <a:pt x="5571" y="3792"/>
                    <a:pt x="2421" y="0"/>
                    <a:pt x="2421" y="0"/>
                  </a:cubicBezTo>
                  <a:close/>
                </a:path>
              </a:pathLst>
            </a:custGeom>
            <a:solidFill>
              <a:srgbClr val="F3BD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9"/>
            <p:cNvSpPr/>
            <p:nvPr/>
          </p:nvSpPr>
          <p:spPr>
            <a:xfrm>
              <a:off x="6004650" y="3665225"/>
              <a:ext cx="130050" cy="123725"/>
            </a:xfrm>
            <a:custGeom>
              <a:avLst/>
              <a:gdLst/>
              <a:ahLst/>
              <a:cxnLst/>
              <a:rect l="l" t="t" r="r" b="b"/>
              <a:pathLst>
                <a:path w="5202" h="4949" extrusionOk="0">
                  <a:moveTo>
                    <a:pt x="1834" y="0"/>
                  </a:moveTo>
                  <a:lnTo>
                    <a:pt x="1" y="1673"/>
                  </a:lnTo>
                  <a:cubicBezTo>
                    <a:pt x="1" y="1673"/>
                    <a:pt x="1948" y="3769"/>
                    <a:pt x="2888" y="4949"/>
                  </a:cubicBezTo>
                  <a:lnTo>
                    <a:pt x="5202" y="4227"/>
                  </a:lnTo>
                  <a:cubicBezTo>
                    <a:pt x="3919" y="2509"/>
                    <a:pt x="1834" y="0"/>
                    <a:pt x="1834" y="0"/>
                  </a:cubicBezTo>
                  <a:close/>
                </a:path>
              </a:pathLst>
            </a:custGeom>
            <a:solidFill>
              <a:srgbClr val="DA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9"/>
            <p:cNvSpPr/>
            <p:nvPr/>
          </p:nvSpPr>
          <p:spPr>
            <a:xfrm>
              <a:off x="5880375" y="3201225"/>
              <a:ext cx="173000" cy="115975"/>
            </a:xfrm>
            <a:custGeom>
              <a:avLst/>
              <a:gdLst/>
              <a:ahLst/>
              <a:cxnLst/>
              <a:rect l="l" t="t" r="r" b="b"/>
              <a:pathLst>
                <a:path w="6920" h="4639" extrusionOk="0">
                  <a:moveTo>
                    <a:pt x="2734" y="1"/>
                  </a:moveTo>
                  <a:cubicBezTo>
                    <a:pt x="1529" y="1"/>
                    <a:pt x="308" y="851"/>
                    <a:pt x="0" y="2088"/>
                  </a:cubicBezTo>
                  <a:lnTo>
                    <a:pt x="4044" y="4218"/>
                  </a:lnTo>
                  <a:cubicBezTo>
                    <a:pt x="4345" y="4483"/>
                    <a:pt x="4734" y="4639"/>
                    <a:pt x="5146" y="4639"/>
                  </a:cubicBezTo>
                  <a:cubicBezTo>
                    <a:pt x="5251" y="4639"/>
                    <a:pt x="5358" y="4629"/>
                    <a:pt x="5465" y="4608"/>
                  </a:cubicBezTo>
                  <a:cubicBezTo>
                    <a:pt x="6347" y="4436"/>
                    <a:pt x="6919" y="3600"/>
                    <a:pt x="6748" y="2729"/>
                  </a:cubicBezTo>
                  <a:cubicBezTo>
                    <a:pt x="6590" y="1971"/>
                    <a:pt x="5909" y="1445"/>
                    <a:pt x="5151" y="1445"/>
                  </a:cubicBezTo>
                  <a:cubicBezTo>
                    <a:pt x="5084" y="1445"/>
                    <a:pt x="5017" y="1449"/>
                    <a:pt x="4949" y="1458"/>
                  </a:cubicBezTo>
                  <a:cubicBezTo>
                    <a:pt x="4926" y="1412"/>
                    <a:pt x="4892" y="1366"/>
                    <a:pt x="4869" y="1309"/>
                  </a:cubicBezTo>
                  <a:cubicBezTo>
                    <a:pt x="4356" y="389"/>
                    <a:pt x="3549" y="1"/>
                    <a:pt x="2734" y="1"/>
                  </a:cubicBezTo>
                  <a:close/>
                </a:path>
              </a:pathLst>
            </a:custGeom>
            <a:solidFill>
              <a:srgbClr val="9D43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9"/>
            <p:cNvSpPr/>
            <p:nvPr/>
          </p:nvSpPr>
          <p:spPr>
            <a:xfrm>
              <a:off x="5930200" y="3268875"/>
              <a:ext cx="112000" cy="132050"/>
            </a:xfrm>
            <a:custGeom>
              <a:avLst/>
              <a:gdLst/>
              <a:ahLst/>
              <a:cxnLst/>
              <a:rect l="l" t="t" r="r" b="b"/>
              <a:pathLst>
                <a:path w="4480" h="5282" extrusionOk="0">
                  <a:moveTo>
                    <a:pt x="1879" y="0"/>
                  </a:moveTo>
                  <a:lnTo>
                    <a:pt x="1" y="1535"/>
                  </a:lnTo>
                  <a:lnTo>
                    <a:pt x="1845" y="4617"/>
                  </a:lnTo>
                  <a:cubicBezTo>
                    <a:pt x="2103" y="5049"/>
                    <a:pt x="2551" y="5282"/>
                    <a:pt x="3005" y="5282"/>
                  </a:cubicBezTo>
                  <a:cubicBezTo>
                    <a:pt x="3297" y="5282"/>
                    <a:pt x="3591" y="5185"/>
                    <a:pt x="3838" y="4983"/>
                  </a:cubicBezTo>
                  <a:cubicBezTo>
                    <a:pt x="4376" y="4536"/>
                    <a:pt x="4480" y="3746"/>
                    <a:pt x="4067" y="3162"/>
                  </a:cubicBezTo>
                  <a:lnTo>
                    <a:pt x="1879" y="0"/>
                  </a:ln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9"/>
            <p:cNvSpPr/>
            <p:nvPr/>
          </p:nvSpPr>
          <p:spPr>
            <a:xfrm>
              <a:off x="5954250" y="3306375"/>
              <a:ext cx="35250" cy="53025"/>
            </a:xfrm>
            <a:custGeom>
              <a:avLst/>
              <a:gdLst/>
              <a:ahLst/>
              <a:cxnLst/>
              <a:rect l="l" t="t" r="r" b="b"/>
              <a:pathLst>
                <a:path w="1410" h="2121" extrusionOk="0">
                  <a:moveTo>
                    <a:pt x="1227" y="1"/>
                  </a:moveTo>
                  <a:cubicBezTo>
                    <a:pt x="1032" y="1284"/>
                    <a:pt x="1" y="1673"/>
                    <a:pt x="1" y="1673"/>
                  </a:cubicBezTo>
                  <a:lnTo>
                    <a:pt x="287" y="2120"/>
                  </a:lnTo>
                  <a:cubicBezTo>
                    <a:pt x="1410" y="1124"/>
                    <a:pt x="1227" y="1"/>
                    <a:pt x="1227" y="1"/>
                  </a:cubicBezTo>
                  <a:close/>
                </a:path>
              </a:pathLst>
            </a:custGeom>
            <a:solidFill>
              <a:srgbClr val="1110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9"/>
            <p:cNvSpPr/>
            <p:nvPr/>
          </p:nvSpPr>
          <p:spPr>
            <a:xfrm>
              <a:off x="5875225" y="3213800"/>
              <a:ext cx="116275" cy="139925"/>
            </a:xfrm>
            <a:custGeom>
              <a:avLst/>
              <a:gdLst/>
              <a:ahLst/>
              <a:cxnLst/>
              <a:rect l="l" t="t" r="r" b="b"/>
              <a:pathLst>
                <a:path w="4651" h="5597" extrusionOk="0">
                  <a:moveTo>
                    <a:pt x="2315" y="1"/>
                  </a:moveTo>
                  <a:cubicBezTo>
                    <a:pt x="2288" y="1"/>
                    <a:pt x="2261" y="2"/>
                    <a:pt x="2234" y="4"/>
                  </a:cubicBezTo>
                  <a:cubicBezTo>
                    <a:pt x="1444" y="15"/>
                    <a:pt x="756" y="611"/>
                    <a:pt x="401" y="1333"/>
                  </a:cubicBezTo>
                  <a:cubicBezTo>
                    <a:pt x="35" y="2066"/>
                    <a:pt x="0" y="2948"/>
                    <a:pt x="241" y="3738"/>
                  </a:cubicBezTo>
                  <a:cubicBezTo>
                    <a:pt x="529" y="4722"/>
                    <a:pt x="1297" y="5596"/>
                    <a:pt x="2321" y="5596"/>
                  </a:cubicBezTo>
                  <a:cubicBezTo>
                    <a:pt x="2394" y="5596"/>
                    <a:pt x="2468" y="5592"/>
                    <a:pt x="2543" y="5582"/>
                  </a:cubicBezTo>
                  <a:cubicBezTo>
                    <a:pt x="3322" y="5491"/>
                    <a:pt x="3941" y="4872"/>
                    <a:pt x="4193" y="4128"/>
                  </a:cubicBezTo>
                  <a:cubicBezTo>
                    <a:pt x="4651" y="2787"/>
                    <a:pt x="4284" y="519"/>
                    <a:pt x="2738" y="73"/>
                  </a:cubicBezTo>
                  <a:cubicBezTo>
                    <a:pt x="2595" y="25"/>
                    <a:pt x="2452" y="1"/>
                    <a:pt x="2315" y="1"/>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9"/>
            <p:cNvSpPr/>
            <p:nvPr/>
          </p:nvSpPr>
          <p:spPr>
            <a:xfrm>
              <a:off x="5978025" y="3257700"/>
              <a:ext cx="30100" cy="41275"/>
            </a:xfrm>
            <a:custGeom>
              <a:avLst/>
              <a:gdLst/>
              <a:ahLst/>
              <a:cxnLst/>
              <a:rect l="l" t="t" r="r" b="b"/>
              <a:pathLst>
                <a:path w="1204" h="1651" extrusionOk="0">
                  <a:moveTo>
                    <a:pt x="507" y="1"/>
                  </a:moveTo>
                  <a:cubicBezTo>
                    <a:pt x="280" y="1"/>
                    <a:pt x="40" y="161"/>
                    <a:pt x="1" y="390"/>
                  </a:cubicBezTo>
                  <a:lnTo>
                    <a:pt x="115" y="1616"/>
                  </a:lnTo>
                  <a:cubicBezTo>
                    <a:pt x="187" y="1640"/>
                    <a:pt x="263" y="1651"/>
                    <a:pt x="340" y="1651"/>
                  </a:cubicBezTo>
                  <a:cubicBezTo>
                    <a:pt x="559" y="1651"/>
                    <a:pt x="784" y="1559"/>
                    <a:pt x="928" y="1398"/>
                  </a:cubicBezTo>
                  <a:cubicBezTo>
                    <a:pt x="1123" y="1192"/>
                    <a:pt x="1203" y="860"/>
                    <a:pt x="1123" y="562"/>
                  </a:cubicBezTo>
                  <a:cubicBezTo>
                    <a:pt x="1054" y="298"/>
                    <a:pt x="848" y="58"/>
                    <a:pt x="608" y="12"/>
                  </a:cubicBezTo>
                  <a:cubicBezTo>
                    <a:pt x="575" y="4"/>
                    <a:pt x="541" y="1"/>
                    <a:pt x="507" y="1"/>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9"/>
            <p:cNvSpPr/>
            <p:nvPr/>
          </p:nvSpPr>
          <p:spPr>
            <a:xfrm>
              <a:off x="5987200" y="3271450"/>
              <a:ext cx="7175" cy="11200"/>
            </a:xfrm>
            <a:custGeom>
              <a:avLst/>
              <a:gdLst/>
              <a:ahLst/>
              <a:cxnLst/>
              <a:rect l="l" t="t" r="r" b="b"/>
              <a:pathLst>
                <a:path w="287" h="448" fill="none" extrusionOk="0">
                  <a:moveTo>
                    <a:pt x="57" y="447"/>
                  </a:moveTo>
                  <a:cubicBezTo>
                    <a:pt x="195" y="390"/>
                    <a:pt x="287" y="252"/>
                    <a:pt x="241" y="138"/>
                  </a:cubicBezTo>
                  <a:cubicBezTo>
                    <a:pt x="206" y="46"/>
                    <a:pt x="103" y="0"/>
                    <a:pt x="0" y="12"/>
                  </a:cubicBezTo>
                </a:path>
              </a:pathLst>
            </a:custGeom>
            <a:noFill/>
            <a:ln w="2875" cap="rnd" cmpd="sng">
              <a:solidFill>
                <a:srgbClr val="D87272"/>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9"/>
            <p:cNvSpPr/>
            <p:nvPr/>
          </p:nvSpPr>
          <p:spPr>
            <a:xfrm>
              <a:off x="5897850" y="3292650"/>
              <a:ext cx="8900" cy="12900"/>
            </a:xfrm>
            <a:custGeom>
              <a:avLst/>
              <a:gdLst/>
              <a:ahLst/>
              <a:cxnLst/>
              <a:rect l="l" t="t" r="r" b="b"/>
              <a:pathLst>
                <a:path w="356" h="516" extrusionOk="0">
                  <a:moveTo>
                    <a:pt x="298" y="0"/>
                  </a:moveTo>
                  <a:lnTo>
                    <a:pt x="298" y="0"/>
                  </a:lnTo>
                  <a:cubicBezTo>
                    <a:pt x="275" y="57"/>
                    <a:pt x="241" y="115"/>
                    <a:pt x="206" y="172"/>
                  </a:cubicBezTo>
                  <a:cubicBezTo>
                    <a:pt x="161" y="218"/>
                    <a:pt x="115" y="263"/>
                    <a:pt x="69" y="286"/>
                  </a:cubicBezTo>
                  <a:lnTo>
                    <a:pt x="0" y="309"/>
                  </a:lnTo>
                  <a:lnTo>
                    <a:pt x="69" y="389"/>
                  </a:lnTo>
                  <a:lnTo>
                    <a:pt x="69" y="401"/>
                  </a:lnTo>
                  <a:lnTo>
                    <a:pt x="332" y="515"/>
                  </a:lnTo>
                  <a:lnTo>
                    <a:pt x="355" y="481"/>
                  </a:lnTo>
                  <a:lnTo>
                    <a:pt x="199" y="333"/>
                  </a:lnTo>
                  <a:lnTo>
                    <a:pt x="199" y="333"/>
                  </a:lnTo>
                  <a:cubicBezTo>
                    <a:pt x="228" y="287"/>
                    <a:pt x="248" y="241"/>
                    <a:pt x="264" y="195"/>
                  </a:cubicBezTo>
                  <a:cubicBezTo>
                    <a:pt x="287" y="137"/>
                    <a:pt x="298" y="69"/>
                    <a:pt x="298" y="0"/>
                  </a:cubicBezTo>
                  <a:close/>
                </a:path>
              </a:pathLst>
            </a:custGeom>
            <a:solidFill>
              <a:srgbClr val="D87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9"/>
            <p:cNvSpPr/>
            <p:nvPr/>
          </p:nvSpPr>
          <p:spPr>
            <a:xfrm>
              <a:off x="5901850" y="3304100"/>
              <a:ext cx="20350" cy="14550"/>
            </a:xfrm>
            <a:custGeom>
              <a:avLst/>
              <a:gdLst/>
              <a:ahLst/>
              <a:cxnLst/>
              <a:rect l="l" t="t" r="r" b="b"/>
              <a:pathLst>
                <a:path w="814" h="582" extrusionOk="0">
                  <a:moveTo>
                    <a:pt x="814" y="0"/>
                  </a:moveTo>
                  <a:lnTo>
                    <a:pt x="665" y="229"/>
                  </a:lnTo>
                  <a:cubicBezTo>
                    <a:pt x="608" y="298"/>
                    <a:pt x="550" y="367"/>
                    <a:pt x="482" y="401"/>
                  </a:cubicBezTo>
                  <a:cubicBezTo>
                    <a:pt x="411" y="452"/>
                    <a:pt x="327" y="475"/>
                    <a:pt x="234" y="475"/>
                  </a:cubicBezTo>
                  <a:cubicBezTo>
                    <a:pt x="160" y="475"/>
                    <a:pt x="81" y="461"/>
                    <a:pt x="1" y="436"/>
                  </a:cubicBezTo>
                  <a:lnTo>
                    <a:pt x="1" y="436"/>
                  </a:lnTo>
                  <a:cubicBezTo>
                    <a:pt x="58" y="504"/>
                    <a:pt x="149" y="562"/>
                    <a:pt x="253" y="573"/>
                  </a:cubicBezTo>
                  <a:cubicBezTo>
                    <a:pt x="279" y="579"/>
                    <a:pt x="307" y="582"/>
                    <a:pt x="334" y="582"/>
                  </a:cubicBezTo>
                  <a:cubicBezTo>
                    <a:pt x="413" y="582"/>
                    <a:pt x="494" y="558"/>
                    <a:pt x="562" y="516"/>
                  </a:cubicBezTo>
                  <a:cubicBezTo>
                    <a:pt x="653" y="458"/>
                    <a:pt x="711" y="367"/>
                    <a:pt x="757" y="287"/>
                  </a:cubicBezTo>
                  <a:cubicBezTo>
                    <a:pt x="768" y="241"/>
                    <a:pt x="791" y="195"/>
                    <a:pt x="802" y="138"/>
                  </a:cubicBezTo>
                  <a:cubicBezTo>
                    <a:pt x="802" y="92"/>
                    <a:pt x="814" y="46"/>
                    <a:pt x="814" y="0"/>
                  </a:cubicBezTo>
                  <a:close/>
                </a:path>
              </a:pathLst>
            </a:custGeom>
            <a:solidFill>
              <a:srgbClr val="D87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9"/>
            <p:cNvSpPr/>
            <p:nvPr/>
          </p:nvSpPr>
          <p:spPr>
            <a:xfrm>
              <a:off x="5918750" y="3270875"/>
              <a:ext cx="16350" cy="18350"/>
            </a:xfrm>
            <a:custGeom>
              <a:avLst/>
              <a:gdLst/>
              <a:ahLst/>
              <a:cxnLst/>
              <a:rect l="l" t="t" r="r" b="b"/>
              <a:pathLst>
                <a:path w="654" h="734" fill="none" extrusionOk="0">
                  <a:moveTo>
                    <a:pt x="0" y="126"/>
                  </a:moveTo>
                  <a:cubicBezTo>
                    <a:pt x="0" y="126"/>
                    <a:pt x="23" y="734"/>
                    <a:pt x="333" y="665"/>
                  </a:cubicBezTo>
                  <a:cubicBezTo>
                    <a:pt x="653" y="596"/>
                    <a:pt x="596" y="0"/>
                    <a:pt x="596" y="0"/>
                  </a:cubicBezTo>
                </a:path>
              </a:pathLst>
            </a:custGeom>
            <a:noFill/>
            <a:ln w="2575" cap="rnd" cmpd="sng">
              <a:solidFill>
                <a:srgbClr val="222B45"/>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9"/>
            <p:cNvSpPr/>
            <p:nvPr/>
          </p:nvSpPr>
          <p:spPr>
            <a:xfrm>
              <a:off x="5880650" y="3276875"/>
              <a:ext cx="12925" cy="15500"/>
            </a:xfrm>
            <a:custGeom>
              <a:avLst/>
              <a:gdLst/>
              <a:ahLst/>
              <a:cxnLst/>
              <a:rect l="l" t="t" r="r" b="b"/>
              <a:pathLst>
                <a:path w="517" h="620" fill="none" extrusionOk="0">
                  <a:moveTo>
                    <a:pt x="1" y="93"/>
                  </a:moveTo>
                  <a:cubicBezTo>
                    <a:pt x="1" y="93"/>
                    <a:pt x="24" y="620"/>
                    <a:pt x="264" y="562"/>
                  </a:cubicBezTo>
                  <a:cubicBezTo>
                    <a:pt x="516" y="516"/>
                    <a:pt x="459" y="1"/>
                    <a:pt x="459" y="1"/>
                  </a:cubicBezTo>
                </a:path>
              </a:pathLst>
            </a:custGeom>
            <a:noFill/>
            <a:ln w="2575" cap="rnd" cmpd="sng">
              <a:solidFill>
                <a:srgbClr val="222B45"/>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9"/>
            <p:cNvSpPr/>
            <p:nvPr/>
          </p:nvSpPr>
          <p:spPr>
            <a:xfrm>
              <a:off x="5876975" y="3211000"/>
              <a:ext cx="114525" cy="64325"/>
            </a:xfrm>
            <a:custGeom>
              <a:avLst/>
              <a:gdLst/>
              <a:ahLst/>
              <a:cxnLst/>
              <a:rect l="l" t="t" r="r" b="b"/>
              <a:pathLst>
                <a:path w="4581" h="2573" extrusionOk="0">
                  <a:moveTo>
                    <a:pt x="2340" y="0"/>
                  </a:moveTo>
                  <a:cubicBezTo>
                    <a:pt x="2172" y="0"/>
                    <a:pt x="2002" y="19"/>
                    <a:pt x="1832" y="59"/>
                  </a:cubicBezTo>
                  <a:cubicBezTo>
                    <a:pt x="1763" y="70"/>
                    <a:pt x="1706" y="93"/>
                    <a:pt x="1637" y="116"/>
                  </a:cubicBezTo>
                  <a:cubicBezTo>
                    <a:pt x="1591" y="116"/>
                    <a:pt x="1534" y="116"/>
                    <a:pt x="1454" y="127"/>
                  </a:cubicBezTo>
                  <a:cubicBezTo>
                    <a:pt x="642" y="245"/>
                    <a:pt x="0" y="1745"/>
                    <a:pt x="167" y="1745"/>
                  </a:cubicBezTo>
                  <a:cubicBezTo>
                    <a:pt x="179" y="1745"/>
                    <a:pt x="195" y="1737"/>
                    <a:pt x="217" y="1720"/>
                  </a:cubicBezTo>
                  <a:cubicBezTo>
                    <a:pt x="354" y="1605"/>
                    <a:pt x="480" y="1410"/>
                    <a:pt x="583" y="1250"/>
                  </a:cubicBezTo>
                  <a:cubicBezTo>
                    <a:pt x="640" y="1433"/>
                    <a:pt x="835" y="1582"/>
                    <a:pt x="1041" y="1605"/>
                  </a:cubicBezTo>
                  <a:cubicBezTo>
                    <a:pt x="1061" y="1607"/>
                    <a:pt x="1081" y="1608"/>
                    <a:pt x="1101" y="1608"/>
                  </a:cubicBezTo>
                  <a:cubicBezTo>
                    <a:pt x="1335" y="1608"/>
                    <a:pt x="1573" y="1488"/>
                    <a:pt x="1763" y="1330"/>
                  </a:cubicBezTo>
                  <a:cubicBezTo>
                    <a:pt x="1878" y="1250"/>
                    <a:pt x="1969" y="1147"/>
                    <a:pt x="2095" y="1078"/>
                  </a:cubicBezTo>
                  <a:cubicBezTo>
                    <a:pt x="2167" y="1046"/>
                    <a:pt x="2245" y="1024"/>
                    <a:pt x="2319" y="1024"/>
                  </a:cubicBezTo>
                  <a:cubicBezTo>
                    <a:pt x="2375" y="1024"/>
                    <a:pt x="2429" y="1037"/>
                    <a:pt x="2473" y="1067"/>
                  </a:cubicBezTo>
                  <a:cubicBezTo>
                    <a:pt x="2668" y="1181"/>
                    <a:pt x="2611" y="1479"/>
                    <a:pt x="2714" y="1685"/>
                  </a:cubicBezTo>
                  <a:cubicBezTo>
                    <a:pt x="2771" y="1791"/>
                    <a:pt x="2886" y="1905"/>
                    <a:pt x="3083" y="1905"/>
                  </a:cubicBezTo>
                  <a:cubicBezTo>
                    <a:pt x="3121" y="1905"/>
                    <a:pt x="3162" y="1901"/>
                    <a:pt x="3206" y="1891"/>
                  </a:cubicBezTo>
                  <a:cubicBezTo>
                    <a:pt x="3219" y="1889"/>
                    <a:pt x="3231" y="1887"/>
                    <a:pt x="3242" y="1887"/>
                  </a:cubicBezTo>
                  <a:cubicBezTo>
                    <a:pt x="3504" y="1887"/>
                    <a:pt x="3566" y="2573"/>
                    <a:pt x="3755" y="2573"/>
                  </a:cubicBezTo>
                  <a:cubicBezTo>
                    <a:pt x="3797" y="2573"/>
                    <a:pt x="3846" y="2538"/>
                    <a:pt x="3905" y="2453"/>
                  </a:cubicBezTo>
                  <a:cubicBezTo>
                    <a:pt x="4077" y="2224"/>
                    <a:pt x="4581" y="1468"/>
                    <a:pt x="4283" y="1067"/>
                  </a:cubicBezTo>
                  <a:cubicBezTo>
                    <a:pt x="4237" y="1009"/>
                    <a:pt x="4203" y="952"/>
                    <a:pt x="4157" y="906"/>
                  </a:cubicBezTo>
                  <a:cubicBezTo>
                    <a:pt x="3712" y="341"/>
                    <a:pt x="3050" y="0"/>
                    <a:pt x="2340" y="0"/>
                  </a:cubicBezTo>
                  <a:close/>
                </a:path>
              </a:pathLst>
            </a:custGeom>
            <a:solidFill>
              <a:srgbClr val="9D43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9"/>
            <p:cNvSpPr/>
            <p:nvPr/>
          </p:nvSpPr>
          <p:spPr>
            <a:xfrm>
              <a:off x="5773850" y="3338450"/>
              <a:ext cx="282675" cy="242500"/>
            </a:xfrm>
            <a:custGeom>
              <a:avLst/>
              <a:gdLst/>
              <a:ahLst/>
              <a:cxnLst/>
              <a:rect l="l" t="t" r="r" b="b"/>
              <a:pathLst>
                <a:path w="11307" h="9700" extrusionOk="0">
                  <a:moveTo>
                    <a:pt x="115" y="1"/>
                  </a:moveTo>
                  <a:cubicBezTo>
                    <a:pt x="115" y="1"/>
                    <a:pt x="0" y="9005"/>
                    <a:pt x="2165" y="9635"/>
                  </a:cubicBezTo>
                  <a:cubicBezTo>
                    <a:pt x="2316" y="9679"/>
                    <a:pt x="2481" y="9700"/>
                    <a:pt x="2660" y="9700"/>
                  </a:cubicBezTo>
                  <a:cubicBezTo>
                    <a:pt x="4743" y="9700"/>
                    <a:pt x="8605" y="6852"/>
                    <a:pt x="10768" y="4869"/>
                  </a:cubicBezTo>
                  <a:cubicBezTo>
                    <a:pt x="11238" y="4434"/>
                    <a:pt x="11306" y="3712"/>
                    <a:pt x="10928" y="3197"/>
                  </a:cubicBezTo>
                  <a:cubicBezTo>
                    <a:pt x="10699" y="2899"/>
                    <a:pt x="10470" y="2601"/>
                    <a:pt x="10241" y="2303"/>
                  </a:cubicBezTo>
                  <a:cubicBezTo>
                    <a:pt x="10230" y="2303"/>
                    <a:pt x="10230" y="2292"/>
                    <a:pt x="10230" y="2292"/>
                  </a:cubicBezTo>
                  <a:cubicBezTo>
                    <a:pt x="9981" y="1998"/>
                    <a:pt x="9628" y="1845"/>
                    <a:pt x="9271" y="1845"/>
                  </a:cubicBezTo>
                  <a:cubicBezTo>
                    <a:pt x="9002" y="1845"/>
                    <a:pt x="8731" y="1932"/>
                    <a:pt x="8500" y="2109"/>
                  </a:cubicBezTo>
                  <a:lnTo>
                    <a:pt x="3013" y="6290"/>
                  </a:lnTo>
                  <a:lnTo>
                    <a:pt x="1982" y="35"/>
                  </a:lnTo>
                  <a:lnTo>
                    <a:pt x="115" y="1"/>
                  </a:lnTo>
                  <a:close/>
                </a:path>
              </a:pathLst>
            </a:custGeom>
            <a:solidFill>
              <a:srgbClr val="FE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9"/>
            <p:cNvSpPr/>
            <p:nvPr/>
          </p:nvSpPr>
          <p:spPr>
            <a:xfrm>
              <a:off x="5770700" y="3274375"/>
              <a:ext cx="74175" cy="114800"/>
            </a:xfrm>
            <a:custGeom>
              <a:avLst/>
              <a:gdLst/>
              <a:ahLst/>
              <a:cxnLst/>
              <a:rect l="l" t="t" r="r" b="b"/>
              <a:pathLst>
                <a:path w="2967" h="4592" extrusionOk="0">
                  <a:moveTo>
                    <a:pt x="936" y="0"/>
                  </a:moveTo>
                  <a:cubicBezTo>
                    <a:pt x="929" y="0"/>
                    <a:pt x="923" y="3"/>
                    <a:pt x="916" y="9"/>
                  </a:cubicBezTo>
                  <a:cubicBezTo>
                    <a:pt x="859" y="67"/>
                    <a:pt x="916" y="9"/>
                    <a:pt x="916" y="1521"/>
                  </a:cubicBezTo>
                  <a:cubicBezTo>
                    <a:pt x="916" y="1521"/>
                    <a:pt x="573" y="435"/>
                    <a:pt x="444" y="435"/>
                  </a:cubicBezTo>
                  <a:cubicBezTo>
                    <a:pt x="431" y="435"/>
                    <a:pt x="420" y="445"/>
                    <a:pt x="412" y="468"/>
                  </a:cubicBezTo>
                  <a:cubicBezTo>
                    <a:pt x="321" y="765"/>
                    <a:pt x="447" y="1773"/>
                    <a:pt x="447" y="1773"/>
                  </a:cubicBezTo>
                  <a:cubicBezTo>
                    <a:pt x="447" y="1773"/>
                    <a:pt x="173" y="944"/>
                    <a:pt x="80" y="944"/>
                  </a:cubicBezTo>
                  <a:cubicBezTo>
                    <a:pt x="70" y="944"/>
                    <a:pt x="63" y="952"/>
                    <a:pt x="57" y="972"/>
                  </a:cubicBezTo>
                  <a:cubicBezTo>
                    <a:pt x="0" y="1166"/>
                    <a:pt x="447" y="3904"/>
                    <a:pt x="447" y="3904"/>
                  </a:cubicBezTo>
                  <a:cubicBezTo>
                    <a:pt x="447" y="3904"/>
                    <a:pt x="470" y="4190"/>
                    <a:pt x="458" y="4591"/>
                  </a:cubicBezTo>
                  <a:cubicBezTo>
                    <a:pt x="997" y="4557"/>
                    <a:pt x="1524" y="4511"/>
                    <a:pt x="2062" y="4465"/>
                  </a:cubicBezTo>
                  <a:cubicBezTo>
                    <a:pt x="2051" y="4385"/>
                    <a:pt x="2051" y="4305"/>
                    <a:pt x="2051" y="4236"/>
                  </a:cubicBezTo>
                  <a:lnTo>
                    <a:pt x="2073" y="3606"/>
                  </a:lnTo>
                  <a:cubicBezTo>
                    <a:pt x="2073" y="3606"/>
                    <a:pt x="2440" y="2346"/>
                    <a:pt x="2967" y="2048"/>
                  </a:cubicBezTo>
                  <a:cubicBezTo>
                    <a:pt x="2934" y="1972"/>
                    <a:pt x="2830" y="1876"/>
                    <a:pt x="2721" y="1876"/>
                  </a:cubicBezTo>
                  <a:cubicBezTo>
                    <a:pt x="2715" y="1876"/>
                    <a:pt x="2709" y="1876"/>
                    <a:pt x="2703" y="1877"/>
                  </a:cubicBezTo>
                  <a:cubicBezTo>
                    <a:pt x="2245" y="1957"/>
                    <a:pt x="1982" y="2392"/>
                    <a:pt x="1982" y="2392"/>
                  </a:cubicBezTo>
                  <a:cubicBezTo>
                    <a:pt x="1982" y="2392"/>
                    <a:pt x="1654" y="338"/>
                    <a:pt x="1468" y="338"/>
                  </a:cubicBezTo>
                  <a:cubicBezTo>
                    <a:pt x="1464" y="338"/>
                    <a:pt x="1459" y="339"/>
                    <a:pt x="1455" y="342"/>
                  </a:cubicBezTo>
                  <a:cubicBezTo>
                    <a:pt x="1272" y="433"/>
                    <a:pt x="1329" y="1567"/>
                    <a:pt x="1329" y="1567"/>
                  </a:cubicBezTo>
                  <a:cubicBezTo>
                    <a:pt x="1329" y="1567"/>
                    <a:pt x="1087" y="0"/>
                    <a:pt x="936" y="0"/>
                  </a:cubicBezTo>
                  <a:close/>
                </a:path>
              </a:pathLst>
            </a:custGeom>
            <a:solidFill>
              <a:srgbClr val="FE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9"/>
            <p:cNvSpPr/>
            <p:nvPr/>
          </p:nvSpPr>
          <p:spPr>
            <a:xfrm>
              <a:off x="5856025" y="3378600"/>
              <a:ext cx="237725" cy="179250"/>
            </a:xfrm>
            <a:custGeom>
              <a:avLst/>
              <a:gdLst/>
              <a:ahLst/>
              <a:cxnLst/>
              <a:rect l="l" t="t" r="r" b="b"/>
              <a:pathLst>
                <a:path w="9509" h="7170" extrusionOk="0">
                  <a:moveTo>
                    <a:pt x="6160" y="0"/>
                  </a:moveTo>
                  <a:cubicBezTo>
                    <a:pt x="4846" y="0"/>
                    <a:pt x="2984" y="1066"/>
                    <a:pt x="1" y="3893"/>
                  </a:cubicBezTo>
                  <a:lnTo>
                    <a:pt x="4147" y="7169"/>
                  </a:lnTo>
                  <a:cubicBezTo>
                    <a:pt x="4147" y="7169"/>
                    <a:pt x="9509" y="2771"/>
                    <a:pt x="8111" y="1064"/>
                  </a:cubicBezTo>
                  <a:cubicBezTo>
                    <a:pt x="7580" y="410"/>
                    <a:pt x="6976" y="0"/>
                    <a:pt x="61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9"/>
            <p:cNvSpPr/>
            <p:nvPr/>
          </p:nvSpPr>
          <p:spPr>
            <a:xfrm>
              <a:off x="5950250" y="3352750"/>
              <a:ext cx="301000" cy="316775"/>
            </a:xfrm>
            <a:custGeom>
              <a:avLst/>
              <a:gdLst/>
              <a:ahLst/>
              <a:cxnLst/>
              <a:rect l="l" t="t" r="r" b="b"/>
              <a:pathLst>
                <a:path w="12040" h="12671" extrusionOk="0">
                  <a:moveTo>
                    <a:pt x="3701" y="1"/>
                  </a:moveTo>
                  <a:cubicBezTo>
                    <a:pt x="3450" y="1"/>
                    <a:pt x="3197" y="48"/>
                    <a:pt x="2956" y="139"/>
                  </a:cubicBezTo>
                  <a:cubicBezTo>
                    <a:pt x="2956" y="139"/>
                    <a:pt x="1112" y="907"/>
                    <a:pt x="974" y="1342"/>
                  </a:cubicBezTo>
                  <a:cubicBezTo>
                    <a:pt x="0" y="4366"/>
                    <a:pt x="4651" y="9085"/>
                    <a:pt x="4651" y="9085"/>
                  </a:cubicBezTo>
                  <a:cubicBezTo>
                    <a:pt x="6165" y="12660"/>
                    <a:pt x="9828" y="12671"/>
                    <a:pt x="9874" y="12671"/>
                  </a:cubicBezTo>
                  <a:cubicBezTo>
                    <a:pt x="9875" y="12671"/>
                    <a:pt x="9875" y="12671"/>
                    <a:pt x="9875" y="12671"/>
                  </a:cubicBezTo>
                  <a:cubicBezTo>
                    <a:pt x="9875" y="12671"/>
                    <a:pt x="12040" y="9910"/>
                    <a:pt x="9623" y="4870"/>
                  </a:cubicBezTo>
                  <a:cubicBezTo>
                    <a:pt x="8008" y="1491"/>
                    <a:pt x="5499" y="414"/>
                    <a:pt x="4262" y="82"/>
                  </a:cubicBezTo>
                  <a:cubicBezTo>
                    <a:pt x="4079" y="28"/>
                    <a:pt x="3891" y="1"/>
                    <a:pt x="3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9"/>
            <p:cNvSpPr/>
            <p:nvPr/>
          </p:nvSpPr>
          <p:spPr>
            <a:xfrm>
              <a:off x="5794700" y="3473200"/>
              <a:ext cx="417600" cy="330925"/>
            </a:xfrm>
            <a:custGeom>
              <a:avLst/>
              <a:gdLst/>
              <a:ahLst/>
              <a:cxnLst/>
              <a:rect l="l" t="t" r="r" b="b"/>
              <a:pathLst>
                <a:path w="16704" h="13237" extrusionOk="0">
                  <a:moveTo>
                    <a:pt x="2084" y="0"/>
                  </a:moveTo>
                  <a:cubicBezTo>
                    <a:pt x="483" y="0"/>
                    <a:pt x="0" y="2020"/>
                    <a:pt x="919" y="4749"/>
                  </a:cubicBezTo>
                  <a:lnTo>
                    <a:pt x="4149" y="13237"/>
                  </a:lnTo>
                  <a:lnTo>
                    <a:pt x="6474" y="12996"/>
                  </a:lnTo>
                  <a:lnTo>
                    <a:pt x="4710" y="6295"/>
                  </a:lnTo>
                  <a:lnTo>
                    <a:pt x="7173" y="8746"/>
                  </a:lnTo>
                  <a:cubicBezTo>
                    <a:pt x="7173" y="8746"/>
                    <a:pt x="9604" y="10955"/>
                    <a:pt x="12117" y="10955"/>
                  </a:cubicBezTo>
                  <a:cubicBezTo>
                    <a:pt x="12567" y="10955"/>
                    <a:pt x="13020" y="10884"/>
                    <a:pt x="13462" y="10717"/>
                  </a:cubicBezTo>
                  <a:cubicBezTo>
                    <a:pt x="16372" y="9617"/>
                    <a:pt x="16704" y="6432"/>
                    <a:pt x="16704" y="6432"/>
                  </a:cubicBezTo>
                  <a:lnTo>
                    <a:pt x="10873" y="4267"/>
                  </a:lnTo>
                  <a:lnTo>
                    <a:pt x="3634" y="476"/>
                  </a:lnTo>
                  <a:cubicBezTo>
                    <a:pt x="3038" y="150"/>
                    <a:pt x="2519" y="0"/>
                    <a:pt x="2084" y="0"/>
                  </a:cubicBezTo>
                  <a:close/>
                </a:path>
              </a:pathLst>
            </a:custGeom>
            <a:solidFill>
              <a:srgbClr val="FE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9"/>
            <p:cNvSpPr/>
            <p:nvPr/>
          </p:nvSpPr>
          <p:spPr>
            <a:xfrm>
              <a:off x="5795650" y="3733650"/>
              <a:ext cx="179125" cy="159000"/>
            </a:xfrm>
            <a:custGeom>
              <a:avLst/>
              <a:gdLst/>
              <a:ahLst/>
              <a:cxnLst/>
              <a:rect l="l" t="t" r="r" b="b"/>
              <a:pathLst>
                <a:path w="7165" h="6360" extrusionOk="0">
                  <a:moveTo>
                    <a:pt x="5738" y="1"/>
                  </a:moveTo>
                  <a:lnTo>
                    <a:pt x="3389" y="803"/>
                  </a:lnTo>
                  <a:cubicBezTo>
                    <a:pt x="3389" y="803"/>
                    <a:pt x="4375" y="3621"/>
                    <a:pt x="4386" y="4331"/>
                  </a:cubicBezTo>
                  <a:lnTo>
                    <a:pt x="1889" y="5396"/>
                  </a:lnTo>
                  <a:cubicBezTo>
                    <a:pt x="0" y="5486"/>
                    <a:pt x="991" y="6359"/>
                    <a:pt x="1548" y="6359"/>
                  </a:cubicBezTo>
                  <a:cubicBezTo>
                    <a:pt x="1559" y="6359"/>
                    <a:pt x="1569" y="6359"/>
                    <a:pt x="1579" y="6358"/>
                  </a:cubicBezTo>
                  <a:cubicBezTo>
                    <a:pt x="2800" y="6292"/>
                    <a:pt x="4140" y="5931"/>
                    <a:pt x="5070" y="5931"/>
                  </a:cubicBezTo>
                  <a:cubicBezTo>
                    <a:pt x="5257" y="5931"/>
                    <a:pt x="5428" y="5946"/>
                    <a:pt x="5577" y="5980"/>
                  </a:cubicBezTo>
                  <a:cubicBezTo>
                    <a:pt x="5781" y="6027"/>
                    <a:pt x="5960" y="6047"/>
                    <a:pt x="6117" y="6047"/>
                  </a:cubicBezTo>
                  <a:cubicBezTo>
                    <a:pt x="6937" y="6047"/>
                    <a:pt x="7164" y="5483"/>
                    <a:pt x="7078" y="4984"/>
                  </a:cubicBezTo>
                  <a:cubicBezTo>
                    <a:pt x="6803" y="3277"/>
                    <a:pt x="5738" y="1"/>
                    <a:pt x="5738" y="1"/>
                  </a:cubicBezTo>
                  <a:close/>
                </a:path>
              </a:pathLst>
            </a:custGeom>
            <a:solidFill>
              <a:srgbClr val="FE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9"/>
            <p:cNvSpPr/>
            <p:nvPr/>
          </p:nvSpPr>
          <p:spPr>
            <a:xfrm>
              <a:off x="5794700" y="3473200"/>
              <a:ext cx="417600" cy="330925"/>
            </a:xfrm>
            <a:custGeom>
              <a:avLst/>
              <a:gdLst/>
              <a:ahLst/>
              <a:cxnLst/>
              <a:rect l="l" t="t" r="r" b="b"/>
              <a:pathLst>
                <a:path w="16704" h="13237" extrusionOk="0">
                  <a:moveTo>
                    <a:pt x="2084" y="0"/>
                  </a:moveTo>
                  <a:cubicBezTo>
                    <a:pt x="483" y="0"/>
                    <a:pt x="0" y="2020"/>
                    <a:pt x="919" y="4749"/>
                  </a:cubicBezTo>
                  <a:lnTo>
                    <a:pt x="4149" y="13237"/>
                  </a:lnTo>
                  <a:lnTo>
                    <a:pt x="6474" y="12996"/>
                  </a:lnTo>
                  <a:lnTo>
                    <a:pt x="4710" y="6295"/>
                  </a:lnTo>
                  <a:lnTo>
                    <a:pt x="7173" y="8746"/>
                  </a:lnTo>
                  <a:cubicBezTo>
                    <a:pt x="7173" y="8746"/>
                    <a:pt x="9604" y="10955"/>
                    <a:pt x="12117" y="10955"/>
                  </a:cubicBezTo>
                  <a:cubicBezTo>
                    <a:pt x="12567" y="10955"/>
                    <a:pt x="13020" y="10884"/>
                    <a:pt x="13462" y="10717"/>
                  </a:cubicBezTo>
                  <a:cubicBezTo>
                    <a:pt x="16372" y="9617"/>
                    <a:pt x="16704" y="6432"/>
                    <a:pt x="16704" y="6432"/>
                  </a:cubicBezTo>
                  <a:lnTo>
                    <a:pt x="10873" y="4267"/>
                  </a:lnTo>
                  <a:lnTo>
                    <a:pt x="3634" y="476"/>
                  </a:lnTo>
                  <a:cubicBezTo>
                    <a:pt x="3038" y="150"/>
                    <a:pt x="2519" y="0"/>
                    <a:pt x="2084" y="0"/>
                  </a:cubicBez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9"/>
            <p:cNvSpPr/>
            <p:nvPr/>
          </p:nvSpPr>
          <p:spPr>
            <a:xfrm>
              <a:off x="5737750" y="3381575"/>
              <a:ext cx="361125" cy="238050"/>
            </a:xfrm>
            <a:custGeom>
              <a:avLst/>
              <a:gdLst/>
              <a:ahLst/>
              <a:cxnLst/>
              <a:rect l="l" t="t" r="r" b="b"/>
              <a:pathLst>
                <a:path w="14445" h="9522" extrusionOk="0">
                  <a:moveTo>
                    <a:pt x="12184" y="1"/>
                  </a:moveTo>
                  <a:cubicBezTo>
                    <a:pt x="11785" y="1"/>
                    <a:pt x="11373" y="143"/>
                    <a:pt x="11009" y="475"/>
                  </a:cubicBezTo>
                  <a:cubicBezTo>
                    <a:pt x="10998" y="475"/>
                    <a:pt x="10986" y="487"/>
                    <a:pt x="10986" y="487"/>
                  </a:cubicBezTo>
                  <a:cubicBezTo>
                    <a:pt x="10860" y="601"/>
                    <a:pt x="10757" y="727"/>
                    <a:pt x="10665" y="876"/>
                  </a:cubicBezTo>
                  <a:lnTo>
                    <a:pt x="6908" y="7005"/>
                  </a:lnTo>
                  <a:lnTo>
                    <a:pt x="699" y="5710"/>
                  </a:lnTo>
                  <a:lnTo>
                    <a:pt x="1" y="7428"/>
                  </a:lnTo>
                  <a:cubicBezTo>
                    <a:pt x="1" y="7428"/>
                    <a:pt x="5209" y="9522"/>
                    <a:pt x="8071" y="9522"/>
                  </a:cubicBezTo>
                  <a:cubicBezTo>
                    <a:pt x="8833" y="9522"/>
                    <a:pt x="9428" y="9373"/>
                    <a:pt x="9715" y="8998"/>
                  </a:cubicBezTo>
                  <a:cubicBezTo>
                    <a:pt x="10654" y="7784"/>
                    <a:pt x="12613" y="4954"/>
                    <a:pt x="13793" y="2571"/>
                  </a:cubicBezTo>
                  <a:cubicBezTo>
                    <a:pt x="14444" y="1260"/>
                    <a:pt x="13371" y="1"/>
                    <a:pt x="12184" y="1"/>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9"/>
            <p:cNvSpPr/>
            <p:nvPr/>
          </p:nvSpPr>
          <p:spPr>
            <a:xfrm>
              <a:off x="5721425" y="3499375"/>
              <a:ext cx="77075" cy="81100"/>
            </a:xfrm>
            <a:custGeom>
              <a:avLst/>
              <a:gdLst/>
              <a:ahLst/>
              <a:cxnLst/>
              <a:rect l="l" t="t" r="r" b="b"/>
              <a:pathLst>
                <a:path w="3083" h="3244" extrusionOk="0">
                  <a:moveTo>
                    <a:pt x="1137" y="0"/>
                  </a:moveTo>
                  <a:cubicBezTo>
                    <a:pt x="1047" y="0"/>
                    <a:pt x="926" y="67"/>
                    <a:pt x="894" y="173"/>
                  </a:cubicBezTo>
                  <a:cubicBezTo>
                    <a:pt x="803" y="632"/>
                    <a:pt x="1112" y="1033"/>
                    <a:pt x="1112" y="1033"/>
                  </a:cubicBezTo>
                  <a:cubicBezTo>
                    <a:pt x="1112" y="1033"/>
                    <a:pt x="700" y="941"/>
                    <a:pt x="230" y="861"/>
                  </a:cubicBezTo>
                  <a:cubicBezTo>
                    <a:pt x="207" y="1433"/>
                    <a:pt x="104" y="2018"/>
                    <a:pt x="1" y="2568"/>
                  </a:cubicBezTo>
                  <a:cubicBezTo>
                    <a:pt x="848" y="2774"/>
                    <a:pt x="1971" y="3014"/>
                    <a:pt x="1971" y="3014"/>
                  </a:cubicBezTo>
                  <a:cubicBezTo>
                    <a:pt x="1971" y="3014"/>
                    <a:pt x="2246" y="3094"/>
                    <a:pt x="2613" y="3243"/>
                  </a:cubicBezTo>
                  <a:cubicBezTo>
                    <a:pt x="2773" y="2739"/>
                    <a:pt x="2933" y="2224"/>
                    <a:pt x="3082" y="1708"/>
                  </a:cubicBezTo>
                  <a:cubicBezTo>
                    <a:pt x="3002" y="1685"/>
                    <a:pt x="2922" y="1663"/>
                    <a:pt x="2865" y="1640"/>
                  </a:cubicBezTo>
                  <a:lnTo>
                    <a:pt x="2280" y="1388"/>
                  </a:lnTo>
                  <a:cubicBezTo>
                    <a:pt x="2280" y="1388"/>
                    <a:pt x="1238" y="597"/>
                    <a:pt x="1158" y="2"/>
                  </a:cubicBezTo>
                  <a:cubicBezTo>
                    <a:pt x="1151" y="1"/>
                    <a:pt x="1144" y="0"/>
                    <a:pt x="1137" y="0"/>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9"/>
            <p:cNvSpPr/>
            <p:nvPr/>
          </p:nvSpPr>
          <p:spPr>
            <a:xfrm>
              <a:off x="5928200" y="3373075"/>
              <a:ext cx="202500" cy="181325"/>
            </a:xfrm>
            <a:custGeom>
              <a:avLst/>
              <a:gdLst/>
              <a:ahLst/>
              <a:cxnLst/>
              <a:rect l="l" t="t" r="r" b="b"/>
              <a:pathLst>
                <a:path w="8100" h="7253" extrusionOk="0">
                  <a:moveTo>
                    <a:pt x="4695" y="1"/>
                  </a:moveTo>
                  <a:cubicBezTo>
                    <a:pt x="3517" y="1"/>
                    <a:pt x="2264" y="1299"/>
                    <a:pt x="0" y="5363"/>
                  </a:cubicBezTo>
                  <a:lnTo>
                    <a:pt x="4949" y="7253"/>
                  </a:lnTo>
                  <a:cubicBezTo>
                    <a:pt x="4949" y="7253"/>
                    <a:pt x="8099" y="1823"/>
                    <a:pt x="6255" y="609"/>
                  </a:cubicBezTo>
                  <a:cubicBezTo>
                    <a:pt x="5699" y="243"/>
                    <a:pt x="5204" y="1"/>
                    <a:pt x="46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9"/>
            <p:cNvSpPr/>
            <p:nvPr/>
          </p:nvSpPr>
          <p:spPr>
            <a:xfrm>
              <a:off x="5740900" y="3206975"/>
              <a:ext cx="95675" cy="221500"/>
            </a:xfrm>
            <a:custGeom>
              <a:avLst/>
              <a:gdLst/>
              <a:ahLst/>
              <a:cxnLst/>
              <a:rect l="l" t="t" r="r" b="b"/>
              <a:pathLst>
                <a:path w="3827" h="8860" extrusionOk="0">
                  <a:moveTo>
                    <a:pt x="2961" y="0"/>
                  </a:moveTo>
                  <a:cubicBezTo>
                    <a:pt x="2947" y="0"/>
                    <a:pt x="2934" y="1"/>
                    <a:pt x="2922" y="2"/>
                  </a:cubicBezTo>
                  <a:cubicBezTo>
                    <a:pt x="2761" y="13"/>
                    <a:pt x="2807" y="185"/>
                    <a:pt x="2807" y="185"/>
                  </a:cubicBezTo>
                  <a:cubicBezTo>
                    <a:pt x="2807" y="185"/>
                    <a:pt x="2842" y="311"/>
                    <a:pt x="2670" y="449"/>
                  </a:cubicBezTo>
                  <a:cubicBezTo>
                    <a:pt x="2544" y="552"/>
                    <a:pt x="2624" y="643"/>
                    <a:pt x="2681" y="689"/>
                  </a:cubicBezTo>
                  <a:cubicBezTo>
                    <a:pt x="2567" y="1067"/>
                    <a:pt x="2108" y="2579"/>
                    <a:pt x="1673" y="3152"/>
                  </a:cubicBezTo>
                  <a:cubicBezTo>
                    <a:pt x="1158" y="3805"/>
                    <a:pt x="1" y="8204"/>
                    <a:pt x="1" y="8204"/>
                  </a:cubicBezTo>
                  <a:cubicBezTo>
                    <a:pt x="1" y="8204"/>
                    <a:pt x="333" y="8616"/>
                    <a:pt x="1009" y="8765"/>
                  </a:cubicBezTo>
                  <a:cubicBezTo>
                    <a:pt x="1239" y="8836"/>
                    <a:pt x="1450" y="8860"/>
                    <a:pt x="1627" y="8860"/>
                  </a:cubicBezTo>
                  <a:cubicBezTo>
                    <a:pt x="1962" y="8860"/>
                    <a:pt x="2177" y="8777"/>
                    <a:pt x="2177" y="8777"/>
                  </a:cubicBezTo>
                  <a:cubicBezTo>
                    <a:pt x="2177" y="8777"/>
                    <a:pt x="3334" y="4389"/>
                    <a:pt x="3220" y="3564"/>
                  </a:cubicBezTo>
                  <a:cubicBezTo>
                    <a:pt x="3128" y="2854"/>
                    <a:pt x="3472" y="1308"/>
                    <a:pt x="3575" y="918"/>
                  </a:cubicBezTo>
                  <a:cubicBezTo>
                    <a:pt x="3643" y="907"/>
                    <a:pt x="3747" y="873"/>
                    <a:pt x="3701" y="724"/>
                  </a:cubicBezTo>
                  <a:cubicBezTo>
                    <a:pt x="3621" y="517"/>
                    <a:pt x="3712" y="414"/>
                    <a:pt x="3712" y="414"/>
                  </a:cubicBezTo>
                  <a:cubicBezTo>
                    <a:pt x="3712" y="414"/>
                    <a:pt x="3827" y="300"/>
                    <a:pt x="3701" y="208"/>
                  </a:cubicBezTo>
                  <a:cubicBezTo>
                    <a:pt x="3609" y="139"/>
                    <a:pt x="3414" y="94"/>
                    <a:pt x="3323" y="71"/>
                  </a:cubicBezTo>
                  <a:cubicBezTo>
                    <a:pt x="3241" y="40"/>
                    <a:pt x="3077" y="0"/>
                    <a:pt x="2961" y="0"/>
                  </a:cubicBezTo>
                  <a:close/>
                </a:path>
              </a:pathLst>
            </a:custGeom>
            <a:solidFill>
              <a:srgbClr val="92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9"/>
            <p:cNvSpPr/>
            <p:nvPr/>
          </p:nvSpPr>
          <p:spPr>
            <a:xfrm>
              <a:off x="5759225" y="3296500"/>
              <a:ext cx="31250" cy="30750"/>
            </a:xfrm>
            <a:custGeom>
              <a:avLst/>
              <a:gdLst/>
              <a:ahLst/>
              <a:cxnLst/>
              <a:rect l="l" t="t" r="r" b="b"/>
              <a:pathLst>
                <a:path w="1250" h="1230" extrusionOk="0">
                  <a:moveTo>
                    <a:pt x="516" y="0"/>
                  </a:moveTo>
                  <a:cubicBezTo>
                    <a:pt x="350" y="0"/>
                    <a:pt x="108" y="81"/>
                    <a:pt x="1" y="510"/>
                  </a:cubicBezTo>
                  <a:cubicBezTo>
                    <a:pt x="1" y="510"/>
                    <a:pt x="70" y="923"/>
                    <a:pt x="940" y="1221"/>
                  </a:cubicBezTo>
                  <a:cubicBezTo>
                    <a:pt x="958" y="1227"/>
                    <a:pt x="977" y="1230"/>
                    <a:pt x="995" y="1230"/>
                  </a:cubicBezTo>
                  <a:cubicBezTo>
                    <a:pt x="1082" y="1230"/>
                    <a:pt x="1168" y="1166"/>
                    <a:pt x="1215" y="1072"/>
                  </a:cubicBezTo>
                  <a:cubicBezTo>
                    <a:pt x="1249" y="969"/>
                    <a:pt x="1227" y="854"/>
                    <a:pt x="1135" y="797"/>
                  </a:cubicBezTo>
                  <a:lnTo>
                    <a:pt x="597" y="442"/>
                  </a:lnTo>
                  <a:lnTo>
                    <a:pt x="688" y="29"/>
                  </a:lnTo>
                  <a:cubicBezTo>
                    <a:pt x="688" y="29"/>
                    <a:pt x="616" y="0"/>
                    <a:pt x="516" y="0"/>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9"/>
            <p:cNvSpPr/>
            <p:nvPr/>
          </p:nvSpPr>
          <p:spPr>
            <a:xfrm>
              <a:off x="5749775" y="3309250"/>
              <a:ext cx="38700" cy="40150"/>
            </a:xfrm>
            <a:custGeom>
              <a:avLst/>
              <a:gdLst/>
              <a:ahLst/>
              <a:cxnLst/>
              <a:rect l="l" t="t" r="r" b="b"/>
              <a:pathLst>
                <a:path w="1548" h="1606" extrusionOk="0">
                  <a:moveTo>
                    <a:pt x="379" y="0"/>
                  </a:moveTo>
                  <a:cubicBezTo>
                    <a:pt x="379" y="0"/>
                    <a:pt x="138" y="218"/>
                    <a:pt x="173" y="539"/>
                  </a:cubicBezTo>
                  <a:cubicBezTo>
                    <a:pt x="173" y="539"/>
                    <a:pt x="12" y="756"/>
                    <a:pt x="70" y="986"/>
                  </a:cubicBezTo>
                  <a:cubicBezTo>
                    <a:pt x="70" y="986"/>
                    <a:pt x="1" y="1066"/>
                    <a:pt x="12" y="1226"/>
                  </a:cubicBezTo>
                  <a:cubicBezTo>
                    <a:pt x="12" y="1341"/>
                    <a:pt x="92" y="1444"/>
                    <a:pt x="207" y="1490"/>
                  </a:cubicBezTo>
                  <a:cubicBezTo>
                    <a:pt x="330" y="1539"/>
                    <a:pt x="525" y="1606"/>
                    <a:pt x="718" y="1606"/>
                  </a:cubicBezTo>
                  <a:cubicBezTo>
                    <a:pt x="793" y="1606"/>
                    <a:pt x="869" y="1596"/>
                    <a:pt x="940" y="1570"/>
                  </a:cubicBezTo>
                  <a:cubicBezTo>
                    <a:pt x="997" y="1547"/>
                    <a:pt x="1032" y="1501"/>
                    <a:pt x="1043" y="1444"/>
                  </a:cubicBezTo>
                  <a:cubicBezTo>
                    <a:pt x="1043" y="1386"/>
                    <a:pt x="1066" y="1375"/>
                    <a:pt x="1020" y="1318"/>
                  </a:cubicBezTo>
                  <a:cubicBezTo>
                    <a:pt x="1020" y="1318"/>
                    <a:pt x="1158" y="1306"/>
                    <a:pt x="1204" y="1203"/>
                  </a:cubicBezTo>
                  <a:cubicBezTo>
                    <a:pt x="1249" y="1100"/>
                    <a:pt x="1204" y="1020"/>
                    <a:pt x="1146" y="963"/>
                  </a:cubicBezTo>
                  <a:lnTo>
                    <a:pt x="1146" y="963"/>
                  </a:lnTo>
                  <a:cubicBezTo>
                    <a:pt x="1146" y="963"/>
                    <a:pt x="1198" y="995"/>
                    <a:pt x="1261" y="995"/>
                  </a:cubicBezTo>
                  <a:cubicBezTo>
                    <a:pt x="1339" y="995"/>
                    <a:pt x="1435" y="947"/>
                    <a:pt x="1479" y="734"/>
                  </a:cubicBezTo>
                  <a:cubicBezTo>
                    <a:pt x="1547" y="356"/>
                    <a:pt x="379" y="0"/>
                    <a:pt x="379" y="0"/>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9"/>
            <p:cNvSpPr/>
            <p:nvPr/>
          </p:nvSpPr>
          <p:spPr>
            <a:xfrm>
              <a:off x="5571375" y="3872850"/>
              <a:ext cx="19775" cy="29800"/>
            </a:xfrm>
            <a:custGeom>
              <a:avLst/>
              <a:gdLst/>
              <a:ahLst/>
              <a:cxnLst/>
              <a:rect l="l" t="t" r="r" b="b"/>
              <a:pathLst>
                <a:path w="791" h="1192" extrusionOk="0">
                  <a:moveTo>
                    <a:pt x="722" y="0"/>
                  </a:moveTo>
                  <a:lnTo>
                    <a:pt x="195" y="46"/>
                  </a:lnTo>
                  <a:lnTo>
                    <a:pt x="0" y="630"/>
                  </a:lnTo>
                  <a:lnTo>
                    <a:pt x="126" y="527"/>
                  </a:lnTo>
                  <a:cubicBezTo>
                    <a:pt x="172" y="573"/>
                    <a:pt x="562" y="916"/>
                    <a:pt x="539" y="1191"/>
                  </a:cubicBezTo>
                  <a:lnTo>
                    <a:pt x="756" y="584"/>
                  </a:lnTo>
                  <a:cubicBezTo>
                    <a:pt x="779" y="516"/>
                    <a:pt x="791" y="435"/>
                    <a:pt x="768" y="367"/>
                  </a:cubicBezTo>
                  <a:cubicBezTo>
                    <a:pt x="745" y="298"/>
                    <a:pt x="699" y="206"/>
                    <a:pt x="607" y="103"/>
                  </a:cubicBezTo>
                  <a:lnTo>
                    <a:pt x="7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9"/>
            <p:cNvSpPr/>
            <p:nvPr/>
          </p:nvSpPr>
          <p:spPr>
            <a:xfrm>
              <a:off x="5568800" y="3894900"/>
              <a:ext cx="15200" cy="16325"/>
            </a:xfrm>
            <a:custGeom>
              <a:avLst/>
              <a:gdLst/>
              <a:ahLst/>
              <a:cxnLst/>
              <a:rect l="l" t="t" r="r" b="b"/>
              <a:pathLst>
                <a:path w="608" h="653" extrusionOk="0">
                  <a:moveTo>
                    <a:pt x="458" y="0"/>
                  </a:moveTo>
                  <a:lnTo>
                    <a:pt x="0" y="46"/>
                  </a:lnTo>
                  <a:lnTo>
                    <a:pt x="103" y="653"/>
                  </a:lnTo>
                  <a:lnTo>
                    <a:pt x="447" y="573"/>
                  </a:lnTo>
                  <a:cubicBezTo>
                    <a:pt x="504" y="561"/>
                    <a:pt x="561" y="516"/>
                    <a:pt x="584" y="435"/>
                  </a:cubicBezTo>
                  <a:cubicBezTo>
                    <a:pt x="607" y="332"/>
                    <a:pt x="596" y="172"/>
                    <a:pt x="4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9"/>
            <p:cNvSpPr/>
            <p:nvPr/>
          </p:nvSpPr>
          <p:spPr>
            <a:xfrm>
              <a:off x="5540450" y="3856800"/>
              <a:ext cx="25800" cy="22075"/>
            </a:xfrm>
            <a:custGeom>
              <a:avLst/>
              <a:gdLst/>
              <a:ahLst/>
              <a:cxnLst/>
              <a:rect l="l" t="t" r="r" b="b"/>
              <a:pathLst>
                <a:path w="1032" h="883" extrusionOk="0">
                  <a:moveTo>
                    <a:pt x="1031" y="1"/>
                  </a:moveTo>
                  <a:lnTo>
                    <a:pt x="447" y="69"/>
                  </a:lnTo>
                  <a:cubicBezTo>
                    <a:pt x="378" y="81"/>
                    <a:pt x="321" y="115"/>
                    <a:pt x="275" y="172"/>
                  </a:cubicBezTo>
                  <a:cubicBezTo>
                    <a:pt x="229" y="230"/>
                    <a:pt x="172" y="321"/>
                    <a:pt x="126" y="447"/>
                  </a:cubicBezTo>
                  <a:lnTo>
                    <a:pt x="0" y="379"/>
                  </a:lnTo>
                  <a:lnTo>
                    <a:pt x="0" y="379"/>
                  </a:lnTo>
                  <a:lnTo>
                    <a:pt x="286" y="883"/>
                  </a:lnTo>
                  <a:lnTo>
                    <a:pt x="836" y="791"/>
                  </a:lnTo>
                  <a:lnTo>
                    <a:pt x="699" y="722"/>
                  </a:lnTo>
                  <a:cubicBezTo>
                    <a:pt x="710" y="653"/>
                    <a:pt x="802" y="115"/>
                    <a:pt x="10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9"/>
            <p:cNvSpPr/>
            <p:nvPr/>
          </p:nvSpPr>
          <p:spPr>
            <a:xfrm>
              <a:off x="5561925" y="3856725"/>
              <a:ext cx="17475" cy="19000"/>
            </a:xfrm>
            <a:custGeom>
              <a:avLst/>
              <a:gdLst/>
              <a:ahLst/>
              <a:cxnLst/>
              <a:rect l="l" t="t" r="r" b="b"/>
              <a:pathLst>
                <a:path w="699" h="760" extrusionOk="0">
                  <a:moveTo>
                    <a:pt x="332" y="1"/>
                  </a:moveTo>
                  <a:cubicBezTo>
                    <a:pt x="321" y="1"/>
                    <a:pt x="309" y="2"/>
                    <a:pt x="298" y="4"/>
                  </a:cubicBezTo>
                  <a:cubicBezTo>
                    <a:pt x="206" y="26"/>
                    <a:pt x="80" y="118"/>
                    <a:pt x="0" y="336"/>
                  </a:cubicBezTo>
                  <a:lnTo>
                    <a:pt x="264" y="760"/>
                  </a:lnTo>
                  <a:lnTo>
                    <a:pt x="699" y="382"/>
                  </a:lnTo>
                  <a:lnTo>
                    <a:pt x="481" y="72"/>
                  </a:lnTo>
                  <a:cubicBezTo>
                    <a:pt x="443" y="25"/>
                    <a:pt x="389" y="1"/>
                    <a:pt x="3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9"/>
            <p:cNvSpPr/>
            <p:nvPr/>
          </p:nvSpPr>
          <p:spPr>
            <a:xfrm>
              <a:off x="5537575" y="3891450"/>
              <a:ext cx="26375" cy="25525"/>
            </a:xfrm>
            <a:custGeom>
              <a:avLst/>
              <a:gdLst/>
              <a:ahLst/>
              <a:cxnLst/>
              <a:rect l="l" t="t" r="r" b="b"/>
              <a:pathLst>
                <a:path w="1055" h="1021" extrusionOk="0">
                  <a:moveTo>
                    <a:pt x="711" y="1"/>
                  </a:moveTo>
                  <a:lnTo>
                    <a:pt x="734" y="172"/>
                  </a:lnTo>
                  <a:cubicBezTo>
                    <a:pt x="686" y="188"/>
                    <a:pt x="450" y="280"/>
                    <a:pt x="244" y="280"/>
                  </a:cubicBezTo>
                  <a:cubicBezTo>
                    <a:pt x="149" y="280"/>
                    <a:pt x="61" y="261"/>
                    <a:pt x="1" y="207"/>
                  </a:cubicBezTo>
                  <a:lnTo>
                    <a:pt x="1" y="207"/>
                  </a:lnTo>
                  <a:lnTo>
                    <a:pt x="333" y="734"/>
                  </a:lnTo>
                  <a:cubicBezTo>
                    <a:pt x="379" y="802"/>
                    <a:pt x="436" y="837"/>
                    <a:pt x="493" y="860"/>
                  </a:cubicBezTo>
                  <a:cubicBezTo>
                    <a:pt x="533" y="866"/>
                    <a:pt x="584" y="873"/>
                    <a:pt x="644" y="873"/>
                  </a:cubicBezTo>
                  <a:cubicBezTo>
                    <a:pt x="688" y="873"/>
                    <a:pt x="738" y="869"/>
                    <a:pt x="791" y="860"/>
                  </a:cubicBezTo>
                  <a:lnTo>
                    <a:pt x="802" y="1020"/>
                  </a:lnTo>
                  <a:lnTo>
                    <a:pt x="1054" y="505"/>
                  </a:lnTo>
                  <a:lnTo>
                    <a:pt x="71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9"/>
            <p:cNvSpPr/>
            <p:nvPr/>
          </p:nvSpPr>
          <p:spPr>
            <a:xfrm>
              <a:off x="5534425" y="3879150"/>
              <a:ext cx="16925" cy="17675"/>
            </a:xfrm>
            <a:custGeom>
              <a:avLst/>
              <a:gdLst/>
              <a:ahLst/>
              <a:cxnLst/>
              <a:rect l="l" t="t" r="r" b="b"/>
              <a:pathLst>
                <a:path w="677" h="707" extrusionOk="0">
                  <a:moveTo>
                    <a:pt x="161" y="0"/>
                  </a:moveTo>
                  <a:lnTo>
                    <a:pt x="35" y="367"/>
                  </a:lnTo>
                  <a:cubicBezTo>
                    <a:pt x="1" y="435"/>
                    <a:pt x="12" y="516"/>
                    <a:pt x="58" y="573"/>
                  </a:cubicBezTo>
                  <a:cubicBezTo>
                    <a:pt x="115" y="640"/>
                    <a:pt x="213" y="707"/>
                    <a:pt x="364" y="707"/>
                  </a:cubicBezTo>
                  <a:cubicBezTo>
                    <a:pt x="393" y="707"/>
                    <a:pt x="425" y="704"/>
                    <a:pt x="459" y="699"/>
                  </a:cubicBezTo>
                  <a:lnTo>
                    <a:pt x="676" y="241"/>
                  </a:lnTo>
                  <a:lnTo>
                    <a:pt x="1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9" name="Google Shape;719;p39"/>
          <p:cNvSpPr/>
          <p:nvPr/>
        </p:nvSpPr>
        <p:spPr>
          <a:xfrm>
            <a:off x="330481" y="424888"/>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9"/>
          <p:cNvSpPr/>
          <p:nvPr/>
        </p:nvSpPr>
        <p:spPr>
          <a:xfrm flipH="1">
            <a:off x="1014975" y="485288"/>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721"/>
        <p:cNvGrpSpPr/>
        <p:nvPr/>
      </p:nvGrpSpPr>
      <p:grpSpPr>
        <a:xfrm>
          <a:off x="0" y="0"/>
          <a:ext cx="0" cy="0"/>
          <a:chOff x="0" y="0"/>
          <a:chExt cx="0" cy="0"/>
        </a:xfrm>
      </p:grpSpPr>
      <p:sp>
        <p:nvSpPr>
          <p:cNvPr id="722" name="Google Shape;722;p40"/>
          <p:cNvSpPr/>
          <p:nvPr/>
        </p:nvSpPr>
        <p:spPr>
          <a:xfrm flipH="1">
            <a:off x="-62609" y="3543548"/>
            <a:ext cx="9250295" cy="1067794"/>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0"/>
          <p:cNvSpPr/>
          <p:nvPr/>
        </p:nvSpPr>
        <p:spPr>
          <a:xfrm flipH="1">
            <a:off x="-16472" y="4488522"/>
            <a:ext cx="9291583" cy="889668"/>
          </a:xfrm>
          <a:custGeom>
            <a:avLst/>
            <a:gdLst/>
            <a:ahLst/>
            <a:cxnLst/>
            <a:rect l="l" t="t" r="r" b="b"/>
            <a:pathLst>
              <a:path w="206951" h="45455" extrusionOk="0">
                <a:moveTo>
                  <a:pt x="0" y="1"/>
                </a:moveTo>
                <a:lnTo>
                  <a:pt x="0" y="45455"/>
                </a:lnTo>
                <a:lnTo>
                  <a:pt x="206950" y="45455"/>
                </a:lnTo>
                <a:lnTo>
                  <a:pt x="206950" y="1"/>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0"/>
          <p:cNvSpPr/>
          <p:nvPr/>
        </p:nvSpPr>
        <p:spPr>
          <a:xfrm flipH="1">
            <a:off x="-85250" y="4383825"/>
            <a:ext cx="9602886" cy="325018"/>
          </a:xfrm>
          <a:custGeom>
            <a:avLst/>
            <a:gdLst/>
            <a:ahLst/>
            <a:cxnLst/>
            <a:rect l="l" t="t" r="r" b="b"/>
            <a:pathLst>
              <a:path w="227032" h="16090" extrusionOk="0">
                <a:moveTo>
                  <a:pt x="64375" y="0"/>
                </a:moveTo>
                <a:cubicBezTo>
                  <a:pt x="44700" y="0"/>
                  <a:pt x="25026" y="1237"/>
                  <a:pt x="5511" y="3707"/>
                </a:cubicBezTo>
                <a:lnTo>
                  <a:pt x="1" y="15609"/>
                </a:lnTo>
                <a:cubicBezTo>
                  <a:pt x="12238" y="13149"/>
                  <a:pt x="24646" y="12384"/>
                  <a:pt x="37121" y="12384"/>
                </a:cubicBezTo>
                <a:cubicBezTo>
                  <a:pt x="52998" y="12384"/>
                  <a:pt x="68984" y="13624"/>
                  <a:pt x="84861" y="14188"/>
                </a:cubicBezTo>
                <a:cubicBezTo>
                  <a:pt x="93345" y="14492"/>
                  <a:pt x="101835" y="14600"/>
                  <a:pt x="110329" y="14600"/>
                </a:cubicBezTo>
                <a:cubicBezTo>
                  <a:pt x="131652" y="14600"/>
                  <a:pt x="152995" y="13916"/>
                  <a:pt x="174304" y="13916"/>
                </a:cubicBezTo>
                <a:cubicBezTo>
                  <a:pt x="191914" y="13916"/>
                  <a:pt x="209501" y="14383"/>
                  <a:pt x="227032" y="16090"/>
                </a:cubicBezTo>
                <a:lnTo>
                  <a:pt x="226287" y="6067"/>
                </a:lnTo>
                <a:cubicBezTo>
                  <a:pt x="211071" y="3428"/>
                  <a:pt x="195625" y="2091"/>
                  <a:pt x="180177" y="2091"/>
                </a:cubicBezTo>
                <a:cubicBezTo>
                  <a:pt x="178727" y="2091"/>
                  <a:pt x="177277" y="2102"/>
                  <a:pt x="175827" y="2126"/>
                </a:cubicBezTo>
                <a:cubicBezTo>
                  <a:pt x="162280" y="2346"/>
                  <a:pt x="148742" y="3587"/>
                  <a:pt x="135198" y="3587"/>
                </a:cubicBezTo>
                <a:cubicBezTo>
                  <a:pt x="133223" y="3587"/>
                  <a:pt x="131248" y="3560"/>
                  <a:pt x="129273" y="3501"/>
                </a:cubicBezTo>
                <a:cubicBezTo>
                  <a:pt x="120051" y="3226"/>
                  <a:pt x="110864" y="2218"/>
                  <a:pt x="101666" y="1485"/>
                </a:cubicBezTo>
                <a:cubicBezTo>
                  <a:pt x="89262" y="495"/>
                  <a:pt x="76818" y="0"/>
                  <a:pt x="64375" y="0"/>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5" name="Google Shape;725;p40"/>
          <p:cNvGrpSpPr/>
          <p:nvPr/>
        </p:nvGrpSpPr>
        <p:grpSpPr>
          <a:xfrm flipH="1">
            <a:off x="631775" y="3435367"/>
            <a:ext cx="1704050" cy="1583836"/>
            <a:chOff x="6364125" y="2948750"/>
            <a:chExt cx="780100" cy="725100"/>
          </a:xfrm>
        </p:grpSpPr>
        <p:sp>
          <p:nvSpPr>
            <p:cNvPr id="726" name="Google Shape;726;p40"/>
            <p:cNvSpPr/>
            <p:nvPr/>
          </p:nvSpPr>
          <p:spPr>
            <a:xfrm>
              <a:off x="6592400" y="3281250"/>
              <a:ext cx="330000" cy="236050"/>
            </a:xfrm>
            <a:custGeom>
              <a:avLst/>
              <a:gdLst/>
              <a:ahLst/>
              <a:cxnLst/>
              <a:rect l="l" t="t" r="r" b="b"/>
              <a:pathLst>
                <a:path w="13200" h="9442" extrusionOk="0">
                  <a:moveTo>
                    <a:pt x="3942" y="1"/>
                  </a:moveTo>
                  <a:cubicBezTo>
                    <a:pt x="3250" y="1"/>
                    <a:pt x="2556" y="182"/>
                    <a:pt x="1958" y="544"/>
                  </a:cubicBezTo>
                  <a:cubicBezTo>
                    <a:pt x="435" y="1470"/>
                    <a:pt x="1" y="3276"/>
                    <a:pt x="974" y="4659"/>
                  </a:cubicBezTo>
                  <a:lnTo>
                    <a:pt x="4338" y="9441"/>
                  </a:lnTo>
                  <a:lnTo>
                    <a:pt x="13199" y="7109"/>
                  </a:lnTo>
                  <a:lnTo>
                    <a:pt x="11523" y="4284"/>
                  </a:lnTo>
                  <a:lnTo>
                    <a:pt x="5991" y="591"/>
                  </a:lnTo>
                  <a:cubicBezTo>
                    <a:pt x="5381" y="197"/>
                    <a:pt x="4662" y="1"/>
                    <a:pt x="3942" y="1"/>
                  </a:cubicBezTo>
                  <a:close/>
                </a:path>
              </a:pathLst>
            </a:custGeom>
            <a:solidFill>
              <a:srgbClr val="D026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0"/>
            <p:cNvSpPr/>
            <p:nvPr/>
          </p:nvSpPr>
          <p:spPr>
            <a:xfrm>
              <a:off x="6679725" y="3378375"/>
              <a:ext cx="67725" cy="77975"/>
            </a:xfrm>
            <a:custGeom>
              <a:avLst/>
              <a:gdLst/>
              <a:ahLst/>
              <a:cxnLst/>
              <a:rect l="l" t="t" r="r" b="b"/>
              <a:pathLst>
                <a:path w="2709" h="3119" fill="none" extrusionOk="0">
                  <a:moveTo>
                    <a:pt x="1" y="0"/>
                  </a:moveTo>
                  <a:lnTo>
                    <a:pt x="2709" y="3118"/>
                  </a:lnTo>
                </a:path>
              </a:pathLst>
            </a:custGeom>
            <a:noFill/>
            <a:ln w="4400" cap="flat" cmpd="sng">
              <a:solidFill>
                <a:srgbClr val="D0262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0"/>
            <p:cNvSpPr/>
            <p:nvPr/>
          </p:nvSpPr>
          <p:spPr>
            <a:xfrm>
              <a:off x="6953150" y="3574750"/>
              <a:ext cx="184925" cy="70900"/>
            </a:xfrm>
            <a:custGeom>
              <a:avLst/>
              <a:gdLst/>
              <a:ahLst/>
              <a:cxnLst/>
              <a:rect l="l" t="t" r="r" b="b"/>
              <a:pathLst>
                <a:path w="7397" h="2836" extrusionOk="0">
                  <a:moveTo>
                    <a:pt x="2653" y="0"/>
                  </a:moveTo>
                  <a:cubicBezTo>
                    <a:pt x="2243" y="0"/>
                    <a:pt x="1914" y="257"/>
                    <a:pt x="1723" y="503"/>
                  </a:cubicBezTo>
                  <a:cubicBezTo>
                    <a:pt x="1610" y="653"/>
                    <a:pt x="1369" y="702"/>
                    <a:pt x="1102" y="702"/>
                  </a:cubicBezTo>
                  <a:cubicBezTo>
                    <a:pt x="597" y="702"/>
                    <a:pt x="0" y="526"/>
                    <a:pt x="0" y="526"/>
                  </a:cubicBezTo>
                  <a:lnTo>
                    <a:pt x="0" y="526"/>
                  </a:lnTo>
                  <a:lnTo>
                    <a:pt x="668" y="2835"/>
                  </a:lnTo>
                  <a:lnTo>
                    <a:pt x="6916" y="2835"/>
                  </a:lnTo>
                  <a:cubicBezTo>
                    <a:pt x="6916" y="2835"/>
                    <a:pt x="7397" y="2788"/>
                    <a:pt x="7221" y="2226"/>
                  </a:cubicBezTo>
                  <a:cubicBezTo>
                    <a:pt x="7045" y="1675"/>
                    <a:pt x="5744" y="1616"/>
                    <a:pt x="5744" y="1616"/>
                  </a:cubicBezTo>
                  <a:cubicBezTo>
                    <a:pt x="5744" y="1616"/>
                    <a:pt x="4513" y="1393"/>
                    <a:pt x="3646" y="503"/>
                  </a:cubicBezTo>
                  <a:cubicBezTo>
                    <a:pt x="3287" y="134"/>
                    <a:pt x="2949" y="0"/>
                    <a:pt x="2653" y="0"/>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0"/>
            <p:cNvSpPr/>
            <p:nvPr/>
          </p:nvSpPr>
          <p:spPr>
            <a:xfrm>
              <a:off x="6751525" y="3552425"/>
              <a:ext cx="218350" cy="93225"/>
            </a:xfrm>
            <a:custGeom>
              <a:avLst/>
              <a:gdLst/>
              <a:ahLst/>
              <a:cxnLst/>
              <a:rect l="l" t="t" r="r" b="b"/>
              <a:pathLst>
                <a:path w="8734" h="3729" extrusionOk="0">
                  <a:moveTo>
                    <a:pt x="1126" y="1"/>
                  </a:moveTo>
                  <a:cubicBezTo>
                    <a:pt x="856" y="927"/>
                    <a:pt x="634" y="1876"/>
                    <a:pt x="329" y="2779"/>
                  </a:cubicBezTo>
                  <a:cubicBezTo>
                    <a:pt x="223" y="3095"/>
                    <a:pt x="118" y="3412"/>
                    <a:pt x="1" y="3728"/>
                  </a:cubicBezTo>
                  <a:lnTo>
                    <a:pt x="8733" y="3728"/>
                  </a:lnTo>
                  <a:lnTo>
                    <a:pt x="8569" y="1560"/>
                  </a:lnTo>
                  <a:lnTo>
                    <a:pt x="1126" y="1"/>
                  </a:ln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0"/>
            <p:cNvSpPr/>
            <p:nvPr/>
          </p:nvSpPr>
          <p:spPr>
            <a:xfrm>
              <a:off x="6614975" y="3349350"/>
              <a:ext cx="432250" cy="296300"/>
            </a:xfrm>
            <a:custGeom>
              <a:avLst/>
              <a:gdLst/>
              <a:ahLst/>
              <a:cxnLst/>
              <a:rect l="l" t="t" r="r" b="b"/>
              <a:pathLst>
                <a:path w="17290" h="11852" extrusionOk="0">
                  <a:moveTo>
                    <a:pt x="9272" y="1"/>
                  </a:moveTo>
                  <a:lnTo>
                    <a:pt x="9143" y="3013"/>
                  </a:lnTo>
                  <a:cubicBezTo>
                    <a:pt x="9143" y="3013"/>
                    <a:pt x="3869" y="4314"/>
                    <a:pt x="1231" y="5990"/>
                  </a:cubicBezTo>
                  <a:cubicBezTo>
                    <a:pt x="446" y="6483"/>
                    <a:pt x="0" y="7397"/>
                    <a:pt x="165" y="8311"/>
                  </a:cubicBezTo>
                  <a:cubicBezTo>
                    <a:pt x="176" y="8393"/>
                    <a:pt x="200" y="8475"/>
                    <a:pt x="223" y="8546"/>
                  </a:cubicBezTo>
                  <a:cubicBezTo>
                    <a:pt x="469" y="9671"/>
                    <a:pt x="1290" y="11031"/>
                    <a:pt x="3693" y="11628"/>
                  </a:cubicBezTo>
                  <a:cubicBezTo>
                    <a:pt x="4338" y="11781"/>
                    <a:pt x="4982" y="11851"/>
                    <a:pt x="5639" y="11851"/>
                  </a:cubicBezTo>
                  <a:lnTo>
                    <a:pt x="8299" y="11851"/>
                  </a:lnTo>
                  <a:lnTo>
                    <a:pt x="8604" y="9284"/>
                  </a:lnTo>
                  <a:lnTo>
                    <a:pt x="12683" y="9226"/>
                  </a:lnTo>
                  <a:cubicBezTo>
                    <a:pt x="14465" y="9226"/>
                    <a:pt x="16633" y="8475"/>
                    <a:pt x="16903" y="6823"/>
                  </a:cubicBezTo>
                  <a:cubicBezTo>
                    <a:pt x="17290" y="4420"/>
                    <a:pt x="15649" y="2134"/>
                    <a:pt x="15649" y="2134"/>
                  </a:cubicBezTo>
                  <a:lnTo>
                    <a:pt x="92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0"/>
            <p:cNvSpPr/>
            <p:nvPr/>
          </p:nvSpPr>
          <p:spPr>
            <a:xfrm>
              <a:off x="6703175" y="3384800"/>
              <a:ext cx="142150" cy="85025"/>
            </a:xfrm>
            <a:custGeom>
              <a:avLst/>
              <a:gdLst/>
              <a:ahLst/>
              <a:cxnLst/>
              <a:rect l="l" t="t" r="r" b="b"/>
              <a:pathLst>
                <a:path w="5686" h="3401" fill="none" extrusionOk="0">
                  <a:moveTo>
                    <a:pt x="5686" y="1"/>
                  </a:moveTo>
                  <a:lnTo>
                    <a:pt x="5568" y="1525"/>
                  </a:lnTo>
                  <a:lnTo>
                    <a:pt x="1" y="3400"/>
                  </a:lnTo>
                </a:path>
              </a:pathLst>
            </a:custGeom>
            <a:noFill/>
            <a:ln w="4400" cap="flat" cmpd="sng">
              <a:solidFill>
                <a:srgbClr val="D0262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0"/>
            <p:cNvSpPr/>
            <p:nvPr/>
          </p:nvSpPr>
          <p:spPr>
            <a:xfrm>
              <a:off x="6864950" y="2949050"/>
              <a:ext cx="279275" cy="286375"/>
            </a:xfrm>
            <a:custGeom>
              <a:avLst/>
              <a:gdLst/>
              <a:ahLst/>
              <a:cxnLst/>
              <a:rect l="l" t="t" r="r" b="b"/>
              <a:pathLst>
                <a:path w="11171" h="11455" extrusionOk="0">
                  <a:moveTo>
                    <a:pt x="2787" y="0"/>
                  </a:moveTo>
                  <a:cubicBezTo>
                    <a:pt x="2070" y="0"/>
                    <a:pt x="465" y="1398"/>
                    <a:pt x="164" y="2486"/>
                  </a:cubicBezTo>
                  <a:cubicBezTo>
                    <a:pt x="70" y="2814"/>
                    <a:pt x="0" y="3107"/>
                    <a:pt x="35" y="3611"/>
                  </a:cubicBezTo>
                  <a:cubicBezTo>
                    <a:pt x="94" y="4303"/>
                    <a:pt x="528" y="5299"/>
                    <a:pt x="996" y="5815"/>
                  </a:cubicBezTo>
                  <a:cubicBezTo>
                    <a:pt x="1571" y="6460"/>
                    <a:pt x="2297" y="6964"/>
                    <a:pt x="2895" y="7585"/>
                  </a:cubicBezTo>
                  <a:cubicBezTo>
                    <a:pt x="3739" y="8464"/>
                    <a:pt x="4325" y="9578"/>
                    <a:pt x="5193" y="10445"/>
                  </a:cubicBezTo>
                  <a:cubicBezTo>
                    <a:pt x="5769" y="10999"/>
                    <a:pt x="6521" y="11455"/>
                    <a:pt x="7320" y="11455"/>
                  </a:cubicBezTo>
                  <a:cubicBezTo>
                    <a:pt x="7349" y="11455"/>
                    <a:pt x="7379" y="11454"/>
                    <a:pt x="7408" y="11453"/>
                  </a:cubicBezTo>
                  <a:cubicBezTo>
                    <a:pt x="7783" y="11441"/>
                    <a:pt x="8147" y="11312"/>
                    <a:pt x="8498" y="11172"/>
                  </a:cubicBezTo>
                  <a:cubicBezTo>
                    <a:pt x="9014" y="10961"/>
                    <a:pt x="9506" y="10691"/>
                    <a:pt x="9963" y="10375"/>
                  </a:cubicBezTo>
                  <a:cubicBezTo>
                    <a:pt x="10831" y="9578"/>
                    <a:pt x="11171" y="8347"/>
                    <a:pt x="10831" y="7210"/>
                  </a:cubicBezTo>
                  <a:cubicBezTo>
                    <a:pt x="10784" y="7081"/>
                    <a:pt x="10737" y="6952"/>
                    <a:pt x="10702" y="6835"/>
                  </a:cubicBezTo>
                  <a:cubicBezTo>
                    <a:pt x="10409" y="6038"/>
                    <a:pt x="9835" y="5369"/>
                    <a:pt x="9096" y="4971"/>
                  </a:cubicBezTo>
                  <a:cubicBezTo>
                    <a:pt x="8639" y="4725"/>
                    <a:pt x="8123" y="4584"/>
                    <a:pt x="7666" y="4315"/>
                  </a:cubicBezTo>
                  <a:cubicBezTo>
                    <a:pt x="7150" y="4010"/>
                    <a:pt x="6752" y="3564"/>
                    <a:pt x="6353" y="3119"/>
                  </a:cubicBezTo>
                  <a:cubicBezTo>
                    <a:pt x="5755" y="2474"/>
                    <a:pt x="5169" y="1818"/>
                    <a:pt x="4571" y="1161"/>
                  </a:cubicBezTo>
                  <a:cubicBezTo>
                    <a:pt x="4091" y="622"/>
                    <a:pt x="3528" y="48"/>
                    <a:pt x="2813" y="1"/>
                  </a:cubicBezTo>
                  <a:cubicBezTo>
                    <a:pt x="2805" y="1"/>
                    <a:pt x="2796" y="0"/>
                    <a:pt x="2787" y="0"/>
                  </a:cubicBezTo>
                  <a:close/>
                </a:path>
              </a:pathLst>
            </a:custGeom>
            <a:solidFill>
              <a:srgbClr val="92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0"/>
            <p:cNvSpPr/>
            <p:nvPr/>
          </p:nvSpPr>
          <p:spPr>
            <a:xfrm>
              <a:off x="6846175" y="2952150"/>
              <a:ext cx="123700" cy="131750"/>
            </a:xfrm>
            <a:custGeom>
              <a:avLst/>
              <a:gdLst/>
              <a:ahLst/>
              <a:cxnLst/>
              <a:rect l="l" t="t" r="r" b="b"/>
              <a:pathLst>
                <a:path w="4948" h="5270" extrusionOk="0">
                  <a:moveTo>
                    <a:pt x="2713" y="1"/>
                  </a:moveTo>
                  <a:cubicBezTo>
                    <a:pt x="2154" y="1"/>
                    <a:pt x="1579" y="250"/>
                    <a:pt x="1138" y="639"/>
                  </a:cubicBezTo>
                  <a:cubicBezTo>
                    <a:pt x="552" y="1155"/>
                    <a:pt x="188" y="1928"/>
                    <a:pt x="118" y="2725"/>
                  </a:cubicBezTo>
                  <a:cubicBezTo>
                    <a:pt x="1" y="3792"/>
                    <a:pt x="446" y="4929"/>
                    <a:pt x="1513" y="5210"/>
                  </a:cubicBezTo>
                  <a:cubicBezTo>
                    <a:pt x="1663" y="5251"/>
                    <a:pt x="1815" y="5270"/>
                    <a:pt x="1966" y="5270"/>
                  </a:cubicBezTo>
                  <a:cubicBezTo>
                    <a:pt x="2559" y="5270"/>
                    <a:pt x="3139" y="4974"/>
                    <a:pt x="3541" y="4507"/>
                  </a:cubicBezTo>
                  <a:cubicBezTo>
                    <a:pt x="4455" y="3476"/>
                    <a:pt x="4947" y="1319"/>
                    <a:pt x="3728" y="346"/>
                  </a:cubicBezTo>
                  <a:cubicBezTo>
                    <a:pt x="3588" y="240"/>
                    <a:pt x="3447" y="158"/>
                    <a:pt x="3295" y="100"/>
                  </a:cubicBezTo>
                  <a:cubicBezTo>
                    <a:pt x="3107" y="32"/>
                    <a:pt x="2911" y="1"/>
                    <a:pt x="2713"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0"/>
            <p:cNvSpPr/>
            <p:nvPr/>
          </p:nvSpPr>
          <p:spPr>
            <a:xfrm>
              <a:off x="6942300" y="3014750"/>
              <a:ext cx="33425" cy="37725"/>
            </a:xfrm>
            <a:custGeom>
              <a:avLst/>
              <a:gdLst/>
              <a:ahLst/>
              <a:cxnLst/>
              <a:rect l="l" t="t" r="r" b="b"/>
              <a:pathLst>
                <a:path w="1337" h="1509" extrusionOk="0">
                  <a:moveTo>
                    <a:pt x="762" y="0"/>
                  </a:moveTo>
                  <a:cubicBezTo>
                    <a:pt x="601" y="0"/>
                    <a:pt x="439" y="68"/>
                    <a:pt x="352" y="198"/>
                  </a:cubicBezTo>
                  <a:lnTo>
                    <a:pt x="1" y="1347"/>
                  </a:lnTo>
                  <a:cubicBezTo>
                    <a:pt x="136" y="1454"/>
                    <a:pt x="320" y="1509"/>
                    <a:pt x="498" y="1509"/>
                  </a:cubicBezTo>
                  <a:cubicBezTo>
                    <a:pt x="613" y="1509"/>
                    <a:pt x="725" y="1486"/>
                    <a:pt x="821" y="1440"/>
                  </a:cubicBezTo>
                  <a:cubicBezTo>
                    <a:pt x="1079" y="1323"/>
                    <a:pt x="1267" y="1054"/>
                    <a:pt x="1302" y="761"/>
                  </a:cubicBezTo>
                  <a:cubicBezTo>
                    <a:pt x="1337" y="503"/>
                    <a:pt x="1243" y="221"/>
                    <a:pt x="1044" y="81"/>
                  </a:cubicBezTo>
                  <a:cubicBezTo>
                    <a:pt x="963" y="27"/>
                    <a:pt x="863" y="0"/>
                    <a:pt x="762" y="0"/>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0"/>
            <p:cNvSpPr/>
            <p:nvPr/>
          </p:nvSpPr>
          <p:spPr>
            <a:xfrm>
              <a:off x="6886675" y="3030525"/>
              <a:ext cx="66200" cy="127150"/>
            </a:xfrm>
            <a:custGeom>
              <a:avLst/>
              <a:gdLst/>
              <a:ahLst/>
              <a:cxnLst/>
              <a:rect l="l" t="t" r="r" b="b"/>
              <a:pathLst>
                <a:path w="2648" h="5086" extrusionOk="0">
                  <a:moveTo>
                    <a:pt x="2448" y="1"/>
                  </a:moveTo>
                  <a:lnTo>
                    <a:pt x="92" y="282"/>
                  </a:lnTo>
                  <a:lnTo>
                    <a:pt x="22" y="3751"/>
                  </a:lnTo>
                  <a:cubicBezTo>
                    <a:pt x="0" y="4485"/>
                    <a:pt x="591" y="5085"/>
                    <a:pt x="1309" y="5085"/>
                  </a:cubicBezTo>
                  <a:cubicBezTo>
                    <a:pt x="1360" y="5085"/>
                    <a:pt x="1412" y="5082"/>
                    <a:pt x="1464" y="5076"/>
                  </a:cubicBezTo>
                  <a:cubicBezTo>
                    <a:pt x="2144" y="4994"/>
                    <a:pt x="2648" y="4396"/>
                    <a:pt x="2612" y="3716"/>
                  </a:cubicBezTo>
                  <a:lnTo>
                    <a:pt x="2448" y="1"/>
                  </a:ln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0"/>
            <p:cNvSpPr/>
            <p:nvPr/>
          </p:nvSpPr>
          <p:spPr>
            <a:xfrm>
              <a:off x="6887800" y="3064825"/>
              <a:ext cx="46900" cy="31375"/>
            </a:xfrm>
            <a:custGeom>
              <a:avLst/>
              <a:gdLst/>
              <a:ahLst/>
              <a:cxnLst/>
              <a:rect l="l" t="t" r="r" b="b"/>
              <a:pathLst>
                <a:path w="1876" h="1255" extrusionOk="0">
                  <a:moveTo>
                    <a:pt x="1876" y="0"/>
                  </a:moveTo>
                  <a:cubicBezTo>
                    <a:pt x="1300" y="657"/>
                    <a:pt x="622" y="758"/>
                    <a:pt x="260" y="758"/>
                  </a:cubicBezTo>
                  <a:cubicBezTo>
                    <a:pt x="99" y="758"/>
                    <a:pt x="0" y="738"/>
                    <a:pt x="0" y="738"/>
                  </a:cubicBezTo>
                  <a:lnTo>
                    <a:pt x="0" y="1254"/>
                  </a:lnTo>
                  <a:cubicBezTo>
                    <a:pt x="1442" y="1020"/>
                    <a:pt x="1876" y="0"/>
                    <a:pt x="1876"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0"/>
            <p:cNvSpPr/>
            <p:nvPr/>
          </p:nvSpPr>
          <p:spPr>
            <a:xfrm>
              <a:off x="6871375" y="2948750"/>
              <a:ext cx="111975" cy="66925"/>
            </a:xfrm>
            <a:custGeom>
              <a:avLst/>
              <a:gdLst/>
              <a:ahLst/>
              <a:cxnLst/>
              <a:rect l="l" t="t" r="r" b="b"/>
              <a:pathLst>
                <a:path w="4479" h="2677" extrusionOk="0">
                  <a:moveTo>
                    <a:pt x="2106" y="1"/>
                  </a:moveTo>
                  <a:cubicBezTo>
                    <a:pt x="778" y="1"/>
                    <a:pt x="1" y="892"/>
                    <a:pt x="1" y="892"/>
                  </a:cubicBezTo>
                  <a:cubicBezTo>
                    <a:pt x="758" y="1932"/>
                    <a:pt x="1983" y="2677"/>
                    <a:pt x="3267" y="2677"/>
                  </a:cubicBezTo>
                  <a:cubicBezTo>
                    <a:pt x="3315" y="2677"/>
                    <a:pt x="3364" y="2676"/>
                    <a:pt x="3412" y="2674"/>
                  </a:cubicBezTo>
                  <a:cubicBezTo>
                    <a:pt x="3412" y="2674"/>
                    <a:pt x="4479" y="529"/>
                    <a:pt x="2955" y="118"/>
                  </a:cubicBezTo>
                  <a:cubicBezTo>
                    <a:pt x="2652" y="35"/>
                    <a:pt x="2368" y="1"/>
                    <a:pt x="2106" y="1"/>
                  </a:cubicBezTo>
                  <a:close/>
                </a:path>
              </a:pathLst>
            </a:custGeom>
            <a:solidFill>
              <a:srgbClr val="92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0"/>
            <p:cNvSpPr/>
            <p:nvPr/>
          </p:nvSpPr>
          <p:spPr>
            <a:xfrm>
              <a:off x="6955200" y="3027000"/>
              <a:ext cx="6750" cy="10300"/>
            </a:xfrm>
            <a:custGeom>
              <a:avLst/>
              <a:gdLst/>
              <a:ahLst/>
              <a:cxnLst/>
              <a:rect l="l" t="t" r="r" b="b"/>
              <a:pathLst>
                <a:path w="270" h="412" fill="none" extrusionOk="0">
                  <a:moveTo>
                    <a:pt x="0" y="411"/>
                  </a:moveTo>
                  <a:cubicBezTo>
                    <a:pt x="153" y="411"/>
                    <a:pt x="270" y="317"/>
                    <a:pt x="270" y="188"/>
                  </a:cubicBezTo>
                  <a:cubicBezTo>
                    <a:pt x="270" y="106"/>
                    <a:pt x="200" y="24"/>
                    <a:pt x="106" y="1"/>
                  </a:cubicBezTo>
                </a:path>
              </a:pathLst>
            </a:custGeom>
            <a:noFill/>
            <a:ln w="2925" cap="rnd" cmpd="sng">
              <a:solidFill>
                <a:srgbClr val="1E1C1C"/>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0"/>
            <p:cNvSpPr/>
            <p:nvPr/>
          </p:nvSpPr>
          <p:spPr>
            <a:xfrm>
              <a:off x="6867575" y="3021450"/>
              <a:ext cx="10875" cy="17225"/>
            </a:xfrm>
            <a:custGeom>
              <a:avLst/>
              <a:gdLst/>
              <a:ahLst/>
              <a:cxnLst/>
              <a:rect l="l" t="t" r="r" b="b"/>
              <a:pathLst>
                <a:path w="435" h="689" extrusionOk="0">
                  <a:moveTo>
                    <a:pt x="434" y="0"/>
                  </a:moveTo>
                  <a:lnTo>
                    <a:pt x="434" y="0"/>
                  </a:lnTo>
                  <a:cubicBezTo>
                    <a:pt x="387" y="82"/>
                    <a:pt x="329" y="164"/>
                    <a:pt x="270" y="246"/>
                  </a:cubicBezTo>
                  <a:cubicBezTo>
                    <a:pt x="235" y="282"/>
                    <a:pt x="200" y="317"/>
                    <a:pt x="165" y="352"/>
                  </a:cubicBezTo>
                  <a:cubicBezTo>
                    <a:pt x="141" y="387"/>
                    <a:pt x="94" y="410"/>
                    <a:pt x="71" y="422"/>
                  </a:cubicBezTo>
                  <a:lnTo>
                    <a:pt x="1" y="434"/>
                  </a:lnTo>
                  <a:lnTo>
                    <a:pt x="47" y="516"/>
                  </a:lnTo>
                  <a:lnTo>
                    <a:pt x="270" y="680"/>
                  </a:lnTo>
                  <a:cubicBezTo>
                    <a:pt x="270" y="686"/>
                    <a:pt x="273" y="689"/>
                    <a:pt x="277" y="689"/>
                  </a:cubicBezTo>
                  <a:cubicBezTo>
                    <a:pt x="282" y="689"/>
                    <a:pt x="288" y="686"/>
                    <a:pt x="294" y="680"/>
                  </a:cubicBezTo>
                  <a:cubicBezTo>
                    <a:pt x="294" y="680"/>
                    <a:pt x="305" y="668"/>
                    <a:pt x="294" y="657"/>
                  </a:cubicBezTo>
                  <a:lnTo>
                    <a:pt x="167" y="485"/>
                  </a:lnTo>
                  <a:lnTo>
                    <a:pt x="167" y="485"/>
                  </a:lnTo>
                  <a:cubicBezTo>
                    <a:pt x="195" y="458"/>
                    <a:pt x="213" y="429"/>
                    <a:pt x="235" y="399"/>
                  </a:cubicBezTo>
                  <a:cubicBezTo>
                    <a:pt x="258" y="364"/>
                    <a:pt x="294" y="317"/>
                    <a:pt x="317" y="270"/>
                  </a:cubicBezTo>
                  <a:cubicBezTo>
                    <a:pt x="364" y="188"/>
                    <a:pt x="399" y="94"/>
                    <a:pt x="434"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0"/>
            <p:cNvSpPr/>
            <p:nvPr/>
          </p:nvSpPr>
          <p:spPr>
            <a:xfrm>
              <a:off x="6868150" y="3040200"/>
              <a:ext cx="21725" cy="11525"/>
            </a:xfrm>
            <a:custGeom>
              <a:avLst/>
              <a:gdLst/>
              <a:ahLst/>
              <a:cxnLst/>
              <a:rect l="l" t="t" r="r" b="b"/>
              <a:pathLst>
                <a:path w="869" h="461" extrusionOk="0">
                  <a:moveTo>
                    <a:pt x="868" y="0"/>
                  </a:moveTo>
                  <a:cubicBezTo>
                    <a:pt x="810" y="59"/>
                    <a:pt x="751" y="129"/>
                    <a:pt x="681" y="188"/>
                  </a:cubicBezTo>
                  <a:cubicBezTo>
                    <a:pt x="622" y="247"/>
                    <a:pt x="552" y="305"/>
                    <a:pt x="482" y="329"/>
                  </a:cubicBezTo>
                  <a:cubicBezTo>
                    <a:pt x="430" y="346"/>
                    <a:pt x="372" y="357"/>
                    <a:pt x="313" y="357"/>
                  </a:cubicBezTo>
                  <a:cubicBezTo>
                    <a:pt x="291" y="357"/>
                    <a:pt x="269" y="355"/>
                    <a:pt x="247" y="352"/>
                  </a:cubicBezTo>
                  <a:cubicBezTo>
                    <a:pt x="165" y="340"/>
                    <a:pt x="83" y="305"/>
                    <a:pt x="1" y="258"/>
                  </a:cubicBezTo>
                  <a:lnTo>
                    <a:pt x="1" y="258"/>
                  </a:lnTo>
                  <a:cubicBezTo>
                    <a:pt x="60" y="340"/>
                    <a:pt x="130" y="399"/>
                    <a:pt x="224" y="434"/>
                  </a:cubicBezTo>
                  <a:cubicBezTo>
                    <a:pt x="271" y="452"/>
                    <a:pt x="320" y="460"/>
                    <a:pt x="372" y="460"/>
                  </a:cubicBezTo>
                  <a:cubicBezTo>
                    <a:pt x="423" y="460"/>
                    <a:pt x="476" y="452"/>
                    <a:pt x="528" y="434"/>
                  </a:cubicBezTo>
                  <a:cubicBezTo>
                    <a:pt x="622" y="399"/>
                    <a:pt x="693" y="329"/>
                    <a:pt x="751" y="247"/>
                  </a:cubicBezTo>
                  <a:cubicBezTo>
                    <a:pt x="775" y="211"/>
                    <a:pt x="798" y="165"/>
                    <a:pt x="822" y="129"/>
                  </a:cubicBezTo>
                  <a:cubicBezTo>
                    <a:pt x="845" y="82"/>
                    <a:pt x="857" y="47"/>
                    <a:pt x="868"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0"/>
            <p:cNvSpPr/>
            <p:nvPr/>
          </p:nvSpPr>
          <p:spPr>
            <a:xfrm>
              <a:off x="6890725" y="3009900"/>
              <a:ext cx="17600" cy="16925"/>
            </a:xfrm>
            <a:custGeom>
              <a:avLst/>
              <a:gdLst/>
              <a:ahLst/>
              <a:cxnLst/>
              <a:rect l="l" t="t" r="r" b="b"/>
              <a:pathLst>
                <a:path w="704" h="677" extrusionOk="0">
                  <a:moveTo>
                    <a:pt x="657" y="0"/>
                  </a:moveTo>
                  <a:cubicBezTo>
                    <a:pt x="646" y="0"/>
                    <a:pt x="634" y="11"/>
                    <a:pt x="634" y="29"/>
                  </a:cubicBezTo>
                  <a:cubicBezTo>
                    <a:pt x="610" y="146"/>
                    <a:pt x="563" y="263"/>
                    <a:pt x="516" y="357"/>
                  </a:cubicBezTo>
                  <a:cubicBezTo>
                    <a:pt x="469" y="462"/>
                    <a:pt x="399" y="556"/>
                    <a:pt x="305" y="556"/>
                  </a:cubicBezTo>
                  <a:cubicBezTo>
                    <a:pt x="294" y="559"/>
                    <a:pt x="284" y="560"/>
                    <a:pt x="274" y="560"/>
                  </a:cubicBezTo>
                  <a:cubicBezTo>
                    <a:pt x="196" y="560"/>
                    <a:pt x="138" y="485"/>
                    <a:pt x="118" y="392"/>
                  </a:cubicBezTo>
                  <a:cubicBezTo>
                    <a:pt x="94" y="286"/>
                    <a:pt x="83" y="157"/>
                    <a:pt x="94" y="52"/>
                  </a:cubicBezTo>
                  <a:lnTo>
                    <a:pt x="94" y="40"/>
                  </a:lnTo>
                  <a:cubicBezTo>
                    <a:pt x="94" y="29"/>
                    <a:pt x="83" y="17"/>
                    <a:pt x="71" y="17"/>
                  </a:cubicBezTo>
                  <a:cubicBezTo>
                    <a:pt x="68" y="14"/>
                    <a:pt x="64" y="12"/>
                    <a:pt x="60" y="12"/>
                  </a:cubicBezTo>
                  <a:cubicBezTo>
                    <a:pt x="48" y="12"/>
                    <a:pt x="36" y="23"/>
                    <a:pt x="36" y="40"/>
                  </a:cubicBezTo>
                  <a:cubicBezTo>
                    <a:pt x="12" y="157"/>
                    <a:pt x="1" y="286"/>
                    <a:pt x="24" y="415"/>
                  </a:cubicBezTo>
                  <a:cubicBezTo>
                    <a:pt x="36" y="474"/>
                    <a:pt x="47" y="544"/>
                    <a:pt x="106" y="603"/>
                  </a:cubicBezTo>
                  <a:cubicBezTo>
                    <a:pt x="155" y="652"/>
                    <a:pt x="220" y="676"/>
                    <a:pt x="281" y="676"/>
                  </a:cubicBezTo>
                  <a:cubicBezTo>
                    <a:pt x="293" y="676"/>
                    <a:pt x="305" y="675"/>
                    <a:pt x="317" y="673"/>
                  </a:cubicBezTo>
                  <a:cubicBezTo>
                    <a:pt x="469" y="650"/>
                    <a:pt x="563" y="521"/>
                    <a:pt x="610" y="404"/>
                  </a:cubicBezTo>
                  <a:cubicBezTo>
                    <a:pt x="669" y="286"/>
                    <a:pt x="692" y="169"/>
                    <a:pt x="704" y="40"/>
                  </a:cubicBezTo>
                  <a:cubicBezTo>
                    <a:pt x="704" y="17"/>
                    <a:pt x="692" y="5"/>
                    <a:pt x="669" y="5"/>
                  </a:cubicBezTo>
                  <a:cubicBezTo>
                    <a:pt x="666" y="2"/>
                    <a:pt x="662" y="0"/>
                    <a:pt x="657"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0"/>
            <p:cNvSpPr/>
            <p:nvPr/>
          </p:nvSpPr>
          <p:spPr>
            <a:xfrm>
              <a:off x="6853225" y="3007675"/>
              <a:ext cx="14075" cy="15025"/>
            </a:xfrm>
            <a:custGeom>
              <a:avLst/>
              <a:gdLst/>
              <a:ahLst/>
              <a:cxnLst/>
              <a:rect l="l" t="t" r="r" b="b"/>
              <a:pathLst>
                <a:path w="563" h="601" extrusionOk="0">
                  <a:moveTo>
                    <a:pt x="539" y="0"/>
                  </a:moveTo>
                  <a:cubicBezTo>
                    <a:pt x="516" y="0"/>
                    <a:pt x="492" y="12"/>
                    <a:pt x="492" y="35"/>
                  </a:cubicBezTo>
                  <a:cubicBezTo>
                    <a:pt x="469" y="129"/>
                    <a:pt x="446" y="223"/>
                    <a:pt x="410" y="317"/>
                  </a:cubicBezTo>
                  <a:cubicBezTo>
                    <a:pt x="375" y="399"/>
                    <a:pt x="317" y="481"/>
                    <a:pt x="246" y="481"/>
                  </a:cubicBezTo>
                  <a:cubicBezTo>
                    <a:pt x="237" y="484"/>
                    <a:pt x="228" y="485"/>
                    <a:pt x="220" y="485"/>
                  </a:cubicBezTo>
                  <a:cubicBezTo>
                    <a:pt x="167" y="485"/>
                    <a:pt x="138" y="422"/>
                    <a:pt x="117" y="340"/>
                  </a:cubicBezTo>
                  <a:cubicBezTo>
                    <a:pt x="94" y="246"/>
                    <a:pt x="94" y="153"/>
                    <a:pt x="94" y="47"/>
                  </a:cubicBezTo>
                  <a:cubicBezTo>
                    <a:pt x="94" y="35"/>
                    <a:pt x="94" y="24"/>
                    <a:pt x="71" y="12"/>
                  </a:cubicBezTo>
                  <a:cubicBezTo>
                    <a:pt x="59" y="12"/>
                    <a:pt x="47" y="24"/>
                    <a:pt x="35" y="35"/>
                  </a:cubicBezTo>
                  <a:cubicBezTo>
                    <a:pt x="12" y="141"/>
                    <a:pt x="0" y="246"/>
                    <a:pt x="24" y="352"/>
                  </a:cubicBezTo>
                  <a:cubicBezTo>
                    <a:pt x="24" y="411"/>
                    <a:pt x="47" y="469"/>
                    <a:pt x="82" y="516"/>
                  </a:cubicBezTo>
                  <a:cubicBezTo>
                    <a:pt x="113" y="567"/>
                    <a:pt x="179" y="600"/>
                    <a:pt x="234" y="600"/>
                  </a:cubicBezTo>
                  <a:cubicBezTo>
                    <a:pt x="243" y="600"/>
                    <a:pt x="250" y="600"/>
                    <a:pt x="258" y="598"/>
                  </a:cubicBezTo>
                  <a:cubicBezTo>
                    <a:pt x="328" y="586"/>
                    <a:pt x="387" y="539"/>
                    <a:pt x="422" y="504"/>
                  </a:cubicBezTo>
                  <a:cubicBezTo>
                    <a:pt x="457" y="457"/>
                    <a:pt x="492" y="399"/>
                    <a:pt x="504" y="352"/>
                  </a:cubicBezTo>
                  <a:cubicBezTo>
                    <a:pt x="539" y="246"/>
                    <a:pt x="563" y="153"/>
                    <a:pt x="563" y="47"/>
                  </a:cubicBezTo>
                  <a:cubicBezTo>
                    <a:pt x="563" y="24"/>
                    <a:pt x="551" y="12"/>
                    <a:pt x="539"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0"/>
            <p:cNvSpPr/>
            <p:nvPr/>
          </p:nvSpPr>
          <p:spPr>
            <a:xfrm>
              <a:off x="6838850" y="3101150"/>
              <a:ext cx="174325" cy="319600"/>
            </a:xfrm>
            <a:custGeom>
              <a:avLst/>
              <a:gdLst/>
              <a:ahLst/>
              <a:cxnLst/>
              <a:rect l="l" t="t" r="r" b="b"/>
              <a:pathLst>
                <a:path w="6973" h="12784" extrusionOk="0">
                  <a:moveTo>
                    <a:pt x="4807" y="0"/>
                  </a:moveTo>
                  <a:cubicBezTo>
                    <a:pt x="4807" y="0"/>
                    <a:pt x="1970" y="434"/>
                    <a:pt x="1806" y="657"/>
                  </a:cubicBezTo>
                  <a:cubicBezTo>
                    <a:pt x="1" y="3060"/>
                    <a:pt x="259" y="11347"/>
                    <a:pt x="259" y="11347"/>
                  </a:cubicBezTo>
                  <a:cubicBezTo>
                    <a:pt x="1173" y="12636"/>
                    <a:pt x="1700" y="12507"/>
                    <a:pt x="3998" y="12566"/>
                  </a:cubicBezTo>
                  <a:cubicBezTo>
                    <a:pt x="4616" y="12578"/>
                    <a:pt x="5432" y="12784"/>
                    <a:pt x="6047" y="12784"/>
                  </a:cubicBezTo>
                  <a:cubicBezTo>
                    <a:pt x="6588" y="12784"/>
                    <a:pt x="6972" y="12625"/>
                    <a:pt x="6928" y="12039"/>
                  </a:cubicBezTo>
                  <a:cubicBezTo>
                    <a:pt x="6471" y="5205"/>
                    <a:pt x="4807" y="0"/>
                    <a:pt x="48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0"/>
            <p:cNvSpPr/>
            <p:nvPr/>
          </p:nvSpPr>
          <p:spPr>
            <a:xfrm>
              <a:off x="6607650" y="3139250"/>
              <a:ext cx="288950" cy="154375"/>
            </a:xfrm>
            <a:custGeom>
              <a:avLst/>
              <a:gdLst/>
              <a:ahLst/>
              <a:cxnLst/>
              <a:rect l="l" t="t" r="r" b="b"/>
              <a:pathLst>
                <a:path w="11558" h="6175" extrusionOk="0">
                  <a:moveTo>
                    <a:pt x="1102" y="0"/>
                  </a:moveTo>
                  <a:lnTo>
                    <a:pt x="0" y="1032"/>
                  </a:lnTo>
                  <a:cubicBezTo>
                    <a:pt x="0" y="1032"/>
                    <a:pt x="3323" y="6174"/>
                    <a:pt x="6054" y="6174"/>
                  </a:cubicBezTo>
                  <a:cubicBezTo>
                    <a:pt x="6384" y="6174"/>
                    <a:pt x="6705" y="6099"/>
                    <a:pt x="7010" y="5931"/>
                  </a:cubicBezTo>
                  <a:cubicBezTo>
                    <a:pt x="8944" y="4865"/>
                    <a:pt x="11558" y="2298"/>
                    <a:pt x="11558" y="2298"/>
                  </a:cubicBezTo>
                  <a:lnTo>
                    <a:pt x="9636" y="399"/>
                  </a:lnTo>
                  <a:cubicBezTo>
                    <a:pt x="9636" y="399"/>
                    <a:pt x="6518" y="2356"/>
                    <a:pt x="5181" y="3388"/>
                  </a:cubicBezTo>
                  <a:cubicBezTo>
                    <a:pt x="5179" y="3390"/>
                    <a:pt x="5175" y="3391"/>
                    <a:pt x="5170" y="3391"/>
                  </a:cubicBezTo>
                  <a:cubicBezTo>
                    <a:pt x="4890" y="3391"/>
                    <a:pt x="1102" y="0"/>
                    <a:pt x="1102" y="0"/>
                  </a:cubicBezTo>
                  <a:close/>
                </a:path>
              </a:pathLst>
            </a:custGeom>
            <a:solidFill>
              <a:srgbClr val="EC91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0"/>
            <p:cNvSpPr/>
            <p:nvPr/>
          </p:nvSpPr>
          <p:spPr>
            <a:xfrm>
              <a:off x="6765300" y="3111625"/>
              <a:ext cx="216000" cy="148400"/>
            </a:xfrm>
            <a:custGeom>
              <a:avLst/>
              <a:gdLst/>
              <a:ahLst/>
              <a:cxnLst/>
              <a:rect l="l" t="t" r="r" b="b"/>
              <a:pathLst>
                <a:path w="8640" h="5936" extrusionOk="0">
                  <a:moveTo>
                    <a:pt x="6702" y="0"/>
                  </a:moveTo>
                  <a:cubicBezTo>
                    <a:pt x="4640" y="0"/>
                    <a:pt x="1" y="3215"/>
                    <a:pt x="1" y="3215"/>
                  </a:cubicBezTo>
                  <a:cubicBezTo>
                    <a:pt x="1" y="3215"/>
                    <a:pt x="2310" y="5936"/>
                    <a:pt x="2413" y="5936"/>
                  </a:cubicBezTo>
                  <a:cubicBezTo>
                    <a:pt x="2414" y="5936"/>
                    <a:pt x="2415" y="5935"/>
                    <a:pt x="2415" y="5935"/>
                  </a:cubicBezTo>
                  <a:cubicBezTo>
                    <a:pt x="2462" y="5864"/>
                    <a:pt x="8640" y="1844"/>
                    <a:pt x="7503" y="320"/>
                  </a:cubicBezTo>
                  <a:cubicBezTo>
                    <a:pt x="7337" y="96"/>
                    <a:pt x="7058" y="0"/>
                    <a:pt x="6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0"/>
            <p:cNvSpPr/>
            <p:nvPr/>
          </p:nvSpPr>
          <p:spPr>
            <a:xfrm>
              <a:off x="6540550" y="3025850"/>
              <a:ext cx="120750" cy="194800"/>
            </a:xfrm>
            <a:custGeom>
              <a:avLst/>
              <a:gdLst/>
              <a:ahLst/>
              <a:cxnLst/>
              <a:rect l="l" t="t" r="r" b="b"/>
              <a:pathLst>
                <a:path w="4830" h="7792" extrusionOk="0">
                  <a:moveTo>
                    <a:pt x="3775" y="0"/>
                  </a:moveTo>
                  <a:cubicBezTo>
                    <a:pt x="3775" y="0"/>
                    <a:pt x="3739" y="469"/>
                    <a:pt x="2895" y="1231"/>
                  </a:cubicBezTo>
                  <a:cubicBezTo>
                    <a:pt x="2813" y="1313"/>
                    <a:pt x="2720" y="1395"/>
                    <a:pt x="2626" y="1465"/>
                  </a:cubicBezTo>
                  <a:cubicBezTo>
                    <a:pt x="2450" y="1606"/>
                    <a:pt x="1946" y="2075"/>
                    <a:pt x="1489" y="3200"/>
                  </a:cubicBezTo>
                  <a:cubicBezTo>
                    <a:pt x="1090" y="4196"/>
                    <a:pt x="446" y="5626"/>
                    <a:pt x="117" y="6365"/>
                  </a:cubicBezTo>
                  <a:cubicBezTo>
                    <a:pt x="0" y="6634"/>
                    <a:pt x="117" y="6939"/>
                    <a:pt x="387" y="7056"/>
                  </a:cubicBezTo>
                  <a:lnTo>
                    <a:pt x="1090" y="7361"/>
                  </a:lnTo>
                  <a:lnTo>
                    <a:pt x="1266" y="7443"/>
                  </a:lnTo>
                  <a:lnTo>
                    <a:pt x="1969" y="7748"/>
                  </a:lnTo>
                  <a:cubicBezTo>
                    <a:pt x="2038" y="7778"/>
                    <a:pt x="2108" y="7792"/>
                    <a:pt x="2177" y="7792"/>
                  </a:cubicBezTo>
                  <a:cubicBezTo>
                    <a:pt x="2381" y="7792"/>
                    <a:pt x="2571" y="7671"/>
                    <a:pt x="2649" y="7478"/>
                  </a:cubicBezTo>
                  <a:cubicBezTo>
                    <a:pt x="2966" y="6728"/>
                    <a:pt x="3587" y="5286"/>
                    <a:pt x="4044" y="4314"/>
                  </a:cubicBezTo>
                  <a:cubicBezTo>
                    <a:pt x="4548" y="3212"/>
                    <a:pt x="4560" y="2520"/>
                    <a:pt x="4536" y="2297"/>
                  </a:cubicBezTo>
                  <a:cubicBezTo>
                    <a:pt x="4525" y="2180"/>
                    <a:pt x="4525" y="2063"/>
                    <a:pt x="4525" y="1946"/>
                  </a:cubicBezTo>
                  <a:cubicBezTo>
                    <a:pt x="4513" y="809"/>
                    <a:pt x="4830" y="469"/>
                    <a:pt x="4830" y="469"/>
                  </a:cubicBezTo>
                  <a:lnTo>
                    <a:pt x="4325" y="246"/>
                  </a:lnTo>
                  <a:lnTo>
                    <a:pt x="4267" y="223"/>
                  </a:lnTo>
                  <a:lnTo>
                    <a:pt x="3775" y="0"/>
                  </a:ln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0"/>
            <p:cNvSpPr/>
            <p:nvPr/>
          </p:nvSpPr>
          <p:spPr>
            <a:xfrm>
              <a:off x="6631675" y="3016450"/>
              <a:ext cx="34025" cy="25525"/>
            </a:xfrm>
            <a:custGeom>
              <a:avLst/>
              <a:gdLst/>
              <a:ahLst/>
              <a:cxnLst/>
              <a:rect l="l" t="t" r="r" b="b"/>
              <a:pathLst>
                <a:path w="1361" h="1021" extrusionOk="0">
                  <a:moveTo>
                    <a:pt x="235" y="1"/>
                  </a:moveTo>
                  <a:lnTo>
                    <a:pt x="1" y="540"/>
                  </a:lnTo>
                  <a:lnTo>
                    <a:pt x="1126" y="1021"/>
                  </a:lnTo>
                  <a:lnTo>
                    <a:pt x="1360" y="482"/>
                  </a:lnTo>
                  <a:lnTo>
                    <a:pt x="235" y="1"/>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0"/>
            <p:cNvSpPr/>
            <p:nvPr/>
          </p:nvSpPr>
          <p:spPr>
            <a:xfrm>
              <a:off x="6562225" y="3097975"/>
              <a:ext cx="28150" cy="30900"/>
            </a:xfrm>
            <a:custGeom>
              <a:avLst/>
              <a:gdLst/>
              <a:ahLst/>
              <a:cxnLst/>
              <a:rect l="l" t="t" r="r" b="b"/>
              <a:pathLst>
                <a:path w="1126" h="1236" extrusionOk="0">
                  <a:moveTo>
                    <a:pt x="485" y="0"/>
                  </a:moveTo>
                  <a:cubicBezTo>
                    <a:pt x="331" y="0"/>
                    <a:pt x="134" y="79"/>
                    <a:pt x="1" y="421"/>
                  </a:cubicBezTo>
                  <a:cubicBezTo>
                    <a:pt x="1" y="421"/>
                    <a:pt x="1" y="819"/>
                    <a:pt x="798" y="1218"/>
                  </a:cubicBezTo>
                  <a:cubicBezTo>
                    <a:pt x="822" y="1230"/>
                    <a:pt x="849" y="1236"/>
                    <a:pt x="875" y="1236"/>
                  </a:cubicBezTo>
                  <a:cubicBezTo>
                    <a:pt x="949" y="1236"/>
                    <a:pt x="1024" y="1190"/>
                    <a:pt x="1067" y="1112"/>
                  </a:cubicBezTo>
                  <a:cubicBezTo>
                    <a:pt x="1126" y="1018"/>
                    <a:pt x="1114" y="901"/>
                    <a:pt x="1044" y="843"/>
                  </a:cubicBezTo>
                  <a:lnTo>
                    <a:pt x="563" y="432"/>
                  </a:lnTo>
                  <a:lnTo>
                    <a:pt x="716" y="57"/>
                  </a:lnTo>
                  <a:cubicBezTo>
                    <a:pt x="716" y="57"/>
                    <a:pt x="616" y="0"/>
                    <a:pt x="485" y="0"/>
                  </a:cubicBezTo>
                  <a:close/>
                </a:path>
              </a:pathLst>
            </a:custGeom>
            <a:solidFill>
              <a:srgbClr val="F79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0"/>
            <p:cNvSpPr/>
            <p:nvPr/>
          </p:nvSpPr>
          <p:spPr>
            <a:xfrm>
              <a:off x="6549050" y="3108475"/>
              <a:ext cx="39575" cy="39350"/>
            </a:xfrm>
            <a:custGeom>
              <a:avLst/>
              <a:gdLst/>
              <a:ahLst/>
              <a:cxnLst/>
              <a:rect l="l" t="t" r="r" b="b"/>
              <a:pathLst>
                <a:path w="1583" h="1574" extrusionOk="0">
                  <a:moveTo>
                    <a:pt x="528" y="1"/>
                  </a:moveTo>
                  <a:cubicBezTo>
                    <a:pt x="528" y="1"/>
                    <a:pt x="258" y="176"/>
                    <a:pt x="246" y="481"/>
                  </a:cubicBezTo>
                  <a:cubicBezTo>
                    <a:pt x="246" y="481"/>
                    <a:pt x="70" y="657"/>
                    <a:pt x="94" y="891"/>
                  </a:cubicBezTo>
                  <a:cubicBezTo>
                    <a:pt x="94" y="891"/>
                    <a:pt x="12" y="950"/>
                    <a:pt x="0" y="1114"/>
                  </a:cubicBezTo>
                  <a:cubicBezTo>
                    <a:pt x="0" y="1220"/>
                    <a:pt x="59" y="1325"/>
                    <a:pt x="153" y="1384"/>
                  </a:cubicBezTo>
                  <a:cubicBezTo>
                    <a:pt x="290" y="1462"/>
                    <a:pt x="509" y="1573"/>
                    <a:pt x="721" y="1573"/>
                  </a:cubicBezTo>
                  <a:cubicBezTo>
                    <a:pt x="763" y="1573"/>
                    <a:pt x="804" y="1569"/>
                    <a:pt x="844" y="1559"/>
                  </a:cubicBezTo>
                  <a:cubicBezTo>
                    <a:pt x="903" y="1548"/>
                    <a:pt x="938" y="1513"/>
                    <a:pt x="961" y="1454"/>
                  </a:cubicBezTo>
                  <a:cubicBezTo>
                    <a:pt x="973" y="1407"/>
                    <a:pt x="985" y="1395"/>
                    <a:pt x="950" y="1337"/>
                  </a:cubicBezTo>
                  <a:cubicBezTo>
                    <a:pt x="950" y="1337"/>
                    <a:pt x="1090" y="1337"/>
                    <a:pt x="1137" y="1243"/>
                  </a:cubicBezTo>
                  <a:cubicBezTo>
                    <a:pt x="1196" y="1149"/>
                    <a:pt x="1172" y="1079"/>
                    <a:pt x="1125" y="1020"/>
                  </a:cubicBezTo>
                  <a:lnTo>
                    <a:pt x="1125" y="1020"/>
                  </a:lnTo>
                  <a:cubicBezTo>
                    <a:pt x="1125" y="1020"/>
                    <a:pt x="1181" y="1064"/>
                    <a:pt x="1251" y="1064"/>
                  </a:cubicBezTo>
                  <a:cubicBezTo>
                    <a:pt x="1322" y="1064"/>
                    <a:pt x="1407" y="1020"/>
                    <a:pt x="1465" y="844"/>
                  </a:cubicBezTo>
                  <a:cubicBezTo>
                    <a:pt x="1583" y="493"/>
                    <a:pt x="528" y="1"/>
                    <a:pt x="528" y="1"/>
                  </a:cubicBezTo>
                  <a:close/>
                </a:path>
              </a:pathLst>
            </a:custGeom>
            <a:solidFill>
              <a:srgbClr val="F79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0"/>
            <p:cNvSpPr/>
            <p:nvPr/>
          </p:nvSpPr>
          <p:spPr>
            <a:xfrm>
              <a:off x="6847650" y="3119325"/>
              <a:ext cx="38400" cy="88225"/>
            </a:xfrm>
            <a:custGeom>
              <a:avLst/>
              <a:gdLst/>
              <a:ahLst/>
              <a:cxnLst/>
              <a:rect l="l" t="t" r="r" b="b"/>
              <a:pathLst>
                <a:path w="1536" h="3529" fill="none" extrusionOk="0">
                  <a:moveTo>
                    <a:pt x="1536" y="0"/>
                  </a:moveTo>
                  <a:cubicBezTo>
                    <a:pt x="1536" y="0"/>
                    <a:pt x="387" y="1794"/>
                    <a:pt x="0" y="3528"/>
                  </a:cubicBezTo>
                </a:path>
              </a:pathLst>
            </a:custGeom>
            <a:noFill/>
            <a:ln w="4400" cap="rnd" cmpd="sng">
              <a:solidFill>
                <a:srgbClr val="EEE9E9"/>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0"/>
            <p:cNvSpPr/>
            <p:nvPr/>
          </p:nvSpPr>
          <p:spPr>
            <a:xfrm>
              <a:off x="6364125" y="3251150"/>
              <a:ext cx="263775" cy="422700"/>
            </a:xfrm>
            <a:custGeom>
              <a:avLst/>
              <a:gdLst/>
              <a:ahLst/>
              <a:cxnLst/>
              <a:rect l="l" t="t" r="r" b="b"/>
              <a:pathLst>
                <a:path w="10551" h="16908" extrusionOk="0">
                  <a:moveTo>
                    <a:pt x="10512" y="0"/>
                  </a:moveTo>
                  <a:cubicBezTo>
                    <a:pt x="10423" y="0"/>
                    <a:pt x="10345" y="28"/>
                    <a:pt x="10277" y="76"/>
                  </a:cubicBezTo>
                  <a:lnTo>
                    <a:pt x="10277" y="76"/>
                  </a:lnTo>
                  <a:cubicBezTo>
                    <a:pt x="10153" y="39"/>
                    <a:pt x="10024" y="22"/>
                    <a:pt x="9892" y="22"/>
                  </a:cubicBezTo>
                  <a:cubicBezTo>
                    <a:pt x="9501" y="22"/>
                    <a:pt x="9095" y="175"/>
                    <a:pt x="8769" y="412"/>
                  </a:cubicBezTo>
                  <a:cubicBezTo>
                    <a:pt x="8265" y="787"/>
                    <a:pt x="7913" y="1326"/>
                    <a:pt x="7526" y="1819"/>
                  </a:cubicBezTo>
                  <a:cubicBezTo>
                    <a:pt x="6764" y="2815"/>
                    <a:pt x="5850" y="3683"/>
                    <a:pt x="4830" y="4398"/>
                  </a:cubicBezTo>
                  <a:cubicBezTo>
                    <a:pt x="4443" y="4667"/>
                    <a:pt x="4021" y="4925"/>
                    <a:pt x="3728" y="5300"/>
                  </a:cubicBezTo>
                  <a:cubicBezTo>
                    <a:pt x="3283" y="5839"/>
                    <a:pt x="3154" y="6566"/>
                    <a:pt x="2908" y="7222"/>
                  </a:cubicBezTo>
                  <a:cubicBezTo>
                    <a:pt x="2451" y="8430"/>
                    <a:pt x="1595" y="9450"/>
                    <a:pt x="985" y="10587"/>
                  </a:cubicBezTo>
                  <a:cubicBezTo>
                    <a:pt x="364" y="11723"/>
                    <a:pt x="1" y="13142"/>
                    <a:pt x="587" y="14302"/>
                  </a:cubicBezTo>
                  <a:cubicBezTo>
                    <a:pt x="1103" y="15322"/>
                    <a:pt x="2216" y="15873"/>
                    <a:pt x="3283" y="16283"/>
                  </a:cubicBezTo>
                  <a:cubicBezTo>
                    <a:pt x="4171" y="16616"/>
                    <a:pt x="5101" y="16907"/>
                    <a:pt x="6043" y="16907"/>
                  </a:cubicBezTo>
                  <a:cubicBezTo>
                    <a:pt x="6096" y="16907"/>
                    <a:pt x="6149" y="16906"/>
                    <a:pt x="6202" y="16904"/>
                  </a:cubicBezTo>
                  <a:cubicBezTo>
                    <a:pt x="7198" y="16869"/>
                    <a:pt x="8229" y="16459"/>
                    <a:pt x="8804" y="15638"/>
                  </a:cubicBezTo>
                  <a:cubicBezTo>
                    <a:pt x="9437" y="14724"/>
                    <a:pt x="9413" y="13529"/>
                    <a:pt x="9378" y="12427"/>
                  </a:cubicBezTo>
                  <a:cubicBezTo>
                    <a:pt x="9284" y="8582"/>
                    <a:pt x="9448" y="4737"/>
                    <a:pt x="9906" y="916"/>
                  </a:cubicBezTo>
                  <a:cubicBezTo>
                    <a:pt x="9940" y="611"/>
                    <a:pt x="10053" y="235"/>
                    <a:pt x="10277" y="76"/>
                  </a:cubicBezTo>
                  <a:lnTo>
                    <a:pt x="10277" y="76"/>
                  </a:lnTo>
                  <a:cubicBezTo>
                    <a:pt x="10368" y="103"/>
                    <a:pt x="10455" y="141"/>
                    <a:pt x="10539" y="189"/>
                  </a:cubicBezTo>
                  <a:lnTo>
                    <a:pt x="10550" y="2"/>
                  </a:lnTo>
                  <a:cubicBezTo>
                    <a:pt x="10537" y="1"/>
                    <a:pt x="10525" y="0"/>
                    <a:pt x="10512"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0"/>
            <p:cNvSpPr/>
            <p:nvPr/>
          </p:nvSpPr>
          <p:spPr>
            <a:xfrm>
              <a:off x="6418925" y="3190525"/>
              <a:ext cx="231825" cy="225100"/>
            </a:xfrm>
            <a:custGeom>
              <a:avLst/>
              <a:gdLst/>
              <a:ahLst/>
              <a:cxnLst/>
              <a:rect l="l" t="t" r="r" b="b"/>
              <a:pathLst>
                <a:path w="9273" h="9004" extrusionOk="0">
                  <a:moveTo>
                    <a:pt x="8628" y="1"/>
                  </a:moveTo>
                  <a:lnTo>
                    <a:pt x="8628" y="1"/>
                  </a:lnTo>
                  <a:cubicBezTo>
                    <a:pt x="6389" y="1220"/>
                    <a:pt x="4303" y="2708"/>
                    <a:pt x="2263" y="4244"/>
                  </a:cubicBezTo>
                  <a:cubicBezTo>
                    <a:pt x="1607" y="4724"/>
                    <a:pt x="927" y="5240"/>
                    <a:pt x="516" y="5955"/>
                  </a:cubicBezTo>
                  <a:cubicBezTo>
                    <a:pt x="106" y="6658"/>
                    <a:pt x="1" y="7620"/>
                    <a:pt x="493" y="8276"/>
                  </a:cubicBezTo>
                  <a:cubicBezTo>
                    <a:pt x="875" y="8772"/>
                    <a:pt x="1530" y="9004"/>
                    <a:pt x="2162" y="9004"/>
                  </a:cubicBezTo>
                  <a:cubicBezTo>
                    <a:pt x="2247" y="9004"/>
                    <a:pt x="2332" y="8999"/>
                    <a:pt x="2415" y="8991"/>
                  </a:cubicBezTo>
                  <a:cubicBezTo>
                    <a:pt x="3130" y="8921"/>
                    <a:pt x="3799" y="8616"/>
                    <a:pt x="4443" y="8323"/>
                  </a:cubicBezTo>
                  <a:cubicBezTo>
                    <a:pt x="5123" y="8006"/>
                    <a:pt x="5815" y="7678"/>
                    <a:pt x="6284" y="7104"/>
                  </a:cubicBezTo>
                  <a:cubicBezTo>
                    <a:pt x="6717" y="6576"/>
                    <a:pt x="6905" y="5885"/>
                    <a:pt x="7280" y="5310"/>
                  </a:cubicBezTo>
                  <a:cubicBezTo>
                    <a:pt x="7760" y="4560"/>
                    <a:pt x="8546" y="4021"/>
                    <a:pt x="8874" y="3201"/>
                  </a:cubicBezTo>
                  <a:cubicBezTo>
                    <a:pt x="9273" y="2228"/>
                    <a:pt x="8944" y="1126"/>
                    <a:pt x="8616" y="129"/>
                  </a:cubicBezTo>
                  <a:lnTo>
                    <a:pt x="8628" y="1"/>
                  </a:lnTo>
                  <a:close/>
                </a:path>
              </a:pathLst>
            </a:custGeom>
            <a:solidFill>
              <a:srgbClr val="85E9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0"/>
            <p:cNvSpPr/>
            <p:nvPr/>
          </p:nvSpPr>
          <p:spPr>
            <a:xfrm>
              <a:off x="6414825" y="3176750"/>
              <a:ext cx="231525" cy="225400"/>
            </a:xfrm>
            <a:custGeom>
              <a:avLst/>
              <a:gdLst/>
              <a:ahLst/>
              <a:cxnLst/>
              <a:rect l="l" t="t" r="r" b="b"/>
              <a:pathLst>
                <a:path w="9261" h="9016" extrusionOk="0">
                  <a:moveTo>
                    <a:pt x="8628" y="1"/>
                  </a:moveTo>
                  <a:lnTo>
                    <a:pt x="8628" y="1"/>
                  </a:lnTo>
                  <a:cubicBezTo>
                    <a:pt x="6377" y="1220"/>
                    <a:pt x="4302" y="2720"/>
                    <a:pt x="2251" y="4244"/>
                  </a:cubicBezTo>
                  <a:cubicBezTo>
                    <a:pt x="1595" y="4736"/>
                    <a:pt x="927" y="5252"/>
                    <a:pt x="516" y="5955"/>
                  </a:cubicBezTo>
                  <a:cubicBezTo>
                    <a:pt x="94" y="6670"/>
                    <a:pt x="1" y="7620"/>
                    <a:pt x="493" y="8276"/>
                  </a:cubicBezTo>
                  <a:cubicBezTo>
                    <a:pt x="875" y="8782"/>
                    <a:pt x="1522" y="9015"/>
                    <a:pt x="2159" y="9015"/>
                  </a:cubicBezTo>
                  <a:cubicBezTo>
                    <a:pt x="2245" y="9015"/>
                    <a:pt x="2330" y="9011"/>
                    <a:pt x="2415" y="9003"/>
                  </a:cubicBezTo>
                  <a:cubicBezTo>
                    <a:pt x="3130" y="8932"/>
                    <a:pt x="3787" y="8628"/>
                    <a:pt x="4443" y="8323"/>
                  </a:cubicBezTo>
                  <a:cubicBezTo>
                    <a:pt x="5111" y="8018"/>
                    <a:pt x="5815" y="7690"/>
                    <a:pt x="6283" y="7116"/>
                  </a:cubicBezTo>
                  <a:cubicBezTo>
                    <a:pt x="6705" y="6576"/>
                    <a:pt x="6905" y="5897"/>
                    <a:pt x="7268" y="5322"/>
                  </a:cubicBezTo>
                  <a:cubicBezTo>
                    <a:pt x="7760" y="4572"/>
                    <a:pt x="8534" y="4021"/>
                    <a:pt x="8874" y="3201"/>
                  </a:cubicBezTo>
                  <a:cubicBezTo>
                    <a:pt x="9261" y="2239"/>
                    <a:pt x="8944" y="1138"/>
                    <a:pt x="8616" y="141"/>
                  </a:cubicBezTo>
                  <a:lnTo>
                    <a:pt x="86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0"/>
            <p:cNvSpPr/>
            <p:nvPr/>
          </p:nvSpPr>
          <p:spPr>
            <a:xfrm>
              <a:off x="6396650" y="3554475"/>
              <a:ext cx="17900" cy="28450"/>
            </a:xfrm>
            <a:custGeom>
              <a:avLst/>
              <a:gdLst/>
              <a:ahLst/>
              <a:cxnLst/>
              <a:rect l="l" t="t" r="r" b="b"/>
              <a:pathLst>
                <a:path w="716" h="1138" extrusionOk="0">
                  <a:moveTo>
                    <a:pt x="130" y="1"/>
                  </a:moveTo>
                  <a:lnTo>
                    <a:pt x="224" y="118"/>
                  </a:lnTo>
                  <a:cubicBezTo>
                    <a:pt x="130" y="200"/>
                    <a:pt x="71" y="282"/>
                    <a:pt x="36" y="341"/>
                  </a:cubicBezTo>
                  <a:cubicBezTo>
                    <a:pt x="13" y="399"/>
                    <a:pt x="1" y="470"/>
                    <a:pt x="13" y="540"/>
                  </a:cubicBezTo>
                  <a:lnTo>
                    <a:pt x="118" y="1138"/>
                  </a:lnTo>
                  <a:cubicBezTo>
                    <a:pt x="142" y="880"/>
                    <a:pt x="564" y="622"/>
                    <a:pt x="610" y="587"/>
                  </a:cubicBezTo>
                  <a:lnTo>
                    <a:pt x="716" y="704"/>
                  </a:lnTo>
                  <a:lnTo>
                    <a:pt x="622" y="130"/>
                  </a:lnTo>
                  <a:lnTo>
                    <a:pt x="1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0"/>
            <p:cNvSpPr/>
            <p:nvPr/>
          </p:nvSpPr>
          <p:spPr>
            <a:xfrm>
              <a:off x="6400475" y="3576450"/>
              <a:ext cx="15250" cy="16725"/>
            </a:xfrm>
            <a:custGeom>
              <a:avLst/>
              <a:gdLst/>
              <a:ahLst/>
              <a:cxnLst/>
              <a:rect l="l" t="t" r="r" b="b"/>
              <a:pathLst>
                <a:path w="610" h="669" extrusionOk="0">
                  <a:moveTo>
                    <a:pt x="188" y="1"/>
                  </a:moveTo>
                  <a:cubicBezTo>
                    <a:pt x="35" y="142"/>
                    <a:pt x="0" y="294"/>
                    <a:pt x="12" y="399"/>
                  </a:cubicBezTo>
                  <a:cubicBezTo>
                    <a:pt x="12" y="458"/>
                    <a:pt x="59" y="517"/>
                    <a:pt x="117" y="540"/>
                  </a:cubicBezTo>
                  <a:lnTo>
                    <a:pt x="422" y="669"/>
                  </a:lnTo>
                  <a:lnTo>
                    <a:pt x="610" y="118"/>
                  </a:lnTo>
                  <a:lnTo>
                    <a:pt x="18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0"/>
            <p:cNvSpPr/>
            <p:nvPr/>
          </p:nvSpPr>
          <p:spPr>
            <a:xfrm>
              <a:off x="6424200" y="3543050"/>
              <a:ext cx="22600" cy="23475"/>
            </a:xfrm>
            <a:custGeom>
              <a:avLst/>
              <a:gdLst/>
              <a:ahLst/>
              <a:cxnLst/>
              <a:rect l="l" t="t" r="r" b="b"/>
              <a:pathLst>
                <a:path w="904" h="939" extrusionOk="0">
                  <a:moveTo>
                    <a:pt x="1" y="1"/>
                  </a:moveTo>
                  <a:lnTo>
                    <a:pt x="1" y="1"/>
                  </a:lnTo>
                  <a:cubicBezTo>
                    <a:pt x="200" y="141"/>
                    <a:pt x="200" y="657"/>
                    <a:pt x="200" y="727"/>
                  </a:cubicBezTo>
                  <a:lnTo>
                    <a:pt x="59" y="774"/>
                  </a:lnTo>
                  <a:lnTo>
                    <a:pt x="563" y="938"/>
                  </a:lnTo>
                  <a:lnTo>
                    <a:pt x="903" y="516"/>
                  </a:lnTo>
                  <a:lnTo>
                    <a:pt x="774" y="552"/>
                  </a:lnTo>
                  <a:cubicBezTo>
                    <a:pt x="751" y="423"/>
                    <a:pt x="716" y="341"/>
                    <a:pt x="681" y="270"/>
                  </a:cubicBezTo>
                  <a:cubicBezTo>
                    <a:pt x="645" y="212"/>
                    <a:pt x="599" y="176"/>
                    <a:pt x="540" y="153"/>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0"/>
            <p:cNvSpPr/>
            <p:nvPr/>
          </p:nvSpPr>
          <p:spPr>
            <a:xfrm>
              <a:off x="6410425" y="3542325"/>
              <a:ext cx="16450" cy="18050"/>
            </a:xfrm>
            <a:custGeom>
              <a:avLst/>
              <a:gdLst/>
              <a:ahLst/>
              <a:cxnLst/>
              <a:rect l="l" t="t" r="r" b="b"/>
              <a:pathLst>
                <a:path w="658" h="722" extrusionOk="0">
                  <a:moveTo>
                    <a:pt x="362" y="1"/>
                  </a:moveTo>
                  <a:cubicBezTo>
                    <a:pt x="320" y="1"/>
                    <a:pt x="278" y="22"/>
                    <a:pt x="247" y="53"/>
                  </a:cubicBezTo>
                  <a:lnTo>
                    <a:pt x="1" y="299"/>
                  </a:lnTo>
                  <a:lnTo>
                    <a:pt x="352" y="721"/>
                  </a:lnTo>
                  <a:lnTo>
                    <a:pt x="657" y="358"/>
                  </a:lnTo>
                  <a:cubicBezTo>
                    <a:pt x="622" y="147"/>
                    <a:pt x="517" y="53"/>
                    <a:pt x="423" y="18"/>
                  </a:cubicBezTo>
                  <a:cubicBezTo>
                    <a:pt x="403" y="6"/>
                    <a:pt x="382" y="1"/>
                    <a:pt x="3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0"/>
            <p:cNvSpPr/>
            <p:nvPr/>
          </p:nvSpPr>
          <p:spPr>
            <a:xfrm>
              <a:off x="6419225" y="3577050"/>
              <a:ext cx="25800" cy="23475"/>
            </a:xfrm>
            <a:custGeom>
              <a:avLst/>
              <a:gdLst/>
              <a:ahLst/>
              <a:cxnLst/>
              <a:rect l="l" t="t" r="r" b="b"/>
              <a:pathLst>
                <a:path w="1032" h="939" extrusionOk="0">
                  <a:moveTo>
                    <a:pt x="387" y="0"/>
                  </a:moveTo>
                  <a:lnTo>
                    <a:pt x="0" y="422"/>
                  </a:lnTo>
                  <a:lnTo>
                    <a:pt x="153" y="938"/>
                  </a:lnTo>
                  <a:lnTo>
                    <a:pt x="188" y="786"/>
                  </a:lnTo>
                  <a:cubicBezTo>
                    <a:pt x="278" y="821"/>
                    <a:pt x="353" y="837"/>
                    <a:pt x="410" y="837"/>
                  </a:cubicBezTo>
                  <a:cubicBezTo>
                    <a:pt x="428" y="837"/>
                    <a:pt x="444" y="835"/>
                    <a:pt x="458" y="833"/>
                  </a:cubicBezTo>
                  <a:cubicBezTo>
                    <a:pt x="528" y="833"/>
                    <a:pt x="587" y="797"/>
                    <a:pt x="633" y="750"/>
                  </a:cubicBezTo>
                  <a:lnTo>
                    <a:pt x="1032" y="305"/>
                  </a:lnTo>
                  <a:lnTo>
                    <a:pt x="1032" y="305"/>
                  </a:lnTo>
                  <a:cubicBezTo>
                    <a:pt x="987" y="332"/>
                    <a:pt x="933" y="343"/>
                    <a:pt x="876" y="343"/>
                  </a:cubicBezTo>
                  <a:cubicBezTo>
                    <a:pt x="663" y="343"/>
                    <a:pt x="398" y="192"/>
                    <a:pt x="352" y="164"/>
                  </a:cubicBezTo>
                  <a:lnTo>
                    <a:pt x="3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0"/>
            <p:cNvSpPr/>
            <p:nvPr/>
          </p:nvSpPr>
          <p:spPr>
            <a:xfrm>
              <a:off x="6433875" y="3568250"/>
              <a:ext cx="14975" cy="15775"/>
            </a:xfrm>
            <a:custGeom>
              <a:avLst/>
              <a:gdLst/>
              <a:ahLst/>
              <a:cxnLst/>
              <a:rect l="l" t="t" r="r" b="b"/>
              <a:pathLst>
                <a:path w="599" h="631" extrusionOk="0">
                  <a:moveTo>
                    <a:pt x="516" y="1"/>
                  </a:moveTo>
                  <a:lnTo>
                    <a:pt x="1" y="141"/>
                  </a:lnTo>
                  <a:lnTo>
                    <a:pt x="129" y="598"/>
                  </a:lnTo>
                  <a:cubicBezTo>
                    <a:pt x="189" y="621"/>
                    <a:pt x="243" y="630"/>
                    <a:pt x="291" y="630"/>
                  </a:cubicBezTo>
                  <a:cubicBezTo>
                    <a:pt x="393" y="630"/>
                    <a:pt x="468" y="588"/>
                    <a:pt x="516" y="540"/>
                  </a:cubicBezTo>
                  <a:cubicBezTo>
                    <a:pt x="575" y="493"/>
                    <a:pt x="598" y="423"/>
                    <a:pt x="575" y="352"/>
                  </a:cubicBezTo>
                  <a:lnTo>
                    <a:pt x="5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0"/>
            <p:cNvSpPr/>
            <p:nvPr/>
          </p:nvSpPr>
          <p:spPr>
            <a:xfrm>
              <a:off x="6588025" y="3244500"/>
              <a:ext cx="87050" cy="29575"/>
            </a:xfrm>
            <a:custGeom>
              <a:avLst/>
              <a:gdLst/>
              <a:ahLst/>
              <a:cxnLst/>
              <a:rect l="l" t="t" r="r" b="b"/>
              <a:pathLst>
                <a:path w="3482" h="1183" extrusionOk="0">
                  <a:moveTo>
                    <a:pt x="1899" y="1"/>
                  </a:moveTo>
                  <a:cubicBezTo>
                    <a:pt x="959" y="1"/>
                    <a:pt x="0" y="584"/>
                    <a:pt x="0" y="584"/>
                  </a:cubicBezTo>
                  <a:lnTo>
                    <a:pt x="1102" y="1182"/>
                  </a:lnTo>
                  <a:cubicBezTo>
                    <a:pt x="3329" y="983"/>
                    <a:pt x="3481" y="373"/>
                    <a:pt x="2415" y="69"/>
                  </a:cubicBezTo>
                  <a:cubicBezTo>
                    <a:pt x="2248" y="21"/>
                    <a:pt x="2074" y="1"/>
                    <a:pt x="1899"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0"/>
            <p:cNvSpPr/>
            <p:nvPr/>
          </p:nvSpPr>
          <p:spPr>
            <a:xfrm>
              <a:off x="6553925" y="3233425"/>
              <a:ext cx="106500" cy="75800"/>
            </a:xfrm>
            <a:custGeom>
              <a:avLst/>
              <a:gdLst/>
              <a:ahLst/>
              <a:cxnLst/>
              <a:rect l="l" t="t" r="r" b="b"/>
              <a:pathLst>
                <a:path w="4260" h="3032" extrusionOk="0">
                  <a:moveTo>
                    <a:pt x="2927" y="1"/>
                  </a:moveTo>
                  <a:cubicBezTo>
                    <a:pt x="2844" y="1"/>
                    <a:pt x="2738" y="40"/>
                    <a:pt x="2700" y="125"/>
                  </a:cubicBezTo>
                  <a:cubicBezTo>
                    <a:pt x="2528" y="470"/>
                    <a:pt x="2654" y="851"/>
                    <a:pt x="2691" y="946"/>
                  </a:cubicBezTo>
                  <a:lnTo>
                    <a:pt x="2691" y="946"/>
                  </a:lnTo>
                  <a:cubicBezTo>
                    <a:pt x="2660" y="903"/>
                    <a:pt x="2525" y="814"/>
                    <a:pt x="1938" y="805"/>
                  </a:cubicBezTo>
                  <a:cubicBezTo>
                    <a:pt x="1926" y="805"/>
                    <a:pt x="1914" y="804"/>
                    <a:pt x="1901" y="804"/>
                  </a:cubicBezTo>
                  <a:cubicBezTo>
                    <a:pt x="450" y="804"/>
                    <a:pt x="1" y="2111"/>
                    <a:pt x="1189" y="2111"/>
                  </a:cubicBezTo>
                  <a:cubicBezTo>
                    <a:pt x="1234" y="2111"/>
                    <a:pt x="1280" y="2110"/>
                    <a:pt x="1329" y="2106"/>
                  </a:cubicBezTo>
                  <a:cubicBezTo>
                    <a:pt x="1330" y="2106"/>
                    <a:pt x="1331" y="2106"/>
                    <a:pt x="1333" y="2106"/>
                  </a:cubicBezTo>
                  <a:cubicBezTo>
                    <a:pt x="1549" y="2106"/>
                    <a:pt x="3216" y="3032"/>
                    <a:pt x="3216" y="3032"/>
                  </a:cubicBezTo>
                  <a:cubicBezTo>
                    <a:pt x="3216" y="3032"/>
                    <a:pt x="4259" y="1965"/>
                    <a:pt x="4212" y="1942"/>
                  </a:cubicBezTo>
                  <a:lnTo>
                    <a:pt x="3720" y="1578"/>
                  </a:lnTo>
                  <a:cubicBezTo>
                    <a:pt x="3720" y="1578"/>
                    <a:pt x="2923" y="582"/>
                    <a:pt x="2982" y="8"/>
                  </a:cubicBezTo>
                  <a:cubicBezTo>
                    <a:pt x="2966" y="3"/>
                    <a:pt x="2947" y="1"/>
                    <a:pt x="2927"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0"/>
            <p:cNvSpPr/>
            <p:nvPr/>
          </p:nvSpPr>
          <p:spPr>
            <a:xfrm>
              <a:off x="6610875" y="3219525"/>
              <a:ext cx="317975" cy="162075"/>
            </a:xfrm>
            <a:custGeom>
              <a:avLst/>
              <a:gdLst/>
              <a:ahLst/>
              <a:cxnLst/>
              <a:rect l="l" t="t" r="r" b="b"/>
              <a:pathLst>
                <a:path w="12719" h="6483" extrusionOk="0">
                  <a:moveTo>
                    <a:pt x="10985" y="1"/>
                  </a:moveTo>
                  <a:cubicBezTo>
                    <a:pt x="9585" y="1"/>
                    <a:pt x="7901" y="619"/>
                    <a:pt x="7233" y="1525"/>
                  </a:cubicBezTo>
                  <a:cubicBezTo>
                    <a:pt x="6658" y="2310"/>
                    <a:pt x="6049" y="3154"/>
                    <a:pt x="5639" y="3717"/>
                  </a:cubicBezTo>
                  <a:cubicBezTo>
                    <a:pt x="5634" y="3723"/>
                    <a:pt x="5624" y="3725"/>
                    <a:pt x="5609" y="3725"/>
                  </a:cubicBezTo>
                  <a:cubicBezTo>
                    <a:pt x="5189" y="3725"/>
                    <a:pt x="762" y="1654"/>
                    <a:pt x="762" y="1654"/>
                  </a:cubicBezTo>
                  <a:lnTo>
                    <a:pt x="0" y="2955"/>
                  </a:lnTo>
                  <a:cubicBezTo>
                    <a:pt x="0" y="2955"/>
                    <a:pt x="4893" y="6482"/>
                    <a:pt x="7126" y="6482"/>
                  </a:cubicBezTo>
                  <a:cubicBezTo>
                    <a:pt x="7403" y="6482"/>
                    <a:pt x="7638" y="6428"/>
                    <a:pt x="7819" y="6307"/>
                  </a:cubicBezTo>
                  <a:cubicBezTo>
                    <a:pt x="9647" y="5076"/>
                    <a:pt x="12718" y="833"/>
                    <a:pt x="12718" y="833"/>
                  </a:cubicBezTo>
                  <a:lnTo>
                    <a:pt x="12402" y="294"/>
                  </a:lnTo>
                  <a:cubicBezTo>
                    <a:pt x="12021" y="92"/>
                    <a:pt x="11524" y="1"/>
                    <a:pt x="10985"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0"/>
            <p:cNvSpPr/>
            <p:nvPr/>
          </p:nvSpPr>
          <p:spPr>
            <a:xfrm>
              <a:off x="6758850" y="3137900"/>
              <a:ext cx="257625" cy="221475"/>
            </a:xfrm>
            <a:custGeom>
              <a:avLst/>
              <a:gdLst/>
              <a:ahLst/>
              <a:cxnLst/>
              <a:rect l="l" t="t" r="r" b="b"/>
              <a:pathLst>
                <a:path w="10305" h="8859" extrusionOk="0">
                  <a:moveTo>
                    <a:pt x="7263" y="0"/>
                  </a:moveTo>
                  <a:cubicBezTo>
                    <a:pt x="5363" y="0"/>
                    <a:pt x="1" y="5903"/>
                    <a:pt x="1" y="5903"/>
                  </a:cubicBezTo>
                  <a:cubicBezTo>
                    <a:pt x="105" y="5938"/>
                    <a:pt x="3232" y="8859"/>
                    <a:pt x="3339" y="8859"/>
                  </a:cubicBezTo>
                  <a:cubicBezTo>
                    <a:pt x="3340" y="8859"/>
                    <a:pt x="3341" y="8858"/>
                    <a:pt x="3341" y="8857"/>
                  </a:cubicBezTo>
                  <a:cubicBezTo>
                    <a:pt x="3365" y="8763"/>
                    <a:pt x="10304" y="3313"/>
                    <a:pt x="7725" y="195"/>
                  </a:cubicBezTo>
                  <a:cubicBezTo>
                    <a:pt x="7613" y="61"/>
                    <a:pt x="7456" y="0"/>
                    <a:pt x="72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0"/>
            <p:cNvSpPr/>
            <p:nvPr/>
          </p:nvSpPr>
          <p:spPr>
            <a:xfrm>
              <a:off x="6758850" y="3285475"/>
              <a:ext cx="139225" cy="76500"/>
            </a:xfrm>
            <a:custGeom>
              <a:avLst/>
              <a:gdLst/>
              <a:ahLst/>
              <a:cxnLst/>
              <a:rect l="l" t="t" r="r" b="b"/>
              <a:pathLst>
                <a:path w="5569" h="3060" fill="none" extrusionOk="0">
                  <a:moveTo>
                    <a:pt x="1" y="0"/>
                  </a:moveTo>
                  <a:lnTo>
                    <a:pt x="3330" y="3060"/>
                  </a:lnTo>
                  <a:lnTo>
                    <a:pt x="5569" y="985"/>
                  </a:lnTo>
                </a:path>
              </a:pathLst>
            </a:custGeom>
            <a:noFill/>
            <a:ln w="4400" cap="rnd" cmpd="sng">
              <a:solidFill>
                <a:srgbClr val="EEE9E9"/>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0"/>
            <p:cNvSpPr/>
            <p:nvPr/>
          </p:nvSpPr>
          <p:spPr>
            <a:xfrm>
              <a:off x="6745675" y="3580275"/>
              <a:ext cx="90275" cy="2650"/>
            </a:xfrm>
            <a:custGeom>
              <a:avLst/>
              <a:gdLst/>
              <a:ahLst/>
              <a:cxnLst/>
              <a:rect l="l" t="t" r="r" b="b"/>
              <a:pathLst>
                <a:path w="3611" h="106" fill="none" extrusionOk="0">
                  <a:moveTo>
                    <a:pt x="0" y="0"/>
                  </a:moveTo>
                  <a:lnTo>
                    <a:pt x="3611" y="106"/>
                  </a:lnTo>
                </a:path>
              </a:pathLst>
            </a:custGeom>
            <a:noFill/>
            <a:ln w="4400" cap="flat" cmpd="sng">
              <a:solidFill>
                <a:srgbClr val="D0262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40"/>
          <p:cNvGrpSpPr/>
          <p:nvPr/>
        </p:nvGrpSpPr>
        <p:grpSpPr>
          <a:xfrm>
            <a:off x="7649772" y="3407505"/>
            <a:ext cx="1183609" cy="1580259"/>
            <a:chOff x="4468075" y="3148300"/>
            <a:chExt cx="354650" cy="473500"/>
          </a:xfrm>
        </p:grpSpPr>
        <p:sp>
          <p:nvSpPr>
            <p:cNvPr id="767" name="Google Shape;767;p40"/>
            <p:cNvSpPr/>
            <p:nvPr/>
          </p:nvSpPr>
          <p:spPr>
            <a:xfrm>
              <a:off x="4486175" y="3234300"/>
              <a:ext cx="312375" cy="380775"/>
            </a:xfrm>
            <a:custGeom>
              <a:avLst/>
              <a:gdLst/>
              <a:ahLst/>
              <a:cxnLst/>
              <a:rect l="l" t="t" r="r" b="b"/>
              <a:pathLst>
                <a:path w="12495" h="15231" extrusionOk="0">
                  <a:moveTo>
                    <a:pt x="12494" y="1"/>
                  </a:moveTo>
                  <a:lnTo>
                    <a:pt x="1" y="90"/>
                  </a:lnTo>
                  <a:lnTo>
                    <a:pt x="1237" y="15230"/>
                  </a:lnTo>
                  <a:lnTo>
                    <a:pt x="11104" y="15230"/>
                  </a:lnTo>
                  <a:lnTo>
                    <a:pt x="12494" y="1"/>
                  </a:ln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0"/>
            <p:cNvSpPr/>
            <p:nvPr/>
          </p:nvSpPr>
          <p:spPr>
            <a:xfrm>
              <a:off x="4468075" y="3188650"/>
              <a:ext cx="350025" cy="64900"/>
            </a:xfrm>
            <a:custGeom>
              <a:avLst/>
              <a:gdLst/>
              <a:ahLst/>
              <a:cxnLst/>
              <a:rect l="l" t="t" r="r" b="b"/>
              <a:pathLst>
                <a:path w="14001" h="2596" extrusionOk="0">
                  <a:moveTo>
                    <a:pt x="1333" y="1"/>
                  </a:moveTo>
                  <a:cubicBezTo>
                    <a:pt x="1218" y="1"/>
                    <a:pt x="1115" y="26"/>
                    <a:pt x="1103" y="58"/>
                  </a:cubicBezTo>
                  <a:lnTo>
                    <a:pt x="20" y="2230"/>
                  </a:lnTo>
                  <a:cubicBezTo>
                    <a:pt x="1" y="2275"/>
                    <a:pt x="90" y="2595"/>
                    <a:pt x="225" y="2595"/>
                  </a:cubicBezTo>
                  <a:lnTo>
                    <a:pt x="13776" y="2595"/>
                  </a:lnTo>
                  <a:cubicBezTo>
                    <a:pt x="13917" y="2595"/>
                    <a:pt x="14000" y="2275"/>
                    <a:pt x="13968" y="2230"/>
                  </a:cubicBezTo>
                  <a:lnTo>
                    <a:pt x="12603" y="58"/>
                  </a:lnTo>
                  <a:cubicBezTo>
                    <a:pt x="12578" y="26"/>
                    <a:pt x="12475" y="1"/>
                    <a:pt x="12366"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0"/>
            <p:cNvSpPr/>
            <p:nvPr/>
          </p:nvSpPr>
          <p:spPr>
            <a:xfrm>
              <a:off x="4496275" y="3561300"/>
              <a:ext cx="326450" cy="60500"/>
            </a:xfrm>
            <a:custGeom>
              <a:avLst/>
              <a:gdLst/>
              <a:ahLst/>
              <a:cxnLst/>
              <a:rect l="l" t="t" r="r" b="b"/>
              <a:pathLst>
                <a:path w="13058" h="2420" extrusionOk="0">
                  <a:moveTo>
                    <a:pt x="8629" y="1"/>
                  </a:moveTo>
                  <a:cubicBezTo>
                    <a:pt x="7957" y="1"/>
                    <a:pt x="7404" y="682"/>
                    <a:pt x="6901" y="1067"/>
                  </a:cubicBezTo>
                  <a:cubicBezTo>
                    <a:pt x="6572" y="1308"/>
                    <a:pt x="6239" y="1402"/>
                    <a:pt x="5902" y="1402"/>
                  </a:cubicBezTo>
                  <a:cubicBezTo>
                    <a:pt x="5398" y="1402"/>
                    <a:pt x="4887" y="1193"/>
                    <a:pt x="4376" y="958"/>
                  </a:cubicBezTo>
                  <a:cubicBezTo>
                    <a:pt x="3965" y="768"/>
                    <a:pt x="3599" y="662"/>
                    <a:pt x="3248" y="662"/>
                  </a:cubicBezTo>
                  <a:cubicBezTo>
                    <a:pt x="2806" y="662"/>
                    <a:pt x="2388" y="830"/>
                    <a:pt x="1935" y="1208"/>
                  </a:cubicBezTo>
                  <a:cubicBezTo>
                    <a:pt x="1352" y="1740"/>
                    <a:pt x="737" y="2060"/>
                    <a:pt x="0" y="2419"/>
                  </a:cubicBezTo>
                  <a:lnTo>
                    <a:pt x="13058" y="2278"/>
                  </a:lnTo>
                  <a:cubicBezTo>
                    <a:pt x="12520" y="2208"/>
                    <a:pt x="11975" y="2099"/>
                    <a:pt x="11469" y="1887"/>
                  </a:cubicBezTo>
                  <a:cubicBezTo>
                    <a:pt x="10578" y="1458"/>
                    <a:pt x="10040" y="747"/>
                    <a:pt x="9265" y="209"/>
                  </a:cubicBezTo>
                  <a:cubicBezTo>
                    <a:pt x="9041" y="62"/>
                    <a:pt x="8830" y="1"/>
                    <a:pt x="8629" y="1"/>
                  </a:cubicBez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0"/>
            <p:cNvSpPr/>
            <p:nvPr/>
          </p:nvSpPr>
          <p:spPr>
            <a:xfrm>
              <a:off x="4496275" y="3560175"/>
              <a:ext cx="326450" cy="61625"/>
            </a:xfrm>
            <a:custGeom>
              <a:avLst/>
              <a:gdLst/>
              <a:ahLst/>
              <a:cxnLst/>
              <a:rect l="l" t="t" r="r" b="b"/>
              <a:pathLst>
                <a:path w="13058" h="2465" extrusionOk="0">
                  <a:moveTo>
                    <a:pt x="8604" y="0"/>
                  </a:moveTo>
                  <a:cubicBezTo>
                    <a:pt x="8468" y="0"/>
                    <a:pt x="8328" y="28"/>
                    <a:pt x="8182" y="94"/>
                  </a:cubicBezTo>
                  <a:cubicBezTo>
                    <a:pt x="7593" y="337"/>
                    <a:pt x="7202" y="869"/>
                    <a:pt x="6696" y="1183"/>
                  </a:cubicBezTo>
                  <a:cubicBezTo>
                    <a:pt x="6448" y="1332"/>
                    <a:pt x="6176" y="1392"/>
                    <a:pt x="5900" y="1392"/>
                  </a:cubicBezTo>
                  <a:cubicBezTo>
                    <a:pt x="5581" y="1392"/>
                    <a:pt x="5258" y="1312"/>
                    <a:pt x="4959" y="1196"/>
                  </a:cubicBezTo>
                  <a:cubicBezTo>
                    <a:pt x="4310" y="918"/>
                    <a:pt x="3778" y="668"/>
                    <a:pt x="3242" y="668"/>
                  </a:cubicBezTo>
                  <a:cubicBezTo>
                    <a:pt x="2826" y="668"/>
                    <a:pt x="2407" y="818"/>
                    <a:pt x="1929" y="1221"/>
                  </a:cubicBezTo>
                  <a:cubicBezTo>
                    <a:pt x="1365" y="1753"/>
                    <a:pt x="686" y="2118"/>
                    <a:pt x="0" y="2464"/>
                  </a:cubicBezTo>
                  <a:cubicBezTo>
                    <a:pt x="558" y="2208"/>
                    <a:pt x="1109" y="1932"/>
                    <a:pt x="1608" y="1561"/>
                  </a:cubicBezTo>
                  <a:cubicBezTo>
                    <a:pt x="2167" y="1075"/>
                    <a:pt x="2648" y="750"/>
                    <a:pt x="3252" y="750"/>
                  </a:cubicBezTo>
                  <a:cubicBezTo>
                    <a:pt x="3501" y="750"/>
                    <a:pt x="3771" y="805"/>
                    <a:pt x="4075" y="926"/>
                  </a:cubicBezTo>
                  <a:cubicBezTo>
                    <a:pt x="4639" y="1157"/>
                    <a:pt x="5209" y="1471"/>
                    <a:pt x="5837" y="1497"/>
                  </a:cubicBezTo>
                  <a:cubicBezTo>
                    <a:pt x="5864" y="1498"/>
                    <a:pt x="5891" y="1499"/>
                    <a:pt x="5918" y="1499"/>
                  </a:cubicBezTo>
                  <a:cubicBezTo>
                    <a:pt x="6369" y="1499"/>
                    <a:pt x="6798" y="1299"/>
                    <a:pt x="7125" y="991"/>
                  </a:cubicBezTo>
                  <a:cubicBezTo>
                    <a:pt x="7458" y="709"/>
                    <a:pt x="7817" y="350"/>
                    <a:pt x="8221" y="183"/>
                  </a:cubicBezTo>
                  <a:cubicBezTo>
                    <a:pt x="8353" y="123"/>
                    <a:pt x="8482" y="96"/>
                    <a:pt x="8606" y="96"/>
                  </a:cubicBezTo>
                  <a:cubicBezTo>
                    <a:pt x="9061" y="96"/>
                    <a:pt x="9463" y="444"/>
                    <a:pt x="9809" y="741"/>
                  </a:cubicBezTo>
                  <a:cubicBezTo>
                    <a:pt x="10277" y="1131"/>
                    <a:pt x="10732" y="1567"/>
                    <a:pt x="11277" y="1862"/>
                  </a:cubicBezTo>
                  <a:cubicBezTo>
                    <a:pt x="11828" y="2144"/>
                    <a:pt x="12456" y="2246"/>
                    <a:pt x="13058" y="2323"/>
                  </a:cubicBezTo>
                  <a:cubicBezTo>
                    <a:pt x="12462" y="2227"/>
                    <a:pt x="11841" y="2112"/>
                    <a:pt x="11302" y="1811"/>
                  </a:cubicBezTo>
                  <a:cubicBezTo>
                    <a:pt x="10771" y="1516"/>
                    <a:pt x="10328" y="1080"/>
                    <a:pt x="9867" y="677"/>
                  </a:cubicBezTo>
                  <a:cubicBezTo>
                    <a:pt x="9503" y="352"/>
                    <a:pt x="9084" y="0"/>
                    <a:pt x="8604"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0"/>
            <p:cNvSpPr/>
            <p:nvPr/>
          </p:nvSpPr>
          <p:spPr>
            <a:xfrm>
              <a:off x="4617675" y="3319275"/>
              <a:ext cx="70025" cy="45925"/>
            </a:xfrm>
            <a:custGeom>
              <a:avLst/>
              <a:gdLst/>
              <a:ahLst/>
              <a:cxnLst/>
              <a:rect l="l" t="t" r="r" b="b"/>
              <a:pathLst>
                <a:path w="2801" h="1837" extrusionOk="0">
                  <a:moveTo>
                    <a:pt x="1442" y="1"/>
                  </a:moveTo>
                  <a:cubicBezTo>
                    <a:pt x="1326" y="1"/>
                    <a:pt x="1210" y="4"/>
                    <a:pt x="1090" y="4"/>
                  </a:cubicBezTo>
                  <a:lnTo>
                    <a:pt x="1" y="4"/>
                  </a:lnTo>
                  <a:cubicBezTo>
                    <a:pt x="116" y="42"/>
                    <a:pt x="231" y="81"/>
                    <a:pt x="334" y="145"/>
                  </a:cubicBezTo>
                  <a:cubicBezTo>
                    <a:pt x="417" y="202"/>
                    <a:pt x="488" y="279"/>
                    <a:pt x="552" y="356"/>
                  </a:cubicBezTo>
                  <a:cubicBezTo>
                    <a:pt x="731" y="593"/>
                    <a:pt x="853" y="869"/>
                    <a:pt x="981" y="1138"/>
                  </a:cubicBezTo>
                  <a:cubicBezTo>
                    <a:pt x="1039" y="1259"/>
                    <a:pt x="1103" y="1388"/>
                    <a:pt x="1154" y="1516"/>
                  </a:cubicBezTo>
                  <a:cubicBezTo>
                    <a:pt x="1090" y="1548"/>
                    <a:pt x="1020" y="1580"/>
                    <a:pt x="949" y="1612"/>
                  </a:cubicBezTo>
                  <a:cubicBezTo>
                    <a:pt x="936" y="1618"/>
                    <a:pt x="917" y="1625"/>
                    <a:pt x="904" y="1644"/>
                  </a:cubicBezTo>
                  <a:cubicBezTo>
                    <a:pt x="898" y="1657"/>
                    <a:pt x="898" y="1682"/>
                    <a:pt x="898" y="1702"/>
                  </a:cubicBezTo>
                  <a:cubicBezTo>
                    <a:pt x="904" y="1727"/>
                    <a:pt x="936" y="1740"/>
                    <a:pt x="962" y="1746"/>
                  </a:cubicBezTo>
                  <a:cubicBezTo>
                    <a:pt x="1308" y="1772"/>
                    <a:pt x="1654" y="1798"/>
                    <a:pt x="2000" y="1830"/>
                  </a:cubicBezTo>
                  <a:cubicBezTo>
                    <a:pt x="2057" y="1830"/>
                    <a:pt x="2115" y="1836"/>
                    <a:pt x="2173" y="1836"/>
                  </a:cubicBezTo>
                  <a:cubicBezTo>
                    <a:pt x="2179" y="1836"/>
                    <a:pt x="2186" y="1836"/>
                    <a:pt x="2192" y="1830"/>
                  </a:cubicBezTo>
                  <a:cubicBezTo>
                    <a:pt x="2371" y="1522"/>
                    <a:pt x="2551" y="1221"/>
                    <a:pt x="2730" y="920"/>
                  </a:cubicBezTo>
                  <a:cubicBezTo>
                    <a:pt x="2756" y="869"/>
                    <a:pt x="2794" y="817"/>
                    <a:pt x="2801" y="760"/>
                  </a:cubicBezTo>
                  <a:cubicBezTo>
                    <a:pt x="2801" y="728"/>
                    <a:pt x="2801" y="696"/>
                    <a:pt x="2775" y="676"/>
                  </a:cubicBezTo>
                  <a:cubicBezTo>
                    <a:pt x="2771" y="675"/>
                    <a:pt x="2768" y="675"/>
                    <a:pt x="2764" y="675"/>
                  </a:cubicBezTo>
                  <a:cubicBezTo>
                    <a:pt x="2748" y="675"/>
                    <a:pt x="2733" y="684"/>
                    <a:pt x="2717" y="689"/>
                  </a:cubicBezTo>
                  <a:cubicBezTo>
                    <a:pt x="2621" y="728"/>
                    <a:pt x="2525" y="779"/>
                    <a:pt x="2429" y="817"/>
                  </a:cubicBezTo>
                  <a:cubicBezTo>
                    <a:pt x="2339" y="644"/>
                    <a:pt x="2256" y="471"/>
                    <a:pt x="2166" y="305"/>
                  </a:cubicBezTo>
                  <a:cubicBezTo>
                    <a:pt x="2128" y="234"/>
                    <a:pt x="2070" y="170"/>
                    <a:pt x="2006" y="125"/>
                  </a:cubicBezTo>
                  <a:cubicBezTo>
                    <a:pt x="1891" y="49"/>
                    <a:pt x="1756" y="16"/>
                    <a:pt x="1615" y="4"/>
                  </a:cubicBezTo>
                  <a:cubicBezTo>
                    <a:pt x="1558" y="2"/>
                    <a:pt x="1500" y="1"/>
                    <a:pt x="1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0"/>
            <p:cNvSpPr/>
            <p:nvPr/>
          </p:nvSpPr>
          <p:spPr>
            <a:xfrm>
              <a:off x="4589800" y="3323125"/>
              <a:ext cx="45375" cy="48475"/>
            </a:xfrm>
            <a:custGeom>
              <a:avLst/>
              <a:gdLst/>
              <a:ahLst/>
              <a:cxnLst/>
              <a:rect l="l" t="t" r="r" b="b"/>
              <a:pathLst>
                <a:path w="1815" h="1939" extrusionOk="0">
                  <a:moveTo>
                    <a:pt x="995" y="1"/>
                  </a:moveTo>
                  <a:cubicBezTo>
                    <a:pt x="980" y="1"/>
                    <a:pt x="964" y="2"/>
                    <a:pt x="949" y="3"/>
                  </a:cubicBezTo>
                  <a:cubicBezTo>
                    <a:pt x="866" y="10"/>
                    <a:pt x="783" y="23"/>
                    <a:pt x="719" y="74"/>
                  </a:cubicBezTo>
                  <a:cubicBezTo>
                    <a:pt x="687" y="93"/>
                    <a:pt x="661" y="125"/>
                    <a:pt x="642" y="157"/>
                  </a:cubicBezTo>
                  <a:cubicBezTo>
                    <a:pt x="552" y="298"/>
                    <a:pt x="462" y="439"/>
                    <a:pt x="379" y="580"/>
                  </a:cubicBezTo>
                  <a:cubicBezTo>
                    <a:pt x="251" y="785"/>
                    <a:pt x="123" y="984"/>
                    <a:pt x="1" y="1182"/>
                  </a:cubicBezTo>
                  <a:cubicBezTo>
                    <a:pt x="360" y="1426"/>
                    <a:pt x="719" y="1663"/>
                    <a:pt x="1077" y="1906"/>
                  </a:cubicBezTo>
                  <a:cubicBezTo>
                    <a:pt x="1097" y="1919"/>
                    <a:pt x="1116" y="1932"/>
                    <a:pt x="1135" y="1938"/>
                  </a:cubicBezTo>
                  <a:cubicBezTo>
                    <a:pt x="1180" y="1861"/>
                    <a:pt x="1231" y="1785"/>
                    <a:pt x="1282" y="1708"/>
                  </a:cubicBezTo>
                  <a:cubicBezTo>
                    <a:pt x="1455" y="1432"/>
                    <a:pt x="1628" y="1163"/>
                    <a:pt x="1808" y="894"/>
                  </a:cubicBezTo>
                  <a:cubicBezTo>
                    <a:pt x="1814" y="881"/>
                    <a:pt x="1814" y="868"/>
                    <a:pt x="1808" y="862"/>
                  </a:cubicBezTo>
                  <a:cubicBezTo>
                    <a:pt x="1718" y="663"/>
                    <a:pt x="1622" y="471"/>
                    <a:pt x="1487" y="305"/>
                  </a:cubicBezTo>
                  <a:cubicBezTo>
                    <a:pt x="1417" y="215"/>
                    <a:pt x="1340" y="132"/>
                    <a:pt x="1244" y="74"/>
                  </a:cubicBezTo>
                  <a:cubicBezTo>
                    <a:pt x="1168" y="30"/>
                    <a:pt x="1082" y="1"/>
                    <a:pt x="9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0"/>
            <p:cNvSpPr/>
            <p:nvPr/>
          </p:nvSpPr>
          <p:spPr>
            <a:xfrm>
              <a:off x="4660775" y="3358275"/>
              <a:ext cx="47750" cy="45025"/>
            </a:xfrm>
            <a:custGeom>
              <a:avLst/>
              <a:gdLst/>
              <a:ahLst/>
              <a:cxnLst/>
              <a:rect l="l" t="t" r="r" b="b"/>
              <a:pathLst>
                <a:path w="1910" h="1801" extrusionOk="0">
                  <a:moveTo>
                    <a:pt x="1160" y="1"/>
                  </a:moveTo>
                  <a:cubicBezTo>
                    <a:pt x="1102" y="33"/>
                    <a:pt x="1051" y="71"/>
                    <a:pt x="993" y="103"/>
                  </a:cubicBezTo>
                  <a:cubicBezTo>
                    <a:pt x="724" y="257"/>
                    <a:pt x="462" y="404"/>
                    <a:pt x="199" y="558"/>
                  </a:cubicBezTo>
                  <a:cubicBezTo>
                    <a:pt x="135" y="603"/>
                    <a:pt x="64" y="635"/>
                    <a:pt x="0" y="680"/>
                  </a:cubicBezTo>
                  <a:cubicBezTo>
                    <a:pt x="7" y="699"/>
                    <a:pt x="20" y="718"/>
                    <a:pt x="26" y="737"/>
                  </a:cubicBezTo>
                  <a:cubicBezTo>
                    <a:pt x="244" y="1090"/>
                    <a:pt x="455" y="1449"/>
                    <a:pt x="673" y="1801"/>
                  </a:cubicBezTo>
                  <a:lnTo>
                    <a:pt x="1256" y="1801"/>
                  </a:lnTo>
                  <a:cubicBezTo>
                    <a:pt x="1314" y="1801"/>
                    <a:pt x="1371" y="1788"/>
                    <a:pt x="1423" y="1769"/>
                  </a:cubicBezTo>
                  <a:cubicBezTo>
                    <a:pt x="1538" y="1724"/>
                    <a:pt x="1647" y="1647"/>
                    <a:pt x="1737" y="1564"/>
                  </a:cubicBezTo>
                  <a:cubicBezTo>
                    <a:pt x="1820" y="1481"/>
                    <a:pt x="1897" y="1372"/>
                    <a:pt x="1903" y="1250"/>
                  </a:cubicBezTo>
                  <a:cubicBezTo>
                    <a:pt x="1910" y="1179"/>
                    <a:pt x="1884" y="1103"/>
                    <a:pt x="1839" y="1039"/>
                  </a:cubicBezTo>
                  <a:cubicBezTo>
                    <a:pt x="1615" y="693"/>
                    <a:pt x="1391" y="347"/>
                    <a:pt x="11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0"/>
            <p:cNvSpPr/>
            <p:nvPr/>
          </p:nvSpPr>
          <p:spPr>
            <a:xfrm>
              <a:off x="4568500" y="3367075"/>
              <a:ext cx="49525" cy="67800"/>
            </a:xfrm>
            <a:custGeom>
              <a:avLst/>
              <a:gdLst/>
              <a:ahLst/>
              <a:cxnLst/>
              <a:rect l="l" t="t" r="r" b="b"/>
              <a:pathLst>
                <a:path w="1981" h="2712" extrusionOk="0">
                  <a:moveTo>
                    <a:pt x="1391" y="1"/>
                  </a:moveTo>
                  <a:cubicBezTo>
                    <a:pt x="1314" y="1"/>
                    <a:pt x="1231" y="1"/>
                    <a:pt x="1154" y="7"/>
                  </a:cubicBezTo>
                  <a:lnTo>
                    <a:pt x="917" y="7"/>
                  </a:lnTo>
                  <a:cubicBezTo>
                    <a:pt x="869" y="14"/>
                    <a:pt x="819" y="15"/>
                    <a:pt x="770" y="15"/>
                  </a:cubicBezTo>
                  <a:cubicBezTo>
                    <a:pt x="720" y="15"/>
                    <a:pt x="670" y="14"/>
                    <a:pt x="622" y="14"/>
                  </a:cubicBezTo>
                  <a:cubicBezTo>
                    <a:pt x="520" y="27"/>
                    <a:pt x="424" y="20"/>
                    <a:pt x="328" y="27"/>
                  </a:cubicBezTo>
                  <a:cubicBezTo>
                    <a:pt x="299" y="30"/>
                    <a:pt x="270" y="30"/>
                    <a:pt x="241" y="30"/>
                  </a:cubicBezTo>
                  <a:cubicBezTo>
                    <a:pt x="212" y="30"/>
                    <a:pt x="183" y="30"/>
                    <a:pt x="155" y="33"/>
                  </a:cubicBezTo>
                  <a:cubicBezTo>
                    <a:pt x="110" y="33"/>
                    <a:pt x="78" y="78"/>
                    <a:pt x="91" y="123"/>
                  </a:cubicBezTo>
                  <a:cubicBezTo>
                    <a:pt x="103" y="142"/>
                    <a:pt x="123" y="161"/>
                    <a:pt x="148" y="174"/>
                  </a:cubicBezTo>
                  <a:cubicBezTo>
                    <a:pt x="219" y="212"/>
                    <a:pt x="283" y="257"/>
                    <a:pt x="353" y="296"/>
                  </a:cubicBezTo>
                  <a:cubicBezTo>
                    <a:pt x="366" y="302"/>
                    <a:pt x="379" y="309"/>
                    <a:pt x="392" y="321"/>
                  </a:cubicBezTo>
                  <a:cubicBezTo>
                    <a:pt x="379" y="347"/>
                    <a:pt x="366" y="366"/>
                    <a:pt x="353" y="385"/>
                  </a:cubicBezTo>
                  <a:cubicBezTo>
                    <a:pt x="270" y="514"/>
                    <a:pt x="187" y="635"/>
                    <a:pt x="110" y="763"/>
                  </a:cubicBezTo>
                  <a:cubicBezTo>
                    <a:pt x="52" y="860"/>
                    <a:pt x="1" y="968"/>
                    <a:pt x="14" y="1077"/>
                  </a:cubicBezTo>
                  <a:cubicBezTo>
                    <a:pt x="33" y="1199"/>
                    <a:pt x="103" y="1295"/>
                    <a:pt x="161" y="1398"/>
                  </a:cubicBezTo>
                  <a:cubicBezTo>
                    <a:pt x="392" y="1795"/>
                    <a:pt x="616" y="2192"/>
                    <a:pt x="840" y="2583"/>
                  </a:cubicBezTo>
                  <a:cubicBezTo>
                    <a:pt x="866" y="2628"/>
                    <a:pt x="891" y="2673"/>
                    <a:pt x="917" y="2711"/>
                  </a:cubicBezTo>
                  <a:cubicBezTo>
                    <a:pt x="898" y="2628"/>
                    <a:pt x="891" y="2545"/>
                    <a:pt x="891" y="2461"/>
                  </a:cubicBezTo>
                  <a:cubicBezTo>
                    <a:pt x="885" y="2320"/>
                    <a:pt x="936" y="2173"/>
                    <a:pt x="1013" y="2051"/>
                  </a:cubicBezTo>
                  <a:cubicBezTo>
                    <a:pt x="1225" y="1712"/>
                    <a:pt x="1442" y="1372"/>
                    <a:pt x="1660" y="1033"/>
                  </a:cubicBezTo>
                  <a:cubicBezTo>
                    <a:pt x="1673" y="1039"/>
                    <a:pt x="1686" y="1045"/>
                    <a:pt x="1699" y="1052"/>
                  </a:cubicBezTo>
                  <a:cubicBezTo>
                    <a:pt x="1756" y="1090"/>
                    <a:pt x="1814" y="1122"/>
                    <a:pt x="1865" y="1154"/>
                  </a:cubicBezTo>
                  <a:cubicBezTo>
                    <a:pt x="1884" y="1167"/>
                    <a:pt x="1897" y="1173"/>
                    <a:pt x="1917" y="1180"/>
                  </a:cubicBezTo>
                  <a:cubicBezTo>
                    <a:pt x="1920" y="1181"/>
                    <a:pt x="1924" y="1182"/>
                    <a:pt x="1927" y="1182"/>
                  </a:cubicBezTo>
                  <a:cubicBezTo>
                    <a:pt x="1944" y="1182"/>
                    <a:pt x="1963" y="1170"/>
                    <a:pt x="1968" y="1154"/>
                  </a:cubicBezTo>
                  <a:cubicBezTo>
                    <a:pt x="1981" y="1109"/>
                    <a:pt x="1961" y="1071"/>
                    <a:pt x="1942" y="1033"/>
                  </a:cubicBezTo>
                  <a:cubicBezTo>
                    <a:pt x="1756" y="687"/>
                    <a:pt x="1577" y="347"/>
                    <a:pt x="13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0"/>
            <p:cNvSpPr/>
            <p:nvPr/>
          </p:nvSpPr>
          <p:spPr>
            <a:xfrm>
              <a:off x="4643300" y="3399600"/>
              <a:ext cx="65075" cy="53750"/>
            </a:xfrm>
            <a:custGeom>
              <a:avLst/>
              <a:gdLst/>
              <a:ahLst/>
              <a:cxnLst/>
              <a:rect l="l" t="t" r="r" b="b"/>
              <a:pathLst>
                <a:path w="2603" h="2150" extrusionOk="0">
                  <a:moveTo>
                    <a:pt x="2602" y="1"/>
                  </a:moveTo>
                  <a:cubicBezTo>
                    <a:pt x="2480" y="135"/>
                    <a:pt x="2327" y="250"/>
                    <a:pt x="2154" y="295"/>
                  </a:cubicBezTo>
                  <a:cubicBezTo>
                    <a:pt x="2026" y="334"/>
                    <a:pt x="1891" y="340"/>
                    <a:pt x="1756" y="347"/>
                  </a:cubicBezTo>
                  <a:lnTo>
                    <a:pt x="719" y="347"/>
                  </a:lnTo>
                  <a:cubicBezTo>
                    <a:pt x="719" y="270"/>
                    <a:pt x="725" y="199"/>
                    <a:pt x="719" y="122"/>
                  </a:cubicBezTo>
                  <a:cubicBezTo>
                    <a:pt x="719" y="90"/>
                    <a:pt x="712" y="52"/>
                    <a:pt x="686" y="33"/>
                  </a:cubicBezTo>
                  <a:cubicBezTo>
                    <a:pt x="681" y="32"/>
                    <a:pt x="675" y="31"/>
                    <a:pt x="670" y="31"/>
                  </a:cubicBezTo>
                  <a:cubicBezTo>
                    <a:pt x="644" y="31"/>
                    <a:pt x="619" y="43"/>
                    <a:pt x="603" y="65"/>
                  </a:cubicBezTo>
                  <a:cubicBezTo>
                    <a:pt x="411" y="411"/>
                    <a:pt x="212" y="750"/>
                    <a:pt x="14" y="1090"/>
                  </a:cubicBezTo>
                  <a:cubicBezTo>
                    <a:pt x="7" y="1103"/>
                    <a:pt x="1" y="1109"/>
                    <a:pt x="14" y="1122"/>
                  </a:cubicBezTo>
                  <a:cubicBezTo>
                    <a:pt x="219" y="1436"/>
                    <a:pt x="424" y="1756"/>
                    <a:pt x="629" y="2070"/>
                  </a:cubicBezTo>
                  <a:cubicBezTo>
                    <a:pt x="648" y="2096"/>
                    <a:pt x="667" y="2128"/>
                    <a:pt x="693" y="2147"/>
                  </a:cubicBezTo>
                  <a:cubicBezTo>
                    <a:pt x="701" y="2149"/>
                    <a:pt x="710" y="2150"/>
                    <a:pt x="719" y="2150"/>
                  </a:cubicBezTo>
                  <a:cubicBezTo>
                    <a:pt x="736" y="2150"/>
                    <a:pt x="753" y="2147"/>
                    <a:pt x="770" y="2147"/>
                  </a:cubicBezTo>
                  <a:cubicBezTo>
                    <a:pt x="795" y="2147"/>
                    <a:pt x="808" y="2121"/>
                    <a:pt x="802" y="2102"/>
                  </a:cubicBezTo>
                  <a:cubicBezTo>
                    <a:pt x="802" y="1993"/>
                    <a:pt x="802" y="1884"/>
                    <a:pt x="802" y="1775"/>
                  </a:cubicBezTo>
                  <a:lnTo>
                    <a:pt x="1212" y="1775"/>
                  </a:lnTo>
                  <a:cubicBezTo>
                    <a:pt x="1248" y="1775"/>
                    <a:pt x="1283" y="1776"/>
                    <a:pt x="1317" y="1776"/>
                  </a:cubicBezTo>
                  <a:cubicBezTo>
                    <a:pt x="1368" y="1776"/>
                    <a:pt x="1418" y="1774"/>
                    <a:pt x="1468" y="1763"/>
                  </a:cubicBezTo>
                  <a:cubicBezTo>
                    <a:pt x="1577" y="1737"/>
                    <a:pt x="1667" y="1679"/>
                    <a:pt x="1724" y="1583"/>
                  </a:cubicBezTo>
                  <a:cubicBezTo>
                    <a:pt x="1776" y="1506"/>
                    <a:pt x="1814" y="1429"/>
                    <a:pt x="1859" y="1346"/>
                  </a:cubicBezTo>
                  <a:cubicBezTo>
                    <a:pt x="2102" y="898"/>
                    <a:pt x="2352" y="449"/>
                    <a:pt x="26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0"/>
            <p:cNvSpPr/>
            <p:nvPr/>
          </p:nvSpPr>
          <p:spPr>
            <a:xfrm>
              <a:off x="4595250" y="3409225"/>
              <a:ext cx="42000" cy="34450"/>
            </a:xfrm>
            <a:custGeom>
              <a:avLst/>
              <a:gdLst/>
              <a:ahLst/>
              <a:cxnLst/>
              <a:rect l="l" t="t" r="r" b="b"/>
              <a:pathLst>
                <a:path w="1680" h="1378" extrusionOk="0">
                  <a:moveTo>
                    <a:pt x="398" y="0"/>
                  </a:moveTo>
                  <a:cubicBezTo>
                    <a:pt x="328" y="103"/>
                    <a:pt x="257" y="205"/>
                    <a:pt x="193" y="308"/>
                  </a:cubicBezTo>
                  <a:cubicBezTo>
                    <a:pt x="135" y="391"/>
                    <a:pt x="84" y="481"/>
                    <a:pt x="52" y="577"/>
                  </a:cubicBezTo>
                  <a:cubicBezTo>
                    <a:pt x="1" y="730"/>
                    <a:pt x="1" y="891"/>
                    <a:pt x="26" y="1051"/>
                  </a:cubicBezTo>
                  <a:cubicBezTo>
                    <a:pt x="39" y="1140"/>
                    <a:pt x="71" y="1224"/>
                    <a:pt x="135" y="1294"/>
                  </a:cubicBezTo>
                  <a:cubicBezTo>
                    <a:pt x="193" y="1352"/>
                    <a:pt x="276" y="1378"/>
                    <a:pt x="353" y="1378"/>
                  </a:cubicBezTo>
                  <a:lnTo>
                    <a:pt x="1679" y="1378"/>
                  </a:lnTo>
                  <a:cubicBezTo>
                    <a:pt x="1679" y="916"/>
                    <a:pt x="1679" y="455"/>
                    <a:pt x="16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0"/>
            <p:cNvSpPr/>
            <p:nvPr/>
          </p:nvSpPr>
          <p:spPr>
            <a:xfrm>
              <a:off x="4485850" y="3198900"/>
              <a:ext cx="312525" cy="33350"/>
            </a:xfrm>
            <a:custGeom>
              <a:avLst/>
              <a:gdLst/>
              <a:ahLst/>
              <a:cxnLst/>
              <a:rect l="l" t="t" r="r" b="b"/>
              <a:pathLst>
                <a:path w="12501" h="1334" extrusionOk="0">
                  <a:moveTo>
                    <a:pt x="802" y="1"/>
                  </a:moveTo>
                  <a:cubicBezTo>
                    <a:pt x="693" y="1"/>
                    <a:pt x="597" y="20"/>
                    <a:pt x="590" y="39"/>
                  </a:cubicBezTo>
                  <a:lnTo>
                    <a:pt x="14" y="1288"/>
                  </a:lnTo>
                  <a:cubicBezTo>
                    <a:pt x="1" y="1314"/>
                    <a:pt x="90" y="1333"/>
                    <a:pt x="212" y="1333"/>
                  </a:cubicBezTo>
                  <a:lnTo>
                    <a:pt x="12296" y="1333"/>
                  </a:lnTo>
                  <a:cubicBezTo>
                    <a:pt x="12418" y="1333"/>
                    <a:pt x="12501" y="1314"/>
                    <a:pt x="12482" y="1288"/>
                  </a:cubicBezTo>
                  <a:lnTo>
                    <a:pt x="11745" y="39"/>
                  </a:lnTo>
                  <a:cubicBezTo>
                    <a:pt x="11732" y="20"/>
                    <a:pt x="11636" y="1"/>
                    <a:pt x="115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0"/>
            <p:cNvSpPr/>
            <p:nvPr/>
          </p:nvSpPr>
          <p:spPr>
            <a:xfrm>
              <a:off x="4508925" y="3242125"/>
              <a:ext cx="42800" cy="17375"/>
            </a:xfrm>
            <a:custGeom>
              <a:avLst/>
              <a:gdLst/>
              <a:ahLst/>
              <a:cxnLst/>
              <a:rect l="l" t="t" r="r" b="b"/>
              <a:pathLst>
                <a:path w="1712" h="695" extrusionOk="0">
                  <a:moveTo>
                    <a:pt x="1550" y="1"/>
                  </a:moveTo>
                  <a:cubicBezTo>
                    <a:pt x="1536" y="1"/>
                    <a:pt x="1521" y="3"/>
                    <a:pt x="1506" y="8"/>
                  </a:cubicBezTo>
                  <a:lnTo>
                    <a:pt x="122" y="412"/>
                  </a:lnTo>
                  <a:cubicBezTo>
                    <a:pt x="45" y="431"/>
                    <a:pt x="0" y="514"/>
                    <a:pt x="26" y="591"/>
                  </a:cubicBezTo>
                  <a:cubicBezTo>
                    <a:pt x="42" y="653"/>
                    <a:pt x="99" y="694"/>
                    <a:pt x="158" y="694"/>
                  </a:cubicBezTo>
                  <a:cubicBezTo>
                    <a:pt x="171" y="694"/>
                    <a:pt x="185" y="692"/>
                    <a:pt x="199" y="687"/>
                  </a:cubicBezTo>
                  <a:lnTo>
                    <a:pt x="1589" y="283"/>
                  </a:lnTo>
                  <a:cubicBezTo>
                    <a:pt x="1666" y="264"/>
                    <a:pt x="1711" y="181"/>
                    <a:pt x="1685" y="104"/>
                  </a:cubicBezTo>
                  <a:cubicBezTo>
                    <a:pt x="1670" y="42"/>
                    <a:pt x="1613" y="1"/>
                    <a:pt x="155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0"/>
            <p:cNvSpPr/>
            <p:nvPr/>
          </p:nvSpPr>
          <p:spPr>
            <a:xfrm>
              <a:off x="4488100" y="3172550"/>
              <a:ext cx="62975" cy="81100"/>
            </a:xfrm>
            <a:custGeom>
              <a:avLst/>
              <a:gdLst/>
              <a:ahLst/>
              <a:cxnLst/>
              <a:rect l="l" t="t" r="r" b="b"/>
              <a:pathLst>
                <a:path w="2519" h="3244" extrusionOk="0">
                  <a:moveTo>
                    <a:pt x="1555" y="0"/>
                  </a:moveTo>
                  <a:cubicBezTo>
                    <a:pt x="1532" y="0"/>
                    <a:pt x="1509" y="4"/>
                    <a:pt x="1487" y="10"/>
                  </a:cubicBezTo>
                  <a:lnTo>
                    <a:pt x="205" y="382"/>
                  </a:lnTo>
                  <a:cubicBezTo>
                    <a:pt x="77" y="420"/>
                    <a:pt x="0" y="555"/>
                    <a:pt x="39" y="689"/>
                  </a:cubicBezTo>
                  <a:lnTo>
                    <a:pt x="731" y="3066"/>
                  </a:lnTo>
                  <a:cubicBezTo>
                    <a:pt x="762" y="3176"/>
                    <a:pt x="858" y="3243"/>
                    <a:pt x="965" y="3243"/>
                  </a:cubicBezTo>
                  <a:cubicBezTo>
                    <a:pt x="989" y="3243"/>
                    <a:pt x="1014" y="3240"/>
                    <a:pt x="1038" y="3233"/>
                  </a:cubicBezTo>
                  <a:lnTo>
                    <a:pt x="2313" y="2861"/>
                  </a:lnTo>
                  <a:cubicBezTo>
                    <a:pt x="2448" y="2823"/>
                    <a:pt x="2518" y="2688"/>
                    <a:pt x="2486" y="2560"/>
                  </a:cubicBezTo>
                  <a:lnTo>
                    <a:pt x="1788" y="177"/>
                  </a:lnTo>
                  <a:cubicBezTo>
                    <a:pt x="1762" y="71"/>
                    <a:pt x="1661" y="0"/>
                    <a:pt x="1555" y="0"/>
                  </a:cubicBezTo>
                  <a:close/>
                </a:path>
              </a:pathLst>
            </a:custGeom>
            <a:solidFill>
              <a:srgbClr val="156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0"/>
            <p:cNvSpPr/>
            <p:nvPr/>
          </p:nvSpPr>
          <p:spPr>
            <a:xfrm>
              <a:off x="4487450" y="3168350"/>
              <a:ext cx="42800" cy="17400"/>
            </a:xfrm>
            <a:custGeom>
              <a:avLst/>
              <a:gdLst/>
              <a:ahLst/>
              <a:cxnLst/>
              <a:rect l="l" t="t" r="r" b="b"/>
              <a:pathLst>
                <a:path w="1712" h="696" extrusionOk="0">
                  <a:moveTo>
                    <a:pt x="1543" y="1"/>
                  </a:moveTo>
                  <a:cubicBezTo>
                    <a:pt x="1531" y="1"/>
                    <a:pt x="1518" y="2"/>
                    <a:pt x="1506" y="5"/>
                  </a:cubicBezTo>
                  <a:lnTo>
                    <a:pt x="123" y="409"/>
                  </a:lnTo>
                  <a:cubicBezTo>
                    <a:pt x="46" y="435"/>
                    <a:pt x="1" y="511"/>
                    <a:pt x="20" y="588"/>
                  </a:cubicBezTo>
                  <a:cubicBezTo>
                    <a:pt x="42" y="653"/>
                    <a:pt x="100" y="695"/>
                    <a:pt x="164" y="695"/>
                  </a:cubicBezTo>
                  <a:cubicBezTo>
                    <a:pt x="175" y="695"/>
                    <a:pt x="187" y="694"/>
                    <a:pt x="199" y="691"/>
                  </a:cubicBezTo>
                  <a:lnTo>
                    <a:pt x="1590" y="287"/>
                  </a:lnTo>
                  <a:cubicBezTo>
                    <a:pt x="1667" y="262"/>
                    <a:pt x="1712" y="185"/>
                    <a:pt x="1686" y="108"/>
                  </a:cubicBezTo>
                  <a:cubicBezTo>
                    <a:pt x="1670" y="43"/>
                    <a:pt x="1608" y="1"/>
                    <a:pt x="1543"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0"/>
            <p:cNvSpPr/>
            <p:nvPr/>
          </p:nvSpPr>
          <p:spPr>
            <a:xfrm>
              <a:off x="4626650" y="3156300"/>
              <a:ext cx="20700" cy="19075"/>
            </a:xfrm>
            <a:custGeom>
              <a:avLst/>
              <a:gdLst/>
              <a:ahLst/>
              <a:cxnLst/>
              <a:rect l="l" t="t" r="r" b="b"/>
              <a:pathLst>
                <a:path w="828" h="763" extrusionOk="0">
                  <a:moveTo>
                    <a:pt x="186" y="0"/>
                  </a:moveTo>
                  <a:cubicBezTo>
                    <a:pt x="135" y="167"/>
                    <a:pt x="45" y="340"/>
                    <a:pt x="1" y="519"/>
                  </a:cubicBezTo>
                  <a:lnTo>
                    <a:pt x="577" y="763"/>
                  </a:lnTo>
                  <a:cubicBezTo>
                    <a:pt x="609" y="628"/>
                    <a:pt x="827" y="289"/>
                    <a:pt x="750" y="199"/>
                  </a:cubicBezTo>
                  <a:cubicBezTo>
                    <a:pt x="705" y="141"/>
                    <a:pt x="520" y="109"/>
                    <a:pt x="455" y="90"/>
                  </a:cubicBezTo>
                  <a:cubicBezTo>
                    <a:pt x="366" y="64"/>
                    <a:pt x="276" y="13"/>
                    <a:pt x="186"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0"/>
            <p:cNvSpPr/>
            <p:nvPr/>
          </p:nvSpPr>
          <p:spPr>
            <a:xfrm>
              <a:off x="4626325" y="3148300"/>
              <a:ext cx="26150" cy="15950"/>
            </a:xfrm>
            <a:custGeom>
              <a:avLst/>
              <a:gdLst/>
              <a:ahLst/>
              <a:cxnLst/>
              <a:rect l="l" t="t" r="r" b="b"/>
              <a:pathLst>
                <a:path w="1046" h="638" extrusionOk="0">
                  <a:moveTo>
                    <a:pt x="162" y="1"/>
                  </a:moveTo>
                  <a:cubicBezTo>
                    <a:pt x="129" y="1"/>
                    <a:pt x="94" y="28"/>
                    <a:pt x="84" y="64"/>
                  </a:cubicBezTo>
                  <a:lnTo>
                    <a:pt x="20" y="243"/>
                  </a:lnTo>
                  <a:cubicBezTo>
                    <a:pt x="1" y="295"/>
                    <a:pt x="20" y="346"/>
                    <a:pt x="65" y="359"/>
                  </a:cubicBezTo>
                  <a:lnTo>
                    <a:pt x="853" y="634"/>
                  </a:lnTo>
                  <a:cubicBezTo>
                    <a:pt x="861" y="636"/>
                    <a:pt x="868" y="638"/>
                    <a:pt x="876" y="638"/>
                  </a:cubicBezTo>
                  <a:cubicBezTo>
                    <a:pt x="914" y="638"/>
                    <a:pt x="951" y="613"/>
                    <a:pt x="962" y="570"/>
                  </a:cubicBezTo>
                  <a:lnTo>
                    <a:pt x="1026" y="397"/>
                  </a:lnTo>
                  <a:cubicBezTo>
                    <a:pt x="1045" y="346"/>
                    <a:pt x="1019" y="295"/>
                    <a:pt x="981" y="275"/>
                  </a:cubicBezTo>
                  <a:lnTo>
                    <a:pt x="187" y="6"/>
                  </a:lnTo>
                  <a:cubicBezTo>
                    <a:pt x="179" y="2"/>
                    <a:pt x="170" y="1"/>
                    <a:pt x="162" y="1"/>
                  </a:cubicBezTo>
                  <a:close/>
                </a:path>
              </a:pathLst>
            </a:custGeom>
            <a:solidFill>
              <a:srgbClr val="7B5B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0"/>
            <p:cNvSpPr/>
            <p:nvPr/>
          </p:nvSpPr>
          <p:spPr>
            <a:xfrm>
              <a:off x="4568175" y="3166225"/>
              <a:ext cx="91025" cy="128350"/>
            </a:xfrm>
            <a:custGeom>
              <a:avLst/>
              <a:gdLst/>
              <a:ahLst/>
              <a:cxnLst/>
              <a:rect l="l" t="t" r="r" b="b"/>
              <a:pathLst>
                <a:path w="3641" h="5134" extrusionOk="0">
                  <a:moveTo>
                    <a:pt x="2201" y="0"/>
                  </a:moveTo>
                  <a:cubicBezTo>
                    <a:pt x="2089" y="0"/>
                    <a:pt x="1979" y="15"/>
                    <a:pt x="1878" y="45"/>
                  </a:cubicBezTo>
                  <a:cubicBezTo>
                    <a:pt x="1481" y="167"/>
                    <a:pt x="1481" y="718"/>
                    <a:pt x="1302" y="1026"/>
                  </a:cubicBezTo>
                  <a:lnTo>
                    <a:pt x="257" y="3781"/>
                  </a:lnTo>
                  <a:cubicBezTo>
                    <a:pt x="200" y="4050"/>
                    <a:pt x="1" y="4312"/>
                    <a:pt x="142" y="4601"/>
                  </a:cubicBezTo>
                  <a:cubicBezTo>
                    <a:pt x="289" y="4896"/>
                    <a:pt x="783" y="5043"/>
                    <a:pt x="1084" y="5094"/>
                  </a:cubicBezTo>
                  <a:cubicBezTo>
                    <a:pt x="1181" y="5116"/>
                    <a:pt x="1293" y="5133"/>
                    <a:pt x="1405" y="5133"/>
                  </a:cubicBezTo>
                  <a:cubicBezTo>
                    <a:pt x="1521" y="5133"/>
                    <a:pt x="1636" y="5114"/>
                    <a:pt x="1731" y="5062"/>
                  </a:cubicBezTo>
                  <a:cubicBezTo>
                    <a:pt x="1930" y="4940"/>
                    <a:pt x="3070" y="1987"/>
                    <a:pt x="3166" y="1788"/>
                  </a:cubicBezTo>
                  <a:cubicBezTo>
                    <a:pt x="3378" y="1359"/>
                    <a:pt x="3640" y="801"/>
                    <a:pt x="3243" y="411"/>
                  </a:cubicBezTo>
                  <a:cubicBezTo>
                    <a:pt x="2996" y="164"/>
                    <a:pt x="2581" y="0"/>
                    <a:pt x="2201"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0"/>
            <p:cNvSpPr/>
            <p:nvPr/>
          </p:nvSpPr>
          <p:spPr>
            <a:xfrm>
              <a:off x="4555375" y="3183800"/>
              <a:ext cx="29325" cy="26000"/>
            </a:xfrm>
            <a:custGeom>
              <a:avLst/>
              <a:gdLst/>
              <a:ahLst/>
              <a:cxnLst/>
              <a:rect l="l" t="t" r="r" b="b"/>
              <a:pathLst>
                <a:path w="1173" h="1040" extrusionOk="0">
                  <a:moveTo>
                    <a:pt x="500" y="1"/>
                  </a:moveTo>
                  <a:cubicBezTo>
                    <a:pt x="380" y="1"/>
                    <a:pt x="268" y="43"/>
                    <a:pt x="186" y="130"/>
                  </a:cubicBezTo>
                  <a:cubicBezTo>
                    <a:pt x="0" y="316"/>
                    <a:pt x="32" y="643"/>
                    <a:pt x="250" y="861"/>
                  </a:cubicBezTo>
                  <a:cubicBezTo>
                    <a:pt x="372" y="979"/>
                    <a:pt x="524" y="1039"/>
                    <a:pt x="668" y="1039"/>
                  </a:cubicBezTo>
                  <a:cubicBezTo>
                    <a:pt x="788" y="1039"/>
                    <a:pt x="902" y="997"/>
                    <a:pt x="987" y="912"/>
                  </a:cubicBezTo>
                  <a:cubicBezTo>
                    <a:pt x="1173" y="720"/>
                    <a:pt x="1141" y="393"/>
                    <a:pt x="917" y="182"/>
                  </a:cubicBezTo>
                  <a:cubicBezTo>
                    <a:pt x="798" y="63"/>
                    <a:pt x="644" y="1"/>
                    <a:pt x="500" y="1"/>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0"/>
            <p:cNvSpPr/>
            <p:nvPr/>
          </p:nvSpPr>
          <p:spPr>
            <a:xfrm>
              <a:off x="4560500" y="3192675"/>
              <a:ext cx="17975" cy="15900"/>
            </a:xfrm>
            <a:custGeom>
              <a:avLst/>
              <a:gdLst/>
              <a:ahLst/>
              <a:cxnLst/>
              <a:rect l="l" t="t" r="r" b="b"/>
              <a:pathLst>
                <a:path w="719" h="636" extrusionOk="0">
                  <a:moveTo>
                    <a:pt x="302" y="0"/>
                  </a:moveTo>
                  <a:cubicBezTo>
                    <a:pt x="229" y="0"/>
                    <a:pt x="161" y="25"/>
                    <a:pt x="109" y="77"/>
                  </a:cubicBezTo>
                  <a:cubicBezTo>
                    <a:pt x="0" y="192"/>
                    <a:pt x="20" y="391"/>
                    <a:pt x="161" y="525"/>
                  </a:cubicBezTo>
                  <a:cubicBezTo>
                    <a:pt x="234" y="598"/>
                    <a:pt x="326" y="636"/>
                    <a:pt x="414" y="636"/>
                  </a:cubicBezTo>
                  <a:cubicBezTo>
                    <a:pt x="487" y="636"/>
                    <a:pt x="557" y="610"/>
                    <a:pt x="609" y="557"/>
                  </a:cubicBezTo>
                  <a:cubicBezTo>
                    <a:pt x="718" y="448"/>
                    <a:pt x="699" y="243"/>
                    <a:pt x="564" y="109"/>
                  </a:cubicBezTo>
                  <a:cubicBezTo>
                    <a:pt x="486" y="38"/>
                    <a:pt x="391" y="0"/>
                    <a:pt x="302" y="0"/>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0"/>
            <p:cNvSpPr/>
            <p:nvPr/>
          </p:nvSpPr>
          <p:spPr>
            <a:xfrm>
              <a:off x="4545125" y="3200350"/>
              <a:ext cx="52725" cy="97950"/>
            </a:xfrm>
            <a:custGeom>
              <a:avLst/>
              <a:gdLst/>
              <a:ahLst/>
              <a:cxnLst/>
              <a:rect l="l" t="t" r="r" b="b"/>
              <a:pathLst>
                <a:path w="2109" h="3918" extrusionOk="0">
                  <a:moveTo>
                    <a:pt x="763" y="1"/>
                  </a:moveTo>
                  <a:cubicBezTo>
                    <a:pt x="535" y="1"/>
                    <a:pt x="306" y="60"/>
                    <a:pt x="193" y="250"/>
                  </a:cubicBezTo>
                  <a:cubicBezTo>
                    <a:pt x="103" y="430"/>
                    <a:pt x="96" y="635"/>
                    <a:pt x="77" y="808"/>
                  </a:cubicBezTo>
                  <a:cubicBezTo>
                    <a:pt x="77" y="808"/>
                    <a:pt x="0" y="2710"/>
                    <a:pt x="7" y="2819"/>
                  </a:cubicBezTo>
                  <a:cubicBezTo>
                    <a:pt x="32" y="3210"/>
                    <a:pt x="45" y="3492"/>
                    <a:pt x="366" y="3736"/>
                  </a:cubicBezTo>
                  <a:cubicBezTo>
                    <a:pt x="518" y="3851"/>
                    <a:pt x="784" y="3918"/>
                    <a:pt x="1044" y="3918"/>
                  </a:cubicBezTo>
                  <a:cubicBezTo>
                    <a:pt x="1288" y="3918"/>
                    <a:pt x="1527" y="3859"/>
                    <a:pt x="1660" y="3729"/>
                  </a:cubicBezTo>
                  <a:cubicBezTo>
                    <a:pt x="2108" y="3287"/>
                    <a:pt x="1769" y="1128"/>
                    <a:pt x="1737" y="692"/>
                  </a:cubicBezTo>
                  <a:cubicBezTo>
                    <a:pt x="1711" y="276"/>
                    <a:pt x="1404" y="84"/>
                    <a:pt x="1038" y="26"/>
                  </a:cubicBezTo>
                  <a:cubicBezTo>
                    <a:pt x="952" y="11"/>
                    <a:pt x="858" y="1"/>
                    <a:pt x="763" y="1"/>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0"/>
            <p:cNvSpPr/>
            <p:nvPr/>
          </p:nvSpPr>
          <p:spPr>
            <a:xfrm>
              <a:off x="4552650" y="3269375"/>
              <a:ext cx="32700" cy="14275"/>
            </a:xfrm>
            <a:custGeom>
              <a:avLst/>
              <a:gdLst/>
              <a:ahLst/>
              <a:cxnLst/>
              <a:rect l="l" t="t" r="r" b="b"/>
              <a:pathLst>
                <a:path w="1308" h="571" extrusionOk="0">
                  <a:moveTo>
                    <a:pt x="548" y="0"/>
                  </a:moveTo>
                  <a:cubicBezTo>
                    <a:pt x="325" y="0"/>
                    <a:pt x="111" y="82"/>
                    <a:pt x="1" y="263"/>
                  </a:cubicBezTo>
                  <a:cubicBezTo>
                    <a:pt x="126" y="151"/>
                    <a:pt x="309" y="99"/>
                    <a:pt x="499" y="99"/>
                  </a:cubicBezTo>
                  <a:cubicBezTo>
                    <a:pt x="842" y="99"/>
                    <a:pt x="1209" y="270"/>
                    <a:pt x="1308" y="571"/>
                  </a:cubicBezTo>
                  <a:cubicBezTo>
                    <a:pt x="1296" y="215"/>
                    <a:pt x="910" y="0"/>
                    <a:pt x="548" y="0"/>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0"/>
            <p:cNvSpPr/>
            <p:nvPr/>
          </p:nvSpPr>
          <p:spPr>
            <a:xfrm>
              <a:off x="4626500" y="3221450"/>
              <a:ext cx="18750" cy="41725"/>
            </a:xfrm>
            <a:custGeom>
              <a:avLst/>
              <a:gdLst/>
              <a:ahLst/>
              <a:cxnLst/>
              <a:rect l="l" t="t" r="r" b="b"/>
              <a:pathLst>
                <a:path w="750" h="1669" extrusionOk="0">
                  <a:moveTo>
                    <a:pt x="164" y="0"/>
                  </a:moveTo>
                  <a:cubicBezTo>
                    <a:pt x="148" y="0"/>
                    <a:pt x="132" y="3"/>
                    <a:pt x="115" y="8"/>
                  </a:cubicBezTo>
                  <a:cubicBezTo>
                    <a:pt x="39" y="28"/>
                    <a:pt x="0" y="111"/>
                    <a:pt x="19" y="188"/>
                  </a:cubicBezTo>
                  <a:lnTo>
                    <a:pt x="449" y="1565"/>
                  </a:lnTo>
                  <a:cubicBezTo>
                    <a:pt x="464" y="1627"/>
                    <a:pt x="522" y="1669"/>
                    <a:pt x="584" y="1669"/>
                  </a:cubicBezTo>
                  <a:cubicBezTo>
                    <a:pt x="598" y="1669"/>
                    <a:pt x="613" y="1666"/>
                    <a:pt x="628" y="1661"/>
                  </a:cubicBezTo>
                  <a:cubicBezTo>
                    <a:pt x="705" y="1642"/>
                    <a:pt x="750" y="1559"/>
                    <a:pt x="724" y="1482"/>
                  </a:cubicBezTo>
                  <a:lnTo>
                    <a:pt x="295" y="98"/>
                  </a:lnTo>
                  <a:cubicBezTo>
                    <a:pt x="280" y="37"/>
                    <a:pt x="224" y="0"/>
                    <a:pt x="164"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0"/>
            <p:cNvSpPr/>
            <p:nvPr/>
          </p:nvSpPr>
          <p:spPr>
            <a:xfrm>
              <a:off x="4631775" y="3199275"/>
              <a:ext cx="82850" cy="62375"/>
            </a:xfrm>
            <a:custGeom>
              <a:avLst/>
              <a:gdLst/>
              <a:ahLst/>
              <a:cxnLst/>
              <a:rect l="l" t="t" r="r" b="b"/>
              <a:pathLst>
                <a:path w="3314" h="2495" extrusionOk="0">
                  <a:moveTo>
                    <a:pt x="2641" y="1"/>
                  </a:moveTo>
                  <a:cubicBezTo>
                    <a:pt x="2617" y="1"/>
                    <a:pt x="2593" y="4"/>
                    <a:pt x="2570" y="11"/>
                  </a:cubicBezTo>
                  <a:lnTo>
                    <a:pt x="199" y="742"/>
                  </a:lnTo>
                  <a:cubicBezTo>
                    <a:pt x="71" y="780"/>
                    <a:pt x="1" y="921"/>
                    <a:pt x="39" y="1049"/>
                  </a:cubicBezTo>
                  <a:lnTo>
                    <a:pt x="430" y="2324"/>
                  </a:lnTo>
                  <a:cubicBezTo>
                    <a:pt x="461" y="2429"/>
                    <a:pt x="561" y="2495"/>
                    <a:pt x="666" y="2495"/>
                  </a:cubicBezTo>
                  <a:cubicBezTo>
                    <a:pt x="690" y="2495"/>
                    <a:pt x="714" y="2491"/>
                    <a:pt x="737" y="2484"/>
                  </a:cubicBezTo>
                  <a:lnTo>
                    <a:pt x="3108" y="1754"/>
                  </a:lnTo>
                  <a:cubicBezTo>
                    <a:pt x="3236" y="1715"/>
                    <a:pt x="3313" y="1575"/>
                    <a:pt x="3268" y="1446"/>
                  </a:cubicBezTo>
                  <a:lnTo>
                    <a:pt x="2877" y="178"/>
                  </a:lnTo>
                  <a:cubicBezTo>
                    <a:pt x="2846" y="68"/>
                    <a:pt x="2746" y="1"/>
                    <a:pt x="2641" y="1"/>
                  </a:cubicBezTo>
                  <a:close/>
                </a:path>
              </a:pathLst>
            </a:custGeom>
            <a:solidFill>
              <a:srgbClr val="D16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0"/>
            <p:cNvSpPr/>
            <p:nvPr/>
          </p:nvSpPr>
          <p:spPr>
            <a:xfrm>
              <a:off x="4699850" y="3198775"/>
              <a:ext cx="18775" cy="41825"/>
            </a:xfrm>
            <a:custGeom>
              <a:avLst/>
              <a:gdLst/>
              <a:ahLst/>
              <a:cxnLst/>
              <a:rect l="l" t="t" r="r" b="b"/>
              <a:pathLst>
                <a:path w="751" h="1673" extrusionOk="0">
                  <a:moveTo>
                    <a:pt x="159" y="1"/>
                  </a:moveTo>
                  <a:cubicBezTo>
                    <a:pt x="147" y="1"/>
                    <a:pt x="134" y="2"/>
                    <a:pt x="122" y="6"/>
                  </a:cubicBezTo>
                  <a:cubicBezTo>
                    <a:pt x="45" y="31"/>
                    <a:pt x="1" y="115"/>
                    <a:pt x="26" y="185"/>
                  </a:cubicBezTo>
                  <a:lnTo>
                    <a:pt x="449" y="1569"/>
                  </a:lnTo>
                  <a:cubicBezTo>
                    <a:pt x="470" y="1631"/>
                    <a:pt x="524" y="1672"/>
                    <a:pt x="585" y="1672"/>
                  </a:cubicBezTo>
                  <a:cubicBezTo>
                    <a:pt x="599" y="1672"/>
                    <a:pt x="614" y="1670"/>
                    <a:pt x="629" y="1665"/>
                  </a:cubicBezTo>
                  <a:cubicBezTo>
                    <a:pt x="705" y="1639"/>
                    <a:pt x="750" y="1562"/>
                    <a:pt x="725" y="1486"/>
                  </a:cubicBezTo>
                  <a:lnTo>
                    <a:pt x="302" y="102"/>
                  </a:lnTo>
                  <a:cubicBezTo>
                    <a:pt x="281" y="38"/>
                    <a:pt x="220" y="1"/>
                    <a:pt x="159"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0"/>
            <p:cNvSpPr/>
            <p:nvPr/>
          </p:nvSpPr>
          <p:spPr>
            <a:xfrm>
              <a:off x="4728675" y="3249000"/>
              <a:ext cx="28075" cy="27400"/>
            </a:xfrm>
            <a:custGeom>
              <a:avLst/>
              <a:gdLst/>
              <a:ahLst/>
              <a:cxnLst/>
              <a:rect l="l" t="t" r="r" b="b"/>
              <a:pathLst>
                <a:path w="1123" h="1096" extrusionOk="0">
                  <a:moveTo>
                    <a:pt x="623" y="1"/>
                  </a:moveTo>
                  <a:cubicBezTo>
                    <a:pt x="424" y="1"/>
                    <a:pt x="224" y="135"/>
                    <a:pt x="129" y="354"/>
                  </a:cubicBezTo>
                  <a:cubicBezTo>
                    <a:pt x="1" y="643"/>
                    <a:pt x="97" y="957"/>
                    <a:pt x="340" y="1059"/>
                  </a:cubicBezTo>
                  <a:cubicBezTo>
                    <a:pt x="394" y="1084"/>
                    <a:pt x="450" y="1095"/>
                    <a:pt x="506" y="1095"/>
                  </a:cubicBezTo>
                  <a:cubicBezTo>
                    <a:pt x="701" y="1095"/>
                    <a:pt x="901" y="957"/>
                    <a:pt x="1000" y="739"/>
                  </a:cubicBezTo>
                  <a:cubicBezTo>
                    <a:pt x="1122" y="457"/>
                    <a:pt x="1026" y="143"/>
                    <a:pt x="789" y="34"/>
                  </a:cubicBezTo>
                  <a:cubicBezTo>
                    <a:pt x="735" y="11"/>
                    <a:pt x="679" y="1"/>
                    <a:pt x="623"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0"/>
            <p:cNvSpPr/>
            <p:nvPr/>
          </p:nvSpPr>
          <p:spPr>
            <a:xfrm>
              <a:off x="4732200" y="3250925"/>
              <a:ext cx="17175" cy="16925"/>
            </a:xfrm>
            <a:custGeom>
              <a:avLst/>
              <a:gdLst/>
              <a:ahLst/>
              <a:cxnLst/>
              <a:rect l="l" t="t" r="r" b="b"/>
              <a:pathLst>
                <a:path w="687" h="677" extrusionOk="0">
                  <a:moveTo>
                    <a:pt x="381" y="0"/>
                  </a:moveTo>
                  <a:cubicBezTo>
                    <a:pt x="260" y="0"/>
                    <a:pt x="138" y="85"/>
                    <a:pt x="78" y="220"/>
                  </a:cubicBezTo>
                  <a:cubicBezTo>
                    <a:pt x="1" y="399"/>
                    <a:pt x="59" y="591"/>
                    <a:pt x="206" y="655"/>
                  </a:cubicBezTo>
                  <a:cubicBezTo>
                    <a:pt x="238" y="669"/>
                    <a:pt x="272" y="676"/>
                    <a:pt x="306" y="676"/>
                  </a:cubicBezTo>
                  <a:cubicBezTo>
                    <a:pt x="427" y="676"/>
                    <a:pt x="549" y="591"/>
                    <a:pt x="610" y="450"/>
                  </a:cubicBezTo>
                  <a:cubicBezTo>
                    <a:pt x="686" y="277"/>
                    <a:pt x="629" y="85"/>
                    <a:pt x="481" y="21"/>
                  </a:cubicBezTo>
                  <a:cubicBezTo>
                    <a:pt x="449" y="7"/>
                    <a:pt x="415" y="0"/>
                    <a:pt x="381"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0"/>
            <p:cNvSpPr/>
            <p:nvPr/>
          </p:nvSpPr>
          <p:spPr>
            <a:xfrm>
              <a:off x="4686725" y="3165825"/>
              <a:ext cx="68725" cy="97575"/>
            </a:xfrm>
            <a:custGeom>
              <a:avLst/>
              <a:gdLst/>
              <a:ahLst/>
              <a:cxnLst/>
              <a:rect l="l" t="t" r="r" b="b"/>
              <a:pathLst>
                <a:path w="2749" h="3903" extrusionOk="0">
                  <a:moveTo>
                    <a:pt x="1196" y="0"/>
                  </a:moveTo>
                  <a:cubicBezTo>
                    <a:pt x="836" y="0"/>
                    <a:pt x="358" y="252"/>
                    <a:pt x="199" y="516"/>
                  </a:cubicBezTo>
                  <a:cubicBezTo>
                    <a:pt x="0" y="862"/>
                    <a:pt x="90" y="1131"/>
                    <a:pt x="212" y="1503"/>
                  </a:cubicBezTo>
                  <a:cubicBezTo>
                    <a:pt x="250" y="1605"/>
                    <a:pt x="1032" y="3335"/>
                    <a:pt x="1032" y="3335"/>
                  </a:cubicBezTo>
                  <a:cubicBezTo>
                    <a:pt x="1115" y="3489"/>
                    <a:pt x="1205" y="3681"/>
                    <a:pt x="1346" y="3810"/>
                  </a:cubicBezTo>
                  <a:cubicBezTo>
                    <a:pt x="1432" y="3876"/>
                    <a:pt x="1532" y="3903"/>
                    <a:pt x="1637" y="3903"/>
                  </a:cubicBezTo>
                  <a:cubicBezTo>
                    <a:pt x="1835" y="3903"/>
                    <a:pt x="2049" y="3808"/>
                    <a:pt x="2217" y="3707"/>
                  </a:cubicBezTo>
                  <a:cubicBezTo>
                    <a:pt x="2537" y="3508"/>
                    <a:pt x="2749" y="3214"/>
                    <a:pt x="2614" y="2823"/>
                  </a:cubicBezTo>
                  <a:cubicBezTo>
                    <a:pt x="2480" y="2413"/>
                    <a:pt x="1986" y="279"/>
                    <a:pt x="1403" y="36"/>
                  </a:cubicBezTo>
                  <a:cubicBezTo>
                    <a:pt x="1342" y="11"/>
                    <a:pt x="1272" y="0"/>
                    <a:pt x="1196"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0"/>
            <p:cNvSpPr/>
            <p:nvPr/>
          </p:nvSpPr>
          <p:spPr>
            <a:xfrm>
              <a:off x="4696975" y="3176475"/>
              <a:ext cx="31350" cy="21825"/>
            </a:xfrm>
            <a:custGeom>
              <a:avLst/>
              <a:gdLst/>
              <a:ahLst/>
              <a:cxnLst/>
              <a:rect l="l" t="t" r="r" b="b"/>
              <a:pathLst>
                <a:path w="1254" h="873" extrusionOk="0">
                  <a:moveTo>
                    <a:pt x="1096" y="1"/>
                  </a:moveTo>
                  <a:lnTo>
                    <a:pt x="1096" y="1"/>
                  </a:lnTo>
                  <a:cubicBezTo>
                    <a:pt x="1123" y="419"/>
                    <a:pt x="621" y="809"/>
                    <a:pt x="199" y="809"/>
                  </a:cubicBezTo>
                  <a:cubicBezTo>
                    <a:pt x="130" y="809"/>
                    <a:pt x="63" y="798"/>
                    <a:pt x="0" y="776"/>
                  </a:cubicBezTo>
                  <a:lnTo>
                    <a:pt x="0" y="776"/>
                  </a:lnTo>
                  <a:cubicBezTo>
                    <a:pt x="91" y="843"/>
                    <a:pt x="199" y="872"/>
                    <a:pt x="311" y="872"/>
                  </a:cubicBezTo>
                  <a:cubicBezTo>
                    <a:pt x="748" y="872"/>
                    <a:pt x="1254" y="428"/>
                    <a:pt x="1096"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0"/>
            <p:cNvSpPr/>
            <p:nvPr/>
          </p:nvSpPr>
          <p:spPr>
            <a:xfrm>
              <a:off x="4751600" y="3189025"/>
              <a:ext cx="42950" cy="15950"/>
            </a:xfrm>
            <a:custGeom>
              <a:avLst/>
              <a:gdLst/>
              <a:ahLst/>
              <a:cxnLst/>
              <a:rect l="l" t="t" r="r" b="b"/>
              <a:pathLst>
                <a:path w="1718" h="638" extrusionOk="0">
                  <a:moveTo>
                    <a:pt x="157" y="0"/>
                  </a:moveTo>
                  <a:cubicBezTo>
                    <a:pt x="93" y="0"/>
                    <a:pt x="36" y="42"/>
                    <a:pt x="19" y="107"/>
                  </a:cubicBezTo>
                  <a:cubicBezTo>
                    <a:pt x="0" y="184"/>
                    <a:pt x="45" y="267"/>
                    <a:pt x="122" y="287"/>
                  </a:cubicBezTo>
                  <a:lnTo>
                    <a:pt x="1525" y="633"/>
                  </a:lnTo>
                  <a:cubicBezTo>
                    <a:pt x="1537" y="636"/>
                    <a:pt x="1549" y="637"/>
                    <a:pt x="1561" y="637"/>
                  </a:cubicBezTo>
                  <a:cubicBezTo>
                    <a:pt x="1624" y="637"/>
                    <a:pt x="1682" y="595"/>
                    <a:pt x="1698" y="530"/>
                  </a:cubicBezTo>
                  <a:cubicBezTo>
                    <a:pt x="1717" y="453"/>
                    <a:pt x="1672" y="376"/>
                    <a:pt x="1595" y="357"/>
                  </a:cubicBezTo>
                  <a:lnTo>
                    <a:pt x="192" y="5"/>
                  </a:lnTo>
                  <a:cubicBezTo>
                    <a:pt x="180" y="2"/>
                    <a:pt x="168" y="0"/>
                    <a:pt x="157"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0"/>
            <p:cNvSpPr/>
            <p:nvPr/>
          </p:nvSpPr>
          <p:spPr>
            <a:xfrm>
              <a:off x="4733500" y="3194875"/>
              <a:ext cx="60875" cy="80475"/>
            </a:xfrm>
            <a:custGeom>
              <a:avLst/>
              <a:gdLst/>
              <a:ahLst/>
              <a:cxnLst/>
              <a:rect l="l" t="t" r="r" b="b"/>
              <a:pathLst>
                <a:path w="2435" h="3219" extrusionOk="0">
                  <a:moveTo>
                    <a:pt x="868" y="1"/>
                  </a:moveTo>
                  <a:cubicBezTo>
                    <a:pt x="758" y="1"/>
                    <a:pt x="661" y="73"/>
                    <a:pt x="628" y="187"/>
                  </a:cubicBezTo>
                  <a:lnTo>
                    <a:pt x="32" y="2590"/>
                  </a:lnTo>
                  <a:cubicBezTo>
                    <a:pt x="0" y="2724"/>
                    <a:pt x="77" y="2853"/>
                    <a:pt x="212" y="2891"/>
                  </a:cubicBezTo>
                  <a:lnTo>
                    <a:pt x="1499" y="3211"/>
                  </a:lnTo>
                  <a:cubicBezTo>
                    <a:pt x="1520" y="3216"/>
                    <a:pt x="1540" y="3219"/>
                    <a:pt x="1561" y="3219"/>
                  </a:cubicBezTo>
                  <a:cubicBezTo>
                    <a:pt x="1673" y="3219"/>
                    <a:pt x="1773" y="3146"/>
                    <a:pt x="1801" y="3032"/>
                  </a:cubicBezTo>
                  <a:lnTo>
                    <a:pt x="2403" y="629"/>
                  </a:lnTo>
                  <a:cubicBezTo>
                    <a:pt x="2435" y="495"/>
                    <a:pt x="2352" y="360"/>
                    <a:pt x="2223" y="328"/>
                  </a:cubicBezTo>
                  <a:lnTo>
                    <a:pt x="929" y="8"/>
                  </a:lnTo>
                  <a:cubicBezTo>
                    <a:pt x="909" y="3"/>
                    <a:pt x="888" y="1"/>
                    <a:pt x="868" y="1"/>
                  </a:cubicBezTo>
                  <a:close/>
                </a:path>
              </a:pathLst>
            </a:custGeom>
            <a:solidFill>
              <a:srgbClr val="FA74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0"/>
            <p:cNvSpPr/>
            <p:nvPr/>
          </p:nvSpPr>
          <p:spPr>
            <a:xfrm>
              <a:off x="4733000" y="3263500"/>
              <a:ext cx="42950" cy="16100"/>
            </a:xfrm>
            <a:custGeom>
              <a:avLst/>
              <a:gdLst/>
              <a:ahLst/>
              <a:cxnLst/>
              <a:rect l="l" t="t" r="r" b="b"/>
              <a:pathLst>
                <a:path w="1718" h="644" extrusionOk="0">
                  <a:moveTo>
                    <a:pt x="160" y="1"/>
                  </a:moveTo>
                  <a:cubicBezTo>
                    <a:pt x="95" y="1"/>
                    <a:pt x="37" y="48"/>
                    <a:pt x="20" y="114"/>
                  </a:cubicBezTo>
                  <a:cubicBezTo>
                    <a:pt x="1" y="191"/>
                    <a:pt x="46" y="268"/>
                    <a:pt x="123" y="287"/>
                  </a:cubicBezTo>
                  <a:lnTo>
                    <a:pt x="1526" y="639"/>
                  </a:lnTo>
                  <a:cubicBezTo>
                    <a:pt x="1537" y="642"/>
                    <a:pt x="1548" y="643"/>
                    <a:pt x="1559" y="643"/>
                  </a:cubicBezTo>
                  <a:cubicBezTo>
                    <a:pt x="1623" y="643"/>
                    <a:pt x="1682" y="596"/>
                    <a:pt x="1699" y="530"/>
                  </a:cubicBezTo>
                  <a:cubicBezTo>
                    <a:pt x="1718" y="454"/>
                    <a:pt x="1673" y="377"/>
                    <a:pt x="1596" y="357"/>
                  </a:cubicBezTo>
                  <a:lnTo>
                    <a:pt x="193" y="5"/>
                  </a:lnTo>
                  <a:cubicBezTo>
                    <a:pt x="182" y="2"/>
                    <a:pt x="171" y="1"/>
                    <a:pt x="16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0"/>
            <p:cNvSpPr/>
            <p:nvPr/>
          </p:nvSpPr>
          <p:spPr>
            <a:xfrm>
              <a:off x="4496063" y="3251463"/>
              <a:ext cx="293400" cy="486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0"/>
            <p:cNvSpPr/>
            <p:nvPr/>
          </p:nvSpPr>
          <p:spPr>
            <a:xfrm>
              <a:off x="4490650" y="3232350"/>
              <a:ext cx="299400" cy="213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0" name="Google Shape;800;p40"/>
          <p:cNvSpPr/>
          <p:nvPr/>
        </p:nvSpPr>
        <p:spPr>
          <a:xfrm>
            <a:off x="371063" y="1123875"/>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0"/>
          <p:cNvSpPr/>
          <p:nvPr/>
        </p:nvSpPr>
        <p:spPr>
          <a:xfrm flipH="1">
            <a:off x="7546657" y="539488"/>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0"/>
          <p:cNvSpPr/>
          <p:nvPr/>
        </p:nvSpPr>
        <p:spPr>
          <a:xfrm>
            <a:off x="6346206" y="432763"/>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568"/>
        <p:cNvGrpSpPr/>
        <p:nvPr/>
      </p:nvGrpSpPr>
      <p:grpSpPr>
        <a:xfrm>
          <a:off x="0" y="0"/>
          <a:ext cx="0" cy="0"/>
          <a:chOff x="0" y="0"/>
          <a:chExt cx="0" cy="0"/>
        </a:xfrm>
      </p:grpSpPr>
      <p:sp>
        <p:nvSpPr>
          <p:cNvPr id="569" name="Google Shape;569;p33"/>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70" name="Google Shape;570;p33"/>
          <p:cNvSpPr/>
          <p:nvPr/>
        </p:nvSpPr>
        <p:spPr>
          <a:xfrm>
            <a:off x="-4708300" y="4272794"/>
            <a:ext cx="9250295" cy="414732"/>
          </a:xfrm>
          <a:custGeom>
            <a:avLst/>
            <a:gdLst/>
            <a:ahLst/>
            <a:cxnLst/>
            <a:rect l="l" t="t" r="r" b="b"/>
            <a:pathLst>
              <a:path w="160477" h="18200" extrusionOk="0">
                <a:moveTo>
                  <a:pt x="67304" y="1"/>
                </a:moveTo>
                <a:cubicBezTo>
                  <a:pt x="66339" y="1"/>
                  <a:pt x="65293" y="32"/>
                  <a:pt x="64150" y="100"/>
                </a:cubicBezTo>
                <a:cubicBezTo>
                  <a:pt x="46921" y="1131"/>
                  <a:pt x="45100" y="9539"/>
                  <a:pt x="34344" y="10925"/>
                </a:cubicBezTo>
                <a:cubicBezTo>
                  <a:pt x="32827" y="11121"/>
                  <a:pt x="31450" y="11202"/>
                  <a:pt x="30170" y="11202"/>
                </a:cubicBezTo>
                <a:cubicBezTo>
                  <a:pt x="23994" y="11202"/>
                  <a:pt x="20083" y="9316"/>
                  <a:pt x="13716" y="9316"/>
                </a:cubicBezTo>
                <a:cubicBezTo>
                  <a:pt x="13130" y="9316"/>
                  <a:pt x="12523" y="9332"/>
                  <a:pt x="11891" y="9367"/>
                </a:cubicBezTo>
                <a:cubicBezTo>
                  <a:pt x="2968" y="9871"/>
                  <a:pt x="1" y="18199"/>
                  <a:pt x="1" y="18199"/>
                </a:cubicBezTo>
                <a:lnTo>
                  <a:pt x="160477" y="18199"/>
                </a:lnTo>
                <a:cubicBezTo>
                  <a:pt x="160477" y="18199"/>
                  <a:pt x="159987" y="2886"/>
                  <a:pt x="139141" y="2886"/>
                </a:cubicBezTo>
                <a:cubicBezTo>
                  <a:pt x="138359" y="2886"/>
                  <a:pt x="137548" y="2908"/>
                  <a:pt x="136707" y="2952"/>
                </a:cubicBezTo>
                <a:cubicBezTo>
                  <a:pt x="124551" y="3589"/>
                  <a:pt x="118544" y="7894"/>
                  <a:pt x="105587" y="7894"/>
                </a:cubicBezTo>
                <a:cubicBezTo>
                  <a:pt x="104320" y="7894"/>
                  <a:pt x="102986" y="7853"/>
                  <a:pt x="101574" y="7763"/>
                </a:cubicBezTo>
                <a:cubicBezTo>
                  <a:pt x="78332" y="6309"/>
                  <a:pt x="80896" y="1"/>
                  <a:pt x="67304" y="1"/>
                </a:cubicBezTo>
                <a:close/>
              </a:path>
            </a:pathLst>
          </a:custGeom>
          <a:solidFill>
            <a:srgbClr val="D8EC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3"/>
          <p:cNvSpPr/>
          <p:nvPr/>
        </p:nvSpPr>
        <p:spPr>
          <a:xfrm>
            <a:off x="-147526" y="4564715"/>
            <a:ext cx="9291583" cy="1330581"/>
          </a:xfrm>
          <a:custGeom>
            <a:avLst/>
            <a:gdLst/>
            <a:ahLst/>
            <a:cxnLst/>
            <a:rect l="l" t="t" r="r" b="b"/>
            <a:pathLst>
              <a:path w="206951" h="45455" extrusionOk="0">
                <a:moveTo>
                  <a:pt x="0" y="1"/>
                </a:moveTo>
                <a:lnTo>
                  <a:pt x="0" y="45455"/>
                </a:lnTo>
                <a:lnTo>
                  <a:pt x="206950" y="45455"/>
                </a:lnTo>
                <a:lnTo>
                  <a:pt x="206950" y="1"/>
                </a:ln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3"/>
          <p:cNvSpPr/>
          <p:nvPr/>
        </p:nvSpPr>
        <p:spPr>
          <a:xfrm>
            <a:off x="-390050" y="4460025"/>
            <a:ext cx="9602886" cy="325018"/>
          </a:xfrm>
          <a:custGeom>
            <a:avLst/>
            <a:gdLst/>
            <a:ahLst/>
            <a:cxnLst/>
            <a:rect l="l" t="t" r="r" b="b"/>
            <a:pathLst>
              <a:path w="227032" h="16090" extrusionOk="0">
                <a:moveTo>
                  <a:pt x="64375" y="0"/>
                </a:moveTo>
                <a:cubicBezTo>
                  <a:pt x="44700" y="0"/>
                  <a:pt x="25026" y="1237"/>
                  <a:pt x="5511" y="3707"/>
                </a:cubicBezTo>
                <a:lnTo>
                  <a:pt x="1" y="15609"/>
                </a:lnTo>
                <a:cubicBezTo>
                  <a:pt x="12238" y="13149"/>
                  <a:pt x="24646" y="12384"/>
                  <a:pt x="37121" y="12384"/>
                </a:cubicBezTo>
                <a:cubicBezTo>
                  <a:pt x="52998" y="12384"/>
                  <a:pt x="68984" y="13624"/>
                  <a:pt x="84861" y="14188"/>
                </a:cubicBezTo>
                <a:cubicBezTo>
                  <a:pt x="93345" y="14492"/>
                  <a:pt x="101835" y="14600"/>
                  <a:pt x="110329" y="14600"/>
                </a:cubicBezTo>
                <a:cubicBezTo>
                  <a:pt x="131652" y="14600"/>
                  <a:pt x="152995" y="13916"/>
                  <a:pt x="174304" y="13916"/>
                </a:cubicBezTo>
                <a:cubicBezTo>
                  <a:pt x="191914" y="13916"/>
                  <a:pt x="209501" y="14383"/>
                  <a:pt x="227032" y="16090"/>
                </a:cubicBezTo>
                <a:lnTo>
                  <a:pt x="226287" y="6067"/>
                </a:lnTo>
                <a:cubicBezTo>
                  <a:pt x="211071" y="3428"/>
                  <a:pt x="195625" y="2091"/>
                  <a:pt x="180177" y="2091"/>
                </a:cubicBezTo>
                <a:cubicBezTo>
                  <a:pt x="178727" y="2091"/>
                  <a:pt x="177277" y="2102"/>
                  <a:pt x="175827" y="2126"/>
                </a:cubicBezTo>
                <a:cubicBezTo>
                  <a:pt x="162280" y="2346"/>
                  <a:pt x="148742" y="3587"/>
                  <a:pt x="135198" y="3587"/>
                </a:cubicBezTo>
                <a:cubicBezTo>
                  <a:pt x="133223" y="3587"/>
                  <a:pt x="131248" y="3560"/>
                  <a:pt x="129273" y="3501"/>
                </a:cubicBezTo>
                <a:cubicBezTo>
                  <a:pt x="120051" y="3226"/>
                  <a:pt x="110864" y="2218"/>
                  <a:pt x="101666" y="1485"/>
                </a:cubicBezTo>
                <a:cubicBezTo>
                  <a:pt x="89262" y="495"/>
                  <a:pt x="76818" y="0"/>
                  <a:pt x="64375" y="0"/>
                </a:cubicBezTo>
                <a:close/>
              </a:path>
            </a:pathLst>
          </a:custGeom>
          <a:solidFill>
            <a:srgbClr val="9FD9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3"/>
          <p:cNvSpPr/>
          <p:nvPr/>
        </p:nvSpPr>
        <p:spPr>
          <a:xfrm>
            <a:off x="-390050" y="4637730"/>
            <a:ext cx="9602886" cy="147319"/>
          </a:xfrm>
          <a:custGeom>
            <a:avLst/>
            <a:gdLst/>
            <a:ahLst/>
            <a:cxnLst/>
            <a:rect l="l" t="t" r="r" b="b"/>
            <a:pathLst>
              <a:path w="227032" h="7293" extrusionOk="0">
                <a:moveTo>
                  <a:pt x="37319" y="0"/>
                </a:moveTo>
                <a:cubicBezTo>
                  <a:pt x="25388" y="0"/>
                  <a:pt x="13517" y="701"/>
                  <a:pt x="1799" y="2917"/>
                </a:cubicBezTo>
                <a:lnTo>
                  <a:pt x="1" y="6812"/>
                </a:lnTo>
                <a:cubicBezTo>
                  <a:pt x="12238" y="4352"/>
                  <a:pt x="24646" y="3587"/>
                  <a:pt x="37121" y="3587"/>
                </a:cubicBezTo>
                <a:cubicBezTo>
                  <a:pt x="52998" y="3587"/>
                  <a:pt x="68984" y="4827"/>
                  <a:pt x="84861" y="5391"/>
                </a:cubicBezTo>
                <a:cubicBezTo>
                  <a:pt x="93345" y="5695"/>
                  <a:pt x="101835" y="5803"/>
                  <a:pt x="110329" y="5803"/>
                </a:cubicBezTo>
                <a:cubicBezTo>
                  <a:pt x="131652" y="5803"/>
                  <a:pt x="152995" y="5119"/>
                  <a:pt x="174304" y="5119"/>
                </a:cubicBezTo>
                <a:cubicBezTo>
                  <a:pt x="191914" y="5119"/>
                  <a:pt x="209501" y="5586"/>
                  <a:pt x="227032" y="7293"/>
                </a:cubicBezTo>
                <a:lnTo>
                  <a:pt x="226757" y="3650"/>
                </a:lnTo>
                <a:cubicBezTo>
                  <a:pt x="209410" y="1985"/>
                  <a:pt x="192009" y="1527"/>
                  <a:pt x="174584" y="1527"/>
                </a:cubicBezTo>
                <a:cubicBezTo>
                  <a:pt x="153229" y="1527"/>
                  <a:pt x="131838" y="2215"/>
                  <a:pt x="110467" y="2215"/>
                </a:cubicBezTo>
                <a:cubicBezTo>
                  <a:pt x="102004" y="2215"/>
                  <a:pt x="93544" y="2107"/>
                  <a:pt x="85090" y="1806"/>
                </a:cubicBezTo>
                <a:cubicBezTo>
                  <a:pt x="69205" y="1243"/>
                  <a:pt x="53209" y="0"/>
                  <a:pt x="37319" y="0"/>
                </a:cubicBezTo>
                <a:close/>
              </a:path>
            </a:pathLst>
          </a:custGeom>
          <a:solidFill>
            <a:srgbClr val="CC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4" name="Google Shape;574;p33"/>
          <p:cNvGrpSpPr/>
          <p:nvPr/>
        </p:nvGrpSpPr>
        <p:grpSpPr>
          <a:xfrm flipH="1">
            <a:off x="210430" y="4112403"/>
            <a:ext cx="475643" cy="842830"/>
            <a:chOff x="3576150" y="2917025"/>
            <a:chExt cx="266975" cy="473075"/>
          </a:xfrm>
        </p:grpSpPr>
        <p:sp>
          <p:nvSpPr>
            <p:cNvPr id="575" name="Google Shape;575;p33"/>
            <p:cNvSpPr/>
            <p:nvPr/>
          </p:nvSpPr>
          <p:spPr>
            <a:xfrm>
              <a:off x="3630650" y="2917025"/>
              <a:ext cx="190050" cy="436050"/>
            </a:xfrm>
            <a:custGeom>
              <a:avLst/>
              <a:gdLst/>
              <a:ahLst/>
              <a:cxnLst/>
              <a:rect l="l" t="t" r="r" b="b"/>
              <a:pathLst>
                <a:path w="7602" h="17442" extrusionOk="0">
                  <a:moveTo>
                    <a:pt x="6984" y="1"/>
                  </a:moveTo>
                  <a:cubicBezTo>
                    <a:pt x="6184" y="1"/>
                    <a:pt x="4435" y="782"/>
                    <a:pt x="3658" y="1434"/>
                  </a:cubicBezTo>
                  <a:cubicBezTo>
                    <a:pt x="2415" y="2478"/>
                    <a:pt x="3587" y="4576"/>
                    <a:pt x="2415" y="6135"/>
                  </a:cubicBezTo>
                  <a:cubicBezTo>
                    <a:pt x="1243" y="7705"/>
                    <a:pt x="1044" y="8163"/>
                    <a:pt x="1888" y="9862"/>
                  </a:cubicBezTo>
                  <a:cubicBezTo>
                    <a:pt x="2743" y="11562"/>
                    <a:pt x="2216" y="11304"/>
                    <a:pt x="1102" y="13261"/>
                  </a:cubicBezTo>
                  <a:cubicBezTo>
                    <a:pt x="0" y="15231"/>
                    <a:pt x="2286" y="17317"/>
                    <a:pt x="2286" y="17317"/>
                  </a:cubicBezTo>
                  <a:cubicBezTo>
                    <a:pt x="2286" y="17317"/>
                    <a:pt x="2558" y="17442"/>
                    <a:pt x="2914" y="17442"/>
                  </a:cubicBezTo>
                  <a:cubicBezTo>
                    <a:pt x="3374" y="17442"/>
                    <a:pt x="3977" y="17233"/>
                    <a:pt x="4314" y="16274"/>
                  </a:cubicBezTo>
                  <a:cubicBezTo>
                    <a:pt x="4900" y="14574"/>
                    <a:pt x="3200" y="12546"/>
                    <a:pt x="5029" y="11562"/>
                  </a:cubicBezTo>
                  <a:cubicBezTo>
                    <a:pt x="6858" y="10589"/>
                    <a:pt x="5486" y="8104"/>
                    <a:pt x="4771" y="5619"/>
                  </a:cubicBezTo>
                  <a:cubicBezTo>
                    <a:pt x="4044" y="3134"/>
                    <a:pt x="5357" y="3064"/>
                    <a:pt x="6986" y="1036"/>
                  </a:cubicBezTo>
                  <a:cubicBezTo>
                    <a:pt x="7601" y="281"/>
                    <a:pt x="7463" y="1"/>
                    <a:pt x="6984" y="1"/>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3"/>
            <p:cNvSpPr/>
            <p:nvPr/>
          </p:nvSpPr>
          <p:spPr>
            <a:xfrm>
              <a:off x="3676350" y="2990375"/>
              <a:ext cx="166775" cy="397100"/>
            </a:xfrm>
            <a:custGeom>
              <a:avLst/>
              <a:gdLst/>
              <a:ahLst/>
              <a:cxnLst/>
              <a:rect l="l" t="t" r="r" b="b"/>
              <a:pathLst>
                <a:path w="6671" h="15884" fill="none" extrusionOk="0">
                  <a:moveTo>
                    <a:pt x="2158" y="13340"/>
                  </a:moveTo>
                  <a:cubicBezTo>
                    <a:pt x="2369" y="13094"/>
                    <a:pt x="2416" y="11769"/>
                    <a:pt x="3400" y="11054"/>
                  </a:cubicBezTo>
                  <a:cubicBezTo>
                    <a:pt x="4373" y="10327"/>
                    <a:pt x="4443" y="10269"/>
                    <a:pt x="4514" y="8499"/>
                  </a:cubicBezTo>
                  <a:cubicBezTo>
                    <a:pt x="4572" y="6741"/>
                    <a:pt x="5616" y="5756"/>
                    <a:pt x="6143" y="3799"/>
                  </a:cubicBezTo>
                  <a:cubicBezTo>
                    <a:pt x="6671" y="1829"/>
                    <a:pt x="5885" y="1"/>
                    <a:pt x="4901" y="1501"/>
                  </a:cubicBezTo>
                  <a:cubicBezTo>
                    <a:pt x="3916" y="3013"/>
                    <a:pt x="3728" y="3142"/>
                    <a:pt x="3529" y="4971"/>
                  </a:cubicBezTo>
                  <a:cubicBezTo>
                    <a:pt x="3330" y="6799"/>
                    <a:pt x="2814" y="5955"/>
                    <a:pt x="1958" y="8112"/>
                  </a:cubicBezTo>
                  <a:cubicBezTo>
                    <a:pt x="1114" y="10269"/>
                    <a:pt x="1" y="15883"/>
                    <a:pt x="2158" y="13340"/>
                  </a:cubicBezTo>
                  <a:close/>
                </a:path>
              </a:pathLst>
            </a:custGeom>
            <a:noFill/>
            <a:ln w="4400" cap="flat" cmpd="sng">
              <a:solidFill>
                <a:srgbClr val="34828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3"/>
            <p:cNvSpPr/>
            <p:nvPr/>
          </p:nvSpPr>
          <p:spPr>
            <a:xfrm>
              <a:off x="3576150" y="3293075"/>
              <a:ext cx="247625" cy="97025"/>
            </a:xfrm>
            <a:custGeom>
              <a:avLst/>
              <a:gdLst/>
              <a:ahLst/>
              <a:cxnLst/>
              <a:rect l="l" t="t" r="r" b="b"/>
              <a:pathLst>
                <a:path w="9905" h="3881" extrusionOk="0">
                  <a:moveTo>
                    <a:pt x="6792" y="0"/>
                  </a:moveTo>
                  <a:cubicBezTo>
                    <a:pt x="6177" y="0"/>
                    <a:pt x="5596" y="274"/>
                    <a:pt x="5069" y="695"/>
                  </a:cubicBezTo>
                  <a:lnTo>
                    <a:pt x="5069" y="695"/>
                  </a:lnTo>
                  <a:lnTo>
                    <a:pt x="5087" y="669"/>
                  </a:lnTo>
                  <a:cubicBezTo>
                    <a:pt x="4877" y="624"/>
                    <a:pt x="4670" y="603"/>
                    <a:pt x="4467" y="603"/>
                  </a:cubicBezTo>
                  <a:cubicBezTo>
                    <a:pt x="2489" y="603"/>
                    <a:pt x="840" y="2583"/>
                    <a:pt x="0" y="3869"/>
                  </a:cubicBezTo>
                  <a:lnTo>
                    <a:pt x="2747" y="3850"/>
                  </a:lnTo>
                  <a:lnTo>
                    <a:pt x="2747" y="3850"/>
                  </a:lnTo>
                  <a:cubicBezTo>
                    <a:pt x="2742" y="3860"/>
                    <a:pt x="2736" y="3871"/>
                    <a:pt x="2731" y="3881"/>
                  </a:cubicBezTo>
                  <a:lnTo>
                    <a:pt x="2754" y="3850"/>
                  </a:lnTo>
                  <a:lnTo>
                    <a:pt x="2754" y="3850"/>
                  </a:lnTo>
                  <a:lnTo>
                    <a:pt x="9905" y="3799"/>
                  </a:lnTo>
                  <a:cubicBezTo>
                    <a:pt x="9670" y="2357"/>
                    <a:pt x="9155" y="1208"/>
                    <a:pt x="8276" y="552"/>
                  </a:cubicBezTo>
                  <a:cubicBezTo>
                    <a:pt x="7766" y="165"/>
                    <a:pt x="7268" y="0"/>
                    <a:pt x="6792"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1936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2"/>
              </a:buClr>
              <a:buSzPts val="3000"/>
              <a:buFont typeface="BioRhyme"/>
              <a:buNone/>
              <a:defRPr sz="3000" b="1">
                <a:solidFill>
                  <a:schemeClr val="dk2"/>
                </a:solidFill>
                <a:latin typeface="BioRhyme"/>
                <a:ea typeface="BioRhyme"/>
                <a:cs typeface="BioRhyme"/>
                <a:sym typeface="BioRhyme"/>
              </a:defRPr>
            </a:lvl1pPr>
            <a:lvl2pPr lvl="1">
              <a:spcBef>
                <a:spcPts val="0"/>
              </a:spcBef>
              <a:spcAft>
                <a:spcPts val="0"/>
              </a:spcAft>
              <a:buClr>
                <a:schemeClr val="dk1"/>
              </a:buClr>
              <a:buSzPts val="3000"/>
              <a:buFont typeface="BioRhyme"/>
              <a:buNone/>
              <a:defRPr sz="3000" b="1">
                <a:solidFill>
                  <a:schemeClr val="dk1"/>
                </a:solidFill>
                <a:latin typeface="BioRhyme"/>
                <a:ea typeface="BioRhyme"/>
                <a:cs typeface="BioRhyme"/>
                <a:sym typeface="BioRhyme"/>
              </a:defRPr>
            </a:lvl2pPr>
            <a:lvl3pPr lvl="2">
              <a:spcBef>
                <a:spcPts val="0"/>
              </a:spcBef>
              <a:spcAft>
                <a:spcPts val="0"/>
              </a:spcAft>
              <a:buClr>
                <a:schemeClr val="dk1"/>
              </a:buClr>
              <a:buSzPts val="3000"/>
              <a:buFont typeface="BioRhyme"/>
              <a:buNone/>
              <a:defRPr sz="3000" b="1">
                <a:solidFill>
                  <a:schemeClr val="dk1"/>
                </a:solidFill>
                <a:latin typeface="BioRhyme"/>
                <a:ea typeface="BioRhyme"/>
                <a:cs typeface="BioRhyme"/>
                <a:sym typeface="BioRhyme"/>
              </a:defRPr>
            </a:lvl3pPr>
            <a:lvl4pPr lvl="3">
              <a:spcBef>
                <a:spcPts val="0"/>
              </a:spcBef>
              <a:spcAft>
                <a:spcPts val="0"/>
              </a:spcAft>
              <a:buClr>
                <a:schemeClr val="dk1"/>
              </a:buClr>
              <a:buSzPts val="3000"/>
              <a:buFont typeface="BioRhyme"/>
              <a:buNone/>
              <a:defRPr sz="3000" b="1">
                <a:solidFill>
                  <a:schemeClr val="dk1"/>
                </a:solidFill>
                <a:latin typeface="BioRhyme"/>
                <a:ea typeface="BioRhyme"/>
                <a:cs typeface="BioRhyme"/>
                <a:sym typeface="BioRhyme"/>
              </a:defRPr>
            </a:lvl4pPr>
            <a:lvl5pPr lvl="4">
              <a:spcBef>
                <a:spcPts val="0"/>
              </a:spcBef>
              <a:spcAft>
                <a:spcPts val="0"/>
              </a:spcAft>
              <a:buClr>
                <a:schemeClr val="dk1"/>
              </a:buClr>
              <a:buSzPts val="3000"/>
              <a:buFont typeface="BioRhyme"/>
              <a:buNone/>
              <a:defRPr sz="3000" b="1">
                <a:solidFill>
                  <a:schemeClr val="dk1"/>
                </a:solidFill>
                <a:latin typeface="BioRhyme"/>
                <a:ea typeface="BioRhyme"/>
                <a:cs typeface="BioRhyme"/>
                <a:sym typeface="BioRhyme"/>
              </a:defRPr>
            </a:lvl5pPr>
            <a:lvl6pPr lvl="5">
              <a:spcBef>
                <a:spcPts val="0"/>
              </a:spcBef>
              <a:spcAft>
                <a:spcPts val="0"/>
              </a:spcAft>
              <a:buClr>
                <a:schemeClr val="dk1"/>
              </a:buClr>
              <a:buSzPts val="3000"/>
              <a:buFont typeface="BioRhyme"/>
              <a:buNone/>
              <a:defRPr sz="3000" b="1">
                <a:solidFill>
                  <a:schemeClr val="dk1"/>
                </a:solidFill>
                <a:latin typeface="BioRhyme"/>
                <a:ea typeface="BioRhyme"/>
                <a:cs typeface="BioRhyme"/>
                <a:sym typeface="BioRhyme"/>
              </a:defRPr>
            </a:lvl6pPr>
            <a:lvl7pPr lvl="6">
              <a:spcBef>
                <a:spcPts val="0"/>
              </a:spcBef>
              <a:spcAft>
                <a:spcPts val="0"/>
              </a:spcAft>
              <a:buClr>
                <a:schemeClr val="dk1"/>
              </a:buClr>
              <a:buSzPts val="3000"/>
              <a:buFont typeface="BioRhyme"/>
              <a:buNone/>
              <a:defRPr sz="3000" b="1">
                <a:solidFill>
                  <a:schemeClr val="dk1"/>
                </a:solidFill>
                <a:latin typeface="BioRhyme"/>
                <a:ea typeface="BioRhyme"/>
                <a:cs typeface="BioRhyme"/>
                <a:sym typeface="BioRhyme"/>
              </a:defRPr>
            </a:lvl7pPr>
            <a:lvl8pPr lvl="7">
              <a:spcBef>
                <a:spcPts val="0"/>
              </a:spcBef>
              <a:spcAft>
                <a:spcPts val="0"/>
              </a:spcAft>
              <a:buClr>
                <a:schemeClr val="dk1"/>
              </a:buClr>
              <a:buSzPts val="3000"/>
              <a:buFont typeface="BioRhyme"/>
              <a:buNone/>
              <a:defRPr sz="3000" b="1">
                <a:solidFill>
                  <a:schemeClr val="dk1"/>
                </a:solidFill>
                <a:latin typeface="BioRhyme"/>
                <a:ea typeface="BioRhyme"/>
                <a:cs typeface="BioRhyme"/>
                <a:sym typeface="BioRhyme"/>
              </a:defRPr>
            </a:lvl8pPr>
            <a:lvl9pPr lvl="8">
              <a:spcBef>
                <a:spcPts val="0"/>
              </a:spcBef>
              <a:spcAft>
                <a:spcPts val="0"/>
              </a:spcAft>
              <a:buClr>
                <a:schemeClr val="dk1"/>
              </a:buClr>
              <a:buSzPts val="3000"/>
              <a:buFont typeface="BioRhyme"/>
              <a:buNone/>
              <a:defRPr sz="3000" b="1">
                <a:solidFill>
                  <a:schemeClr val="dk1"/>
                </a:solidFill>
                <a:latin typeface="BioRhyme"/>
                <a:ea typeface="BioRhyme"/>
                <a:cs typeface="BioRhyme"/>
                <a:sym typeface="BioRhyme"/>
              </a:defRPr>
            </a:lvl9pPr>
          </a:lstStyle>
          <a:p>
            <a:endParaRPr/>
          </a:p>
        </p:txBody>
      </p:sp>
      <p:sp>
        <p:nvSpPr>
          <p:cNvPr id="7" name="Google Shape;7;p1"/>
          <p:cNvSpPr txBox="1">
            <a:spLocks noGrp="1"/>
          </p:cNvSpPr>
          <p:nvPr>
            <p:ph type="body" idx="1"/>
          </p:nvPr>
        </p:nvSpPr>
        <p:spPr>
          <a:xfrm>
            <a:off x="713225" y="1348475"/>
            <a:ext cx="7717500" cy="32601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miko"/>
              <a:buChar char="●"/>
              <a:defRPr>
                <a:solidFill>
                  <a:schemeClr val="dk1"/>
                </a:solidFill>
                <a:latin typeface="Amiko"/>
                <a:ea typeface="Amiko"/>
                <a:cs typeface="Amiko"/>
                <a:sym typeface="Amiko"/>
              </a:defRPr>
            </a:lvl1pPr>
            <a:lvl2pPr marL="914400" lvl="1" indent="-317500">
              <a:lnSpc>
                <a:spcPct val="100000"/>
              </a:lnSpc>
              <a:spcBef>
                <a:spcPts val="0"/>
              </a:spcBef>
              <a:spcAft>
                <a:spcPts val="0"/>
              </a:spcAft>
              <a:buClr>
                <a:schemeClr val="dk1"/>
              </a:buClr>
              <a:buSzPts val="1400"/>
              <a:buFont typeface="Amiko"/>
              <a:buChar char="○"/>
              <a:defRPr>
                <a:solidFill>
                  <a:schemeClr val="dk1"/>
                </a:solidFill>
                <a:latin typeface="Amiko"/>
                <a:ea typeface="Amiko"/>
                <a:cs typeface="Amiko"/>
                <a:sym typeface="Amiko"/>
              </a:defRPr>
            </a:lvl2pPr>
            <a:lvl3pPr marL="1371600" lvl="2" indent="-317500">
              <a:lnSpc>
                <a:spcPct val="100000"/>
              </a:lnSpc>
              <a:spcBef>
                <a:spcPts val="0"/>
              </a:spcBef>
              <a:spcAft>
                <a:spcPts val="0"/>
              </a:spcAft>
              <a:buClr>
                <a:schemeClr val="dk1"/>
              </a:buClr>
              <a:buSzPts val="1400"/>
              <a:buFont typeface="Amiko"/>
              <a:buChar char="■"/>
              <a:defRPr>
                <a:solidFill>
                  <a:schemeClr val="dk1"/>
                </a:solidFill>
                <a:latin typeface="Amiko"/>
                <a:ea typeface="Amiko"/>
                <a:cs typeface="Amiko"/>
                <a:sym typeface="Amiko"/>
              </a:defRPr>
            </a:lvl3pPr>
            <a:lvl4pPr marL="1828800" lvl="3" indent="-317500">
              <a:lnSpc>
                <a:spcPct val="100000"/>
              </a:lnSpc>
              <a:spcBef>
                <a:spcPts val="0"/>
              </a:spcBef>
              <a:spcAft>
                <a:spcPts val="0"/>
              </a:spcAft>
              <a:buClr>
                <a:schemeClr val="dk1"/>
              </a:buClr>
              <a:buSzPts val="1400"/>
              <a:buFont typeface="Amiko"/>
              <a:buChar char="●"/>
              <a:defRPr>
                <a:solidFill>
                  <a:schemeClr val="dk1"/>
                </a:solidFill>
                <a:latin typeface="Amiko"/>
                <a:ea typeface="Amiko"/>
                <a:cs typeface="Amiko"/>
                <a:sym typeface="Amiko"/>
              </a:defRPr>
            </a:lvl4pPr>
            <a:lvl5pPr marL="2286000" lvl="4" indent="-317500">
              <a:lnSpc>
                <a:spcPct val="100000"/>
              </a:lnSpc>
              <a:spcBef>
                <a:spcPts val="0"/>
              </a:spcBef>
              <a:spcAft>
                <a:spcPts val="0"/>
              </a:spcAft>
              <a:buClr>
                <a:schemeClr val="dk1"/>
              </a:buClr>
              <a:buSzPts val="1400"/>
              <a:buFont typeface="Amiko"/>
              <a:buChar char="○"/>
              <a:defRPr>
                <a:solidFill>
                  <a:schemeClr val="dk1"/>
                </a:solidFill>
                <a:latin typeface="Amiko"/>
                <a:ea typeface="Amiko"/>
                <a:cs typeface="Amiko"/>
                <a:sym typeface="Amiko"/>
              </a:defRPr>
            </a:lvl5pPr>
            <a:lvl6pPr marL="2743200" lvl="5" indent="-317500">
              <a:lnSpc>
                <a:spcPct val="100000"/>
              </a:lnSpc>
              <a:spcBef>
                <a:spcPts val="0"/>
              </a:spcBef>
              <a:spcAft>
                <a:spcPts val="0"/>
              </a:spcAft>
              <a:buClr>
                <a:schemeClr val="dk1"/>
              </a:buClr>
              <a:buSzPts val="1400"/>
              <a:buFont typeface="Amiko"/>
              <a:buChar char="■"/>
              <a:defRPr>
                <a:solidFill>
                  <a:schemeClr val="dk1"/>
                </a:solidFill>
                <a:latin typeface="Amiko"/>
                <a:ea typeface="Amiko"/>
                <a:cs typeface="Amiko"/>
                <a:sym typeface="Amiko"/>
              </a:defRPr>
            </a:lvl6pPr>
            <a:lvl7pPr marL="3200400" lvl="6" indent="-317500">
              <a:lnSpc>
                <a:spcPct val="100000"/>
              </a:lnSpc>
              <a:spcBef>
                <a:spcPts val="0"/>
              </a:spcBef>
              <a:spcAft>
                <a:spcPts val="0"/>
              </a:spcAft>
              <a:buClr>
                <a:schemeClr val="dk1"/>
              </a:buClr>
              <a:buSzPts val="1400"/>
              <a:buFont typeface="Amiko"/>
              <a:buChar char="●"/>
              <a:defRPr>
                <a:solidFill>
                  <a:schemeClr val="dk1"/>
                </a:solidFill>
                <a:latin typeface="Amiko"/>
                <a:ea typeface="Amiko"/>
                <a:cs typeface="Amiko"/>
                <a:sym typeface="Amiko"/>
              </a:defRPr>
            </a:lvl7pPr>
            <a:lvl8pPr marL="3657600" lvl="7" indent="-317500">
              <a:lnSpc>
                <a:spcPct val="100000"/>
              </a:lnSpc>
              <a:spcBef>
                <a:spcPts val="0"/>
              </a:spcBef>
              <a:spcAft>
                <a:spcPts val="0"/>
              </a:spcAft>
              <a:buClr>
                <a:schemeClr val="dk1"/>
              </a:buClr>
              <a:buSzPts val="1400"/>
              <a:buFont typeface="Amiko"/>
              <a:buChar char="○"/>
              <a:defRPr>
                <a:solidFill>
                  <a:schemeClr val="dk1"/>
                </a:solidFill>
                <a:latin typeface="Amiko"/>
                <a:ea typeface="Amiko"/>
                <a:cs typeface="Amiko"/>
                <a:sym typeface="Amiko"/>
              </a:defRPr>
            </a:lvl8pPr>
            <a:lvl9pPr marL="4114800" lvl="8" indent="-317500">
              <a:lnSpc>
                <a:spcPct val="100000"/>
              </a:lnSpc>
              <a:spcBef>
                <a:spcPts val="0"/>
              </a:spcBef>
              <a:spcAft>
                <a:spcPts val="0"/>
              </a:spcAft>
              <a:buClr>
                <a:schemeClr val="dk1"/>
              </a:buClr>
              <a:buSzPts val="1400"/>
              <a:buFont typeface="Amiko"/>
              <a:buChar char="■"/>
              <a:defRPr>
                <a:solidFill>
                  <a:schemeClr val="dk1"/>
                </a:solidFill>
                <a:latin typeface="Amiko"/>
                <a:ea typeface="Amiko"/>
                <a:cs typeface="Amiko"/>
                <a:sym typeface="Amik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8" r:id="rId7"/>
    <p:sldLayoutId id="2147483662" r:id="rId8"/>
    <p:sldLayoutId id="2147483663" r:id="rId9"/>
    <p:sldLayoutId id="2147483664" r:id="rId10"/>
    <p:sldLayoutId id="2147483669" r:id="rId11"/>
    <p:sldLayoutId id="2147483670" r:id="rId12"/>
    <p:sldLayoutId id="2147483674" r:id="rId13"/>
    <p:sldLayoutId id="2147483685" r:id="rId14"/>
    <p:sldLayoutId id="2147483686" r:id="rId15"/>
    <p:sldLayoutId id="2147483691"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3.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0.jpe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11.jp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2"/>
        <p:cNvGrpSpPr/>
        <p:nvPr/>
      </p:nvGrpSpPr>
      <p:grpSpPr>
        <a:xfrm>
          <a:off x="0" y="0"/>
          <a:ext cx="0" cy="0"/>
          <a:chOff x="0" y="0"/>
          <a:chExt cx="0" cy="0"/>
        </a:xfrm>
      </p:grpSpPr>
      <p:grpSp>
        <p:nvGrpSpPr>
          <p:cNvPr id="813" name="Google Shape;813;p44"/>
          <p:cNvGrpSpPr/>
          <p:nvPr/>
        </p:nvGrpSpPr>
        <p:grpSpPr>
          <a:xfrm>
            <a:off x="5894877" y="1442730"/>
            <a:ext cx="2676141" cy="3460264"/>
            <a:chOff x="6334275" y="1984750"/>
            <a:chExt cx="875500" cy="1132100"/>
          </a:xfrm>
        </p:grpSpPr>
        <p:grpSp>
          <p:nvGrpSpPr>
            <p:cNvPr id="814" name="Google Shape;814;p44"/>
            <p:cNvGrpSpPr/>
            <p:nvPr/>
          </p:nvGrpSpPr>
          <p:grpSpPr>
            <a:xfrm>
              <a:off x="6334275" y="1984750"/>
              <a:ext cx="875500" cy="1132100"/>
              <a:chOff x="6334275" y="1984750"/>
              <a:chExt cx="875500" cy="1132100"/>
            </a:xfrm>
          </p:grpSpPr>
          <p:sp>
            <p:nvSpPr>
              <p:cNvPr id="815" name="Google Shape;815;p44"/>
              <p:cNvSpPr/>
              <p:nvPr/>
            </p:nvSpPr>
            <p:spPr>
              <a:xfrm>
                <a:off x="6574850" y="2439800"/>
                <a:ext cx="189525" cy="73350"/>
              </a:xfrm>
              <a:custGeom>
                <a:avLst/>
                <a:gdLst/>
                <a:ahLst/>
                <a:cxnLst/>
                <a:rect l="l" t="t" r="r" b="b"/>
                <a:pathLst>
                  <a:path w="7581" h="2934" extrusionOk="0">
                    <a:moveTo>
                      <a:pt x="241" y="1"/>
                    </a:moveTo>
                    <a:lnTo>
                      <a:pt x="0" y="906"/>
                    </a:lnTo>
                    <a:lnTo>
                      <a:pt x="6495" y="2910"/>
                    </a:lnTo>
                    <a:cubicBezTo>
                      <a:pt x="6563" y="2926"/>
                      <a:pt x="6631" y="2934"/>
                      <a:pt x="6697" y="2934"/>
                    </a:cubicBezTo>
                    <a:cubicBezTo>
                      <a:pt x="7163" y="2934"/>
                      <a:pt x="7581" y="2568"/>
                      <a:pt x="7561" y="2097"/>
                    </a:cubicBezTo>
                    <a:cubicBezTo>
                      <a:pt x="7561" y="2097"/>
                      <a:pt x="7561" y="2097"/>
                      <a:pt x="7561" y="2086"/>
                    </a:cubicBezTo>
                    <a:cubicBezTo>
                      <a:pt x="7538" y="1765"/>
                      <a:pt x="6805" y="826"/>
                      <a:pt x="6484" y="757"/>
                    </a:cubicBezTo>
                    <a:lnTo>
                      <a:pt x="241" y="1"/>
                    </a:ln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4"/>
              <p:cNvSpPr/>
              <p:nvPr/>
            </p:nvSpPr>
            <p:spPr>
              <a:xfrm>
                <a:off x="6714600" y="2308325"/>
                <a:ext cx="148950" cy="208250"/>
              </a:xfrm>
              <a:custGeom>
                <a:avLst/>
                <a:gdLst/>
                <a:ahLst/>
                <a:cxnLst/>
                <a:rect l="l" t="t" r="r" b="b"/>
                <a:pathLst>
                  <a:path w="5958" h="8330" extrusionOk="0">
                    <a:moveTo>
                      <a:pt x="3472" y="1"/>
                    </a:moveTo>
                    <a:cubicBezTo>
                      <a:pt x="3288" y="1"/>
                      <a:pt x="3120" y="71"/>
                      <a:pt x="2933" y="288"/>
                    </a:cubicBezTo>
                    <a:cubicBezTo>
                      <a:pt x="860" y="2717"/>
                      <a:pt x="0" y="5787"/>
                      <a:pt x="0" y="5787"/>
                    </a:cubicBezTo>
                    <a:lnTo>
                      <a:pt x="2624" y="8330"/>
                    </a:lnTo>
                    <a:cubicBezTo>
                      <a:pt x="2624" y="8330"/>
                      <a:pt x="4869" y="3954"/>
                      <a:pt x="5533" y="2476"/>
                    </a:cubicBezTo>
                    <a:cubicBezTo>
                      <a:pt x="5957" y="1502"/>
                      <a:pt x="5430" y="391"/>
                      <a:pt x="4365" y="197"/>
                    </a:cubicBezTo>
                    <a:cubicBezTo>
                      <a:pt x="3986" y="125"/>
                      <a:pt x="3715" y="1"/>
                      <a:pt x="34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4"/>
              <p:cNvSpPr/>
              <p:nvPr/>
            </p:nvSpPr>
            <p:spPr>
              <a:xfrm>
                <a:off x="6334275" y="2067225"/>
                <a:ext cx="816800" cy="544725"/>
              </a:xfrm>
              <a:custGeom>
                <a:avLst/>
                <a:gdLst/>
                <a:ahLst/>
                <a:cxnLst/>
                <a:rect l="l" t="t" r="r" b="b"/>
                <a:pathLst>
                  <a:path w="32672" h="21789" fill="none" extrusionOk="0">
                    <a:moveTo>
                      <a:pt x="1" y="21788"/>
                    </a:moveTo>
                    <a:lnTo>
                      <a:pt x="32671" y="1"/>
                    </a:lnTo>
                  </a:path>
                </a:pathLst>
              </a:custGeom>
              <a:noFill/>
              <a:ln w="14325" cap="rnd" cmpd="sng">
                <a:solidFill>
                  <a:srgbClr val="0E7F85"/>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4"/>
              <p:cNvSpPr/>
              <p:nvPr/>
            </p:nvSpPr>
            <p:spPr>
              <a:xfrm>
                <a:off x="7075150" y="1984750"/>
                <a:ext cx="134625" cy="177300"/>
              </a:xfrm>
              <a:custGeom>
                <a:avLst/>
                <a:gdLst/>
                <a:ahLst/>
                <a:cxnLst/>
                <a:rect l="l" t="t" r="r" b="b"/>
                <a:pathLst>
                  <a:path w="5385" h="7092" extrusionOk="0">
                    <a:moveTo>
                      <a:pt x="3586" y="1"/>
                    </a:moveTo>
                    <a:lnTo>
                      <a:pt x="0" y="2486"/>
                    </a:lnTo>
                    <a:lnTo>
                      <a:pt x="1707" y="7091"/>
                    </a:lnTo>
                    <a:lnTo>
                      <a:pt x="5384" y="4846"/>
                    </a:lnTo>
                    <a:lnTo>
                      <a:pt x="3586" y="1"/>
                    </a:lnTo>
                    <a:close/>
                  </a:path>
                </a:pathLst>
              </a:custGeom>
              <a:solidFill>
                <a:srgbClr val="E0A3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4"/>
              <p:cNvSpPr/>
              <p:nvPr/>
            </p:nvSpPr>
            <p:spPr>
              <a:xfrm>
                <a:off x="7116400" y="2088700"/>
                <a:ext cx="87075" cy="57600"/>
              </a:xfrm>
              <a:custGeom>
                <a:avLst/>
                <a:gdLst/>
                <a:ahLst/>
                <a:cxnLst/>
                <a:rect l="l" t="t" r="r" b="b"/>
                <a:pathLst>
                  <a:path w="3483" h="2304" fill="none" extrusionOk="0">
                    <a:moveTo>
                      <a:pt x="3482" y="1"/>
                    </a:moveTo>
                    <a:lnTo>
                      <a:pt x="0" y="2303"/>
                    </a:lnTo>
                  </a:path>
                </a:pathLst>
              </a:custGeom>
              <a:noFill/>
              <a:ln w="4000" cap="flat" cmpd="sng">
                <a:solidFill>
                  <a:srgbClr val="C5812E"/>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4"/>
              <p:cNvSpPr/>
              <p:nvPr/>
            </p:nvSpPr>
            <p:spPr>
              <a:xfrm>
                <a:off x="7109800" y="2070675"/>
                <a:ext cx="87075" cy="57575"/>
              </a:xfrm>
              <a:custGeom>
                <a:avLst/>
                <a:gdLst/>
                <a:ahLst/>
                <a:cxnLst/>
                <a:rect l="l" t="t" r="r" b="b"/>
                <a:pathLst>
                  <a:path w="3483" h="2303" fill="none" extrusionOk="0">
                    <a:moveTo>
                      <a:pt x="3483" y="0"/>
                    </a:moveTo>
                    <a:lnTo>
                      <a:pt x="1" y="2303"/>
                    </a:lnTo>
                  </a:path>
                </a:pathLst>
              </a:custGeom>
              <a:noFill/>
              <a:ln w="4000" cap="flat" cmpd="sng">
                <a:solidFill>
                  <a:srgbClr val="C5812E"/>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4"/>
              <p:cNvSpPr/>
              <p:nvPr/>
            </p:nvSpPr>
            <p:spPr>
              <a:xfrm>
                <a:off x="7102925" y="2052625"/>
                <a:ext cx="87075" cy="57575"/>
              </a:xfrm>
              <a:custGeom>
                <a:avLst/>
                <a:gdLst/>
                <a:ahLst/>
                <a:cxnLst/>
                <a:rect l="l" t="t" r="r" b="b"/>
                <a:pathLst>
                  <a:path w="3483" h="2303" fill="none" extrusionOk="0">
                    <a:moveTo>
                      <a:pt x="3483" y="0"/>
                    </a:moveTo>
                    <a:lnTo>
                      <a:pt x="1" y="2303"/>
                    </a:lnTo>
                  </a:path>
                </a:pathLst>
              </a:custGeom>
              <a:noFill/>
              <a:ln w="4000" cap="flat" cmpd="sng">
                <a:solidFill>
                  <a:srgbClr val="C5812E"/>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4"/>
              <p:cNvSpPr/>
              <p:nvPr/>
            </p:nvSpPr>
            <p:spPr>
              <a:xfrm>
                <a:off x="7096350" y="2034575"/>
                <a:ext cx="87075" cy="57600"/>
              </a:xfrm>
              <a:custGeom>
                <a:avLst/>
                <a:gdLst/>
                <a:ahLst/>
                <a:cxnLst/>
                <a:rect l="l" t="t" r="r" b="b"/>
                <a:pathLst>
                  <a:path w="3483" h="2304" fill="none" extrusionOk="0">
                    <a:moveTo>
                      <a:pt x="3483" y="1"/>
                    </a:moveTo>
                    <a:lnTo>
                      <a:pt x="0" y="2303"/>
                    </a:lnTo>
                  </a:path>
                </a:pathLst>
              </a:custGeom>
              <a:noFill/>
              <a:ln w="4000" cap="flat" cmpd="sng">
                <a:solidFill>
                  <a:srgbClr val="C5812E"/>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4"/>
              <p:cNvSpPr/>
              <p:nvPr/>
            </p:nvSpPr>
            <p:spPr>
              <a:xfrm>
                <a:off x="7089750" y="2016550"/>
                <a:ext cx="87100" cy="57575"/>
              </a:xfrm>
              <a:custGeom>
                <a:avLst/>
                <a:gdLst/>
                <a:ahLst/>
                <a:cxnLst/>
                <a:rect l="l" t="t" r="r" b="b"/>
                <a:pathLst>
                  <a:path w="3484" h="2303" fill="none" extrusionOk="0">
                    <a:moveTo>
                      <a:pt x="3483" y="0"/>
                    </a:moveTo>
                    <a:lnTo>
                      <a:pt x="1" y="2303"/>
                    </a:lnTo>
                  </a:path>
                </a:pathLst>
              </a:custGeom>
              <a:noFill/>
              <a:ln w="4000" cap="flat" cmpd="sng">
                <a:solidFill>
                  <a:srgbClr val="C5812E"/>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4"/>
              <p:cNvSpPr/>
              <p:nvPr/>
            </p:nvSpPr>
            <p:spPr>
              <a:xfrm>
                <a:off x="7082875" y="1998500"/>
                <a:ext cx="87100" cy="57300"/>
              </a:xfrm>
              <a:custGeom>
                <a:avLst/>
                <a:gdLst/>
                <a:ahLst/>
                <a:cxnLst/>
                <a:rect l="l" t="t" r="r" b="b"/>
                <a:pathLst>
                  <a:path w="3484" h="2292" fill="none" extrusionOk="0">
                    <a:moveTo>
                      <a:pt x="3483" y="0"/>
                    </a:moveTo>
                    <a:lnTo>
                      <a:pt x="1" y="2291"/>
                    </a:lnTo>
                  </a:path>
                </a:pathLst>
              </a:custGeom>
              <a:noFill/>
              <a:ln w="4000" cap="flat" cmpd="sng">
                <a:solidFill>
                  <a:srgbClr val="C5812E"/>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4"/>
              <p:cNvSpPr/>
              <p:nvPr/>
            </p:nvSpPr>
            <p:spPr>
              <a:xfrm>
                <a:off x="7058825" y="2027700"/>
                <a:ext cx="74475" cy="141800"/>
              </a:xfrm>
              <a:custGeom>
                <a:avLst/>
                <a:gdLst/>
                <a:ahLst/>
                <a:cxnLst/>
                <a:rect l="l" t="t" r="r" b="b"/>
                <a:pathLst>
                  <a:path w="2979" h="5672" extrusionOk="0">
                    <a:moveTo>
                      <a:pt x="951" y="1"/>
                    </a:moveTo>
                    <a:lnTo>
                      <a:pt x="401" y="207"/>
                    </a:lnTo>
                    <a:cubicBezTo>
                      <a:pt x="127" y="299"/>
                      <a:pt x="1" y="597"/>
                      <a:pt x="92" y="871"/>
                    </a:cubicBezTo>
                    <a:lnTo>
                      <a:pt x="1753" y="5327"/>
                    </a:lnTo>
                    <a:cubicBezTo>
                      <a:pt x="1833" y="5541"/>
                      <a:pt x="2030" y="5671"/>
                      <a:pt x="2237" y="5671"/>
                    </a:cubicBezTo>
                    <a:cubicBezTo>
                      <a:pt x="2297" y="5671"/>
                      <a:pt x="2358" y="5660"/>
                      <a:pt x="2418" y="5637"/>
                    </a:cubicBezTo>
                    <a:lnTo>
                      <a:pt x="2979" y="5431"/>
                    </a:lnTo>
                    <a:lnTo>
                      <a:pt x="951" y="1"/>
                    </a:ln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4"/>
              <p:cNvSpPr/>
              <p:nvPr/>
            </p:nvSpPr>
            <p:spPr>
              <a:xfrm>
                <a:off x="6778450" y="2157725"/>
                <a:ext cx="110300" cy="120025"/>
              </a:xfrm>
              <a:custGeom>
                <a:avLst/>
                <a:gdLst/>
                <a:ahLst/>
                <a:cxnLst/>
                <a:rect l="l" t="t" r="r" b="b"/>
                <a:pathLst>
                  <a:path w="4412" h="4801" extrusionOk="0">
                    <a:moveTo>
                      <a:pt x="2212" y="0"/>
                    </a:moveTo>
                    <a:cubicBezTo>
                      <a:pt x="2212" y="1"/>
                      <a:pt x="1" y="4262"/>
                      <a:pt x="2464" y="4800"/>
                    </a:cubicBezTo>
                    <a:cubicBezTo>
                      <a:pt x="2464" y="4800"/>
                      <a:pt x="4205" y="4365"/>
                      <a:pt x="4308" y="2670"/>
                    </a:cubicBezTo>
                    <a:cubicBezTo>
                      <a:pt x="4411" y="1169"/>
                      <a:pt x="3311" y="92"/>
                      <a:pt x="2212" y="0"/>
                    </a:cubicBezTo>
                    <a:close/>
                  </a:path>
                </a:pathLst>
              </a:custGeom>
              <a:solidFill>
                <a:srgbClr val="FBDF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4"/>
              <p:cNvSpPr/>
              <p:nvPr/>
            </p:nvSpPr>
            <p:spPr>
              <a:xfrm>
                <a:off x="6753550" y="2159950"/>
                <a:ext cx="111425" cy="118475"/>
              </a:xfrm>
              <a:custGeom>
                <a:avLst/>
                <a:gdLst/>
                <a:ahLst/>
                <a:cxnLst/>
                <a:rect l="l" t="t" r="r" b="b"/>
                <a:pathLst>
                  <a:path w="4457" h="4739" extrusionOk="0">
                    <a:moveTo>
                      <a:pt x="2420" y="0"/>
                    </a:moveTo>
                    <a:cubicBezTo>
                      <a:pt x="1924" y="0"/>
                      <a:pt x="1416" y="221"/>
                      <a:pt x="1031" y="564"/>
                    </a:cubicBezTo>
                    <a:cubicBezTo>
                      <a:pt x="493" y="1034"/>
                      <a:pt x="172" y="1733"/>
                      <a:pt x="103" y="2443"/>
                    </a:cubicBezTo>
                    <a:cubicBezTo>
                      <a:pt x="0" y="3405"/>
                      <a:pt x="401" y="4425"/>
                      <a:pt x="1363" y="4688"/>
                    </a:cubicBezTo>
                    <a:cubicBezTo>
                      <a:pt x="1495" y="4722"/>
                      <a:pt x="1627" y="4738"/>
                      <a:pt x="1760" y="4738"/>
                    </a:cubicBezTo>
                    <a:cubicBezTo>
                      <a:pt x="2298" y="4738"/>
                      <a:pt x="2826" y="4472"/>
                      <a:pt x="3185" y="4058"/>
                    </a:cubicBezTo>
                    <a:cubicBezTo>
                      <a:pt x="3998" y="3119"/>
                      <a:pt x="4456" y="1183"/>
                      <a:pt x="3357" y="312"/>
                    </a:cubicBezTo>
                    <a:cubicBezTo>
                      <a:pt x="3231" y="209"/>
                      <a:pt x="3093" y="141"/>
                      <a:pt x="2956" y="95"/>
                    </a:cubicBezTo>
                    <a:cubicBezTo>
                      <a:pt x="2783" y="30"/>
                      <a:pt x="2602" y="0"/>
                      <a:pt x="2420" y="0"/>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4"/>
              <p:cNvSpPr/>
              <p:nvPr/>
            </p:nvSpPr>
            <p:spPr>
              <a:xfrm>
                <a:off x="6840025" y="2216100"/>
                <a:ext cx="30100" cy="34025"/>
              </a:xfrm>
              <a:custGeom>
                <a:avLst/>
                <a:gdLst/>
                <a:ahLst/>
                <a:cxnLst/>
                <a:rect l="l" t="t" r="r" b="b"/>
                <a:pathLst>
                  <a:path w="1204" h="1361" extrusionOk="0">
                    <a:moveTo>
                      <a:pt x="691" y="1"/>
                    </a:moveTo>
                    <a:cubicBezTo>
                      <a:pt x="546" y="1"/>
                      <a:pt x="400" y="64"/>
                      <a:pt x="322" y="186"/>
                    </a:cubicBezTo>
                    <a:lnTo>
                      <a:pt x="1" y="1205"/>
                    </a:lnTo>
                    <a:cubicBezTo>
                      <a:pt x="122" y="1305"/>
                      <a:pt x="288" y="1360"/>
                      <a:pt x="451" y="1360"/>
                    </a:cubicBezTo>
                    <a:cubicBezTo>
                      <a:pt x="550" y="1360"/>
                      <a:pt x="647" y="1340"/>
                      <a:pt x="734" y="1297"/>
                    </a:cubicBezTo>
                    <a:cubicBezTo>
                      <a:pt x="963" y="1194"/>
                      <a:pt x="1135" y="953"/>
                      <a:pt x="1169" y="690"/>
                    </a:cubicBezTo>
                    <a:cubicBezTo>
                      <a:pt x="1204" y="449"/>
                      <a:pt x="1123" y="197"/>
                      <a:pt x="940" y="71"/>
                    </a:cubicBezTo>
                    <a:cubicBezTo>
                      <a:pt x="867" y="24"/>
                      <a:pt x="779" y="1"/>
                      <a:pt x="691"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4"/>
              <p:cNvSpPr/>
              <p:nvPr/>
            </p:nvSpPr>
            <p:spPr>
              <a:xfrm>
                <a:off x="6789925" y="2230475"/>
                <a:ext cx="59575" cy="114175"/>
              </a:xfrm>
              <a:custGeom>
                <a:avLst/>
                <a:gdLst/>
                <a:ahLst/>
                <a:cxnLst/>
                <a:rect l="l" t="t" r="r" b="b"/>
                <a:pathLst>
                  <a:path w="2383" h="4567" extrusionOk="0">
                    <a:moveTo>
                      <a:pt x="2200" y="0"/>
                    </a:moveTo>
                    <a:lnTo>
                      <a:pt x="92" y="252"/>
                    </a:lnTo>
                    <a:lnTo>
                      <a:pt x="12" y="3368"/>
                    </a:lnTo>
                    <a:cubicBezTo>
                      <a:pt x="1" y="4033"/>
                      <a:pt x="542" y="4567"/>
                      <a:pt x="1184" y="4567"/>
                    </a:cubicBezTo>
                    <a:cubicBezTo>
                      <a:pt x="1228" y="4567"/>
                      <a:pt x="1273" y="4564"/>
                      <a:pt x="1317" y="4559"/>
                    </a:cubicBezTo>
                    <a:cubicBezTo>
                      <a:pt x="1936" y="4479"/>
                      <a:pt x="2383" y="3952"/>
                      <a:pt x="2348" y="3334"/>
                    </a:cubicBezTo>
                    <a:lnTo>
                      <a:pt x="2200" y="0"/>
                    </a:ln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4"/>
              <p:cNvSpPr/>
              <p:nvPr/>
            </p:nvSpPr>
            <p:spPr>
              <a:xfrm>
                <a:off x="6790775" y="2261400"/>
                <a:ext cx="42400" cy="27800"/>
              </a:xfrm>
              <a:custGeom>
                <a:avLst/>
                <a:gdLst/>
                <a:ahLst/>
                <a:cxnLst/>
                <a:rect l="l" t="t" r="r" b="b"/>
                <a:pathLst>
                  <a:path w="1696" h="1112" extrusionOk="0">
                    <a:moveTo>
                      <a:pt x="1696" y="0"/>
                    </a:moveTo>
                    <a:cubicBezTo>
                      <a:pt x="1186" y="581"/>
                      <a:pt x="584" y="672"/>
                      <a:pt x="256" y="672"/>
                    </a:cubicBezTo>
                    <a:cubicBezTo>
                      <a:pt x="105" y="672"/>
                      <a:pt x="12" y="653"/>
                      <a:pt x="12" y="653"/>
                    </a:cubicBezTo>
                    <a:lnTo>
                      <a:pt x="0" y="1111"/>
                    </a:lnTo>
                    <a:cubicBezTo>
                      <a:pt x="1306" y="905"/>
                      <a:pt x="1696" y="1"/>
                      <a:pt x="1696"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4"/>
              <p:cNvSpPr/>
              <p:nvPr/>
            </p:nvSpPr>
            <p:spPr>
              <a:xfrm>
                <a:off x="6776450" y="2156850"/>
                <a:ext cx="100550" cy="60250"/>
              </a:xfrm>
              <a:custGeom>
                <a:avLst/>
                <a:gdLst/>
                <a:ahLst/>
                <a:cxnLst/>
                <a:rect l="l" t="t" r="r" b="b"/>
                <a:pathLst>
                  <a:path w="4022" h="2410" extrusionOk="0">
                    <a:moveTo>
                      <a:pt x="1889" y="1"/>
                    </a:moveTo>
                    <a:cubicBezTo>
                      <a:pt x="691" y="1"/>
                      <a:pt x="1" y="803"/>
                      <a:pt x="1" y="803"/>
                    </a:cubicBezTo>
                    <a:cubicBezTo>
                      <a:pt x="673" y="1728"/>
                      <a:pt x="1768" y="2410"/>
                      <a:pt x="2921" y="2410"/>
                    </a:cubicBezTo>
                    <a:cubicBezTo>
                      <a:pt x="2967" y="2410"/>
                      <a:pt x="3013" y="2409"/>
                      <a:pt x="3059" y="2407"/>
                    </a:cubicBezTo>
                    <a:cubicBezTo>
                      <a:pt x="3059" y="2407"/>
                      <a:pt x="4021" y="471"/>
                      <a:pt x="2647" y="104"/>
                    </a:cubicBezTo>
                    <a:cubicBezTo>
                      <a:pt x="2376" y="31"/>
                      <a:pt x="2123" y="1"/>
                      <a:pt x="1889" y="1"/>
                    </a:cubicBezTo>
                    <a:close/>
                  </a:path>
                </a:pathLst>
              </a:custGeom>
              <a:solidFill>
                <a:srgbClr val="FBDF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4"/>
              <p:cNvSpPr/>
              <p:nvPr/>
            </p:nvSpPr>
            <p:spPr>
              <a:xfrm>
                <a:off x="6851475" y="2227025"/>
                <a:ext cx="6325" cy="9200"/>
              </a:xfrm>
              <a:custGeom>
                <a:avLst/>
                <a:gdLst/>
                <a:ahLst/>
                <a:cxnLst/>
                <a:rect l="l" t="t" r="r" b="b"/>
                <a:pathLst>
                  <a:path w="253" h="368" fill="none" extrusionOk="0">
                    <a:moveTo>
                      <a:pt x="1" y="367"/>
                    </a:moveTo>
                    <a:cubicBezTo>
                      <a:pt x="138" y="367"/>
                      <a:pt x="253" y="287"/>
                      <a:pt x="253" y="184"/>
                    </a:cubicBezTo>
                    <a:cubicBezTo>
                      <a:pt x="253" y="104"/>
                      <a:pt x="184" y="35"/>
                      <a:pt x="104" y="1"/>
                    </a:cubicBezTo>
                  </a:path>
                </a:pathLst>
              </a:custGeom>
              <a:noFill/>
              <a:ln w="2575" cap="rnd" cmpd="sng">
                <a:solidFill>
                  <a:srgbClr val="1E1C1C"/>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4"/>
              <p:cNvSpPr/>
              <p:nvPr/>
            </p:nvSpPr>
            <p:spPr>
              <a:xfrm>
                <a:off x="6772725" y="2222150"/>
                <a:ext cx="10050" cy="15500"/>
              </a:xfrm>
              <a:custGeom>
                <a:avLst/>
                <a:gdLst/>
                <a:ahLst/>
                <a:cxnLst/>
                <a:rect l="l" t="t" r="r" b="b"/>
                <a:pathLst>
                  <a:path w="402" h="620" extrusionOk="0">
                    <a:moveTo>
                      <a:pt x="402" y="1"/>
                    </a:moveTo>
                    <a:lnTo>
                      <a:pt x="402" y="1"/>
                    </a:lnTo>
                    <a:cubicBezTo>
                      <a:pt x="344" y="70"/>
                      <a:pt x="299" y="150"/>
                      <a:pt x="241" y="219"/>
                    </a:cubicBezTo>
                    <a:cubicBezTo>
                      <a:pt x="218" y="253"/>
                      <a:pt x="184" y="287"/>
                      <a:pt x="150" y="322"/>
                    </a:cubicBezTo>
                    <a:cubicBezTo>
                      <a:pt x="127" y="345"/>
                      <a:pt x="92" y="379"/>
                      <a:pt x="70" y="379"/>
                    </a:cubicBezTo>
                    <a:lnTo>
                      <a:pt x="1" y="390"/>
                    </a:lnTo>
                    <a:lnTo>
                      <a:pt x="47" y="459"/>
                    </a:lnTo>
                    <a:lnTo>
                      <a:pt x="241" y="619"/>
                    </a:lnTo>
                    <a:lnTo>
                      <a:pt x="264" y="619"/>
                    </a:lnTo>
                    <a:cubicBezTo>
                      <a:pt x="276" y="608"/>
                      <a:pt x="276" y="597"/>
                      <a:pt x="264" y="585"/>
                    </a:cubicBezTo>
                    <a:lnTo>
                      <a:pt x="158" y="435"/>
                    </a:lnTo>
                    <a:lnTo>
                      <a:pt x="158" y="435"/>
                    </a:lnTo>
                    <a:cubicBezTo>
                      <a:pt x="181" y="413"/>
                      <a:pt x="198" y="388"/>
                      <a:pt x="218" y="367"/>
                    </a:cubicBezTo>
                    <a:cubicBezTo>
                      <a:pt x="241" y="322"/>
                      <a:pt x="264" y="287"/>
                      <a:pt x="287" y="241"/>
                    </a:cubicBezTo>
                    <a:cubicBezTo>
                      <a:pt x="322" y="161"/>
                      <a:pt x="367" y="81"/>
                      <a:pt x="402" y="1"/>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4"/>
              <p:cNvSpPr/>
              <p:nvPr/>
            </p:nvSpPr>
            <p:spPr>
              <a:xfrm>
                <a:off x="6773600" y="2239050"/>
                <a:ext cx="19200" cy="10400"/>
              </a:xfrm>
              <a:custGeom>
                <a:avLst/>
                <a:gdLst/>
                <a:ahLst/>
                <a:cxnLst/>
                <a:rect l="l" t="t" r="r" b="b"/>
                <a:pathLst>
                  <a:path w="768" h="416" extrusionOk="0">
                    <a:moveTo>
                      <a:pt x="768" y="1"/>
                    </a:moveTo>
                    <a:lnTo>
                      <a:pt x="768" y="1"/>
                    </a:lnTo>
                    <a:cubicBezTo>
                      <a:pt x="710" y="58"/>
                      <a:pt x="665" y="115"/>
                      <a:pt x="607" y="173"/>
                    </a:cubicBezTo>
                    <a:cubicBezTo>
                      <a:pt x="539" y="218"/>
                      <a:pt x="493" y="276"/>
                      <a:pt x="424" y="299"/>
                    </a:cubicBezTo>
                    <a:cubicBezTo>
                      <a:pt x="384" y="312"/>
                      <a:pt x="343" y="318"/>
                      <a:pt x="303" y="318"/>
                    </a:cubicBezTo>
                    <a:cubicBezTo>
                      <a:pt x="275" y="318"/>
                      <a:pt x="246" y="315"/>
                      <a:pt x="218" y="310"/>
                    </a:cubicBezTo>
                    <a:cubicBezTo>
                      <a:pt x="138" y="299"/>
                      <a:pt x="69" y="276"/>
                      <a:pt x="0" y="230"/>
                    </a:cubicBezTo>
                    <a:lnTo>
                      <a:pt x="0" y="230"/>
                    </a:lnTo>
                    <a:cubicBezTo>
                      <a:pt x="35" y="299"/>
                      <a:pt x="103" y="356"/>
                      <a:pt x="195" y="390"/>
                    </a:cubicBezTo>
                    <a:cubicBezTo>
                      <a:pt x="235" y="407"/>
                      <a:pt x="281" y="416"/>
                      <a:pt x="327" y="416"/>
                    </a:cubicBezTo>
                    <a:cubicBezTo>
                      <a:pt x="372" y="416"/>
                      <a:pt x="418" y="407"/>
                      <a:pt x="458" y="390"/>
                    </a:cubicBezTo>
                    <a:cubicBezTo>
                      <a:pt x="550" y="356"/>
                      <a:pt x="607" y="287"/>
                      <a:pt x="665" y="218"/>
                    </a:cubicBezTo>
                    <a:cubicBezTo>
                      <a:pt x="687" y="184"/>
                      <a:pt x="710" y="150"/>
                      <a:pt x="733" y="115"/>
                    </a:cubicBezTo>
                    <a:cubicBezTo>
                      <a:pt x="745" y="69"/>
                      <a:pt x="756" y="35"/>
                      <a:pt x="768" y="1"/>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4"/>
              <p:cNvSpPr/>
              <p:nvPr/>
            </p:nvSpPr>
            <p:spPr>
              <a:xfrm>
                <a:off x="6793650" y="2211850"/>
                <a:ext cx="15775" cy="15025"/>
              </a:xfrm>
              <a:custGeom>
                <a:avLst/>
                <a:gdLst/>
                <a:ahLst/>
                <a:cxnLst/>
                <a:rect l="l" t="t" r="r" b="b"/>
                <a:pathLst>
                  <a:path w="631" h="601" extrusionOk="0">
                    <a:moveTo>
                      <a:pt x="607" y="1"/>
                    </a:moveTo>
                    <a:cubicBezTo>
                      <a:pt x="584" y="1"/>
                      <a:pt x="561" y="1"/>
                      <a:pt x="561" y="23"/>
                    </a:cubicBezTo>
                    <a:cubicBezTo>
                      <a:pt x="538" y="127"/>
                      <a:pt x="516" y="230"/>
                      <a:pt x="470" y="321"/>
                    </a:cubicBezTo>
                    <a:cubicBezTo>
                      <a:pt x="424" y="413"/>
                      <a:pt x="355" y="493"/>
                      <a:pt x="275" y="493"/>
                    </a:cubicBezTo>
                    <a:cubicBezTo>
                      <a:pt x="263" y="496"/>
                      <a:pt x="252" y="497"/>
                      <a:pt x="241" y="497"/>
                    </a:cubicBezTo>
                    <a:cubicBezTo>
                      <a:pt x="169" y="497"/>
                      <a:pt x="123" y="434"/>
                      <a:pt x="103" y="344"/>
                    </a:cubicBezTo>
                    <a:cubicBezTo>
                      <a:pt x="80" y="253"/>
                      <a:pt x="80" y="149"/>
                      <a:pt x="80" y="35"/>
                    </a:cubicBezTo>
                    <a:cubicBezTo>
                      <a:pt x="80" y="23"/>
                      <a:pt x="80" y="12"/>
                      <a:pt x="69" y="12"/>
                    </a:cubicBezTo>
                    <a:cubicBezTo>
                      <a:pt x="46" y="12"/>
                      <a:pt x="34" y="12"/>
                      <a:pt x="34" y="35"/>
                    </a:cubicBezTo>
                    <a:cubicBezTo>
                      <a:pt x="11" y="138"/>
                      <a:pt x="0" y="253"/>
                      <a:pt x="11" y="367"/>
                    </a:cubicBezTo>
                    <a:cubicBezTo>
                      <a:pt x="23" y="424"/>
                      <a:pt x="46" y="493"/>
                      <a:pt x="92" y="539"/>
                    </a:cubicBezTo>
                    <a:cubicBezTo>
                      <a:pt x="136" y="583"/>
                      <a:pt x="187" y="600"/>
                      <a:pt x="240" y="600"/>
                    </a:cubicBezTo>
                    <a:cubicBezTo>
                      <a:pt x="256" y="600"/>
                      <a:pt x="271" y="599"/>
                      <a:pt x="286" y="596"/>
                    </a:cubicBezTo>
                    <a:cubicBezTo>
                      <a:pt x="424" y="585"/>
                      <a:pt x="504" y="459"/>
                      <a:pt x="550" y="367"/>
                    </a:cubicBezTo>
                    <a:cubicBezTo>
                      <a:pt x="596" y="253"/>
                      <a:pt x="619" y="149"/>
                      <a:pt x="630" y="35"/>
                    </a:cubicBezTo>
                    <a:cubicBezTo>
                      <a:pt x="630" y="12"/>
                      <a:pt x="619" y="1"/>
                      <a:pt x="607" y="1"/>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4"/>
              <p:cNvSpPr/>
              <p:nvPr/>
            </p:nvSpPr>
            <p:spPr>
              <a:xfrm>
                <a:off x="6760125" y="2209850"/>
                <a:ext cx="12625" cy="13275"/>
              </a:xfrm>
              <a:custGeom>
                <a:avLst/>
                <a:gdLst/>
                <a:ahLst/>
                <a:cxnLst/>
                <a:rect l="l" t="t" r="r" b="b"/>
                <a:pathLst>
                  <a:path w="505" h="531" extrusionOk="0">
                    <a:moveTo>
                      <a:pt x="470" y="0"/>
                    </a:moveTo>
                    <a:cubicBezTo>
                      <a:pt x="459" y="0"/>
                      <a:pt x="436" y="12"/>
                      <a:pt x="436" y="23"/>
                    </a:cubicBezTo>
                    <a:lnTo>
                      <a:pt x="436" y="35"/>
                    </a:lnTo>
                    <a:cubicBezTo>
                      <a:pt x="413" y="115"/>
                      <a:pt x="390" y="207"/>
                      <a:pt x="356" y="275"/>
                    </a:cubicBezTo>
                    <a:cubicBezTo>
                      <a:pt x="322" y="355"/>
                      <a:pt x="276" y="424"/>
                      <a:pt x="218" y="436"/>
                    </a:cubicBezTo>
                    <a:cubicBezTo>
                      <a:pt x="213" y="437"/>
                      <a:pt x="207" y="437"/>
                      <a:pt x="202" y="437"/>
                    </a:cubicBezTo>
                    <a:cubicBezTo>
                      <a:pt x="144" y="437"/>
                      <a:pt x="113" y="382"/>
                      <a:pt x="92" y="298"/>
                    </a:cubicBezTo>
                    <a:cubicBezTo>
                      <a:pt x="81" y="218"/>
                      <a:pt x="81" y="126"/>
                      <a:pt x="81" y="46"/>
                    </a:cubicBezTo>
                    <a:cubicBezTo>
                      <a:pt x="81" y="23"/>
                      <a:pt x="70" y="12"/>
                      <a:pt x="58" y="12"/>
                    </a:cubicBezTo>
                    <a:cubicBezTo>
                      <a:pt x="47" y="12"/>
                      <a:pt x="24" y="23"/>
                      <a:pt x="24" y="35"/>
                    </a:cubicBezTo>
                    <a:cubicBezTo>
                      <a:pt x="1" y="126"/>
                      <a:pt x="1" y="218"/>
                      <a:pt x="12" y="321"/>
                    </a:cubicBezTo>
                    <a:cubicBezTo>
                      <a:pt x="12" y="367"/>
                      <a:pt x="24" y="413"/>
                      <a:pt x="58" y="470"/>
                    </a:cubicBezTo>
                    <a:cubicBezTo>
                      <a:pt x="96" y="508"/>
                      <a:pt x="150" y="530"/>
                      <a:pt x="200" y="530"/>
                    </a:cubicBezTo>
                    <a:cubicBezTo>
                      <a:pt x="210" y="530"/>
                      <a:pt x="220" y="529"/>
                      <a:pt x="230" y="527"/>
                    </a:cubicBezTo>
                    <a:cubicBezTo>
                      <a:pt x="287" y="527"/>
                      <a:pt x="344" y="493"/>
                      <a:pt x="379" y="447"/>
                    </a:cubicBezTo>
                    <a:cubicBezTo>
                      <a:pt x="402" y="401"/>
                      <a:pt x="436" y="355"/>
                      <a:pt x="448" y="310"/>
                    </a:cubicBezTo>
                    <a:cubicBezTo>
                      <a:pt x="482" y="218"/>
                      <a:pt x="493" y="126"/>
                      <a:pt x="505" y="35"/>
                    </a:cubicBezTo>
                    <a:cubicBezTo>
                      <a:pt x="505" y="23"/>
                      <a:pt x="493" y="12"/>
                      <a:pt x="470"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4"/>
              <p:cNvSpPr/>
              <p:nvPr/>
            </p:nvSpPr>
            <p:spPr>
              <a:xfrm>
                <a:off x="6629000" y="3004825"/>
                <a:ext cx="154350" cy="112025"/>
              </a:xfrm>
              <a:custGeom>
                <a:avLst/>
                <a:gdLst/>
                <a:ahLst/>
                <a:cxnLst/>
                <a:rect l="l" t="t" r="r" b="b"/>
                <a:pathLst>
                  <a:path w="6174" h="4481" extrusionOk="0">
                    <a:moveTo>
                      <a:pt x="4009" y="1"/>
                    </a:moveTo>
                    <a:cubicBezTo>
                      <a:pt x="4009" y="1"/>
                      <a:pt x="3986" y="1982"/>
                      <a:pt x="3986" y="2635"/>
                    </a:cubicBezTo>
                    <a:lnTo>
                      <a:pt x="1718" y="3598"/>
                    </a:lnTo>
                    <a:cubicBezTo>
                      <a:pt x="1" y="3687"/>
                      <a:pt x="900" y="4481"/>
                      <a:pt x="1400" y="4481"/>
                    </a:cubicBezTo>
                    <a:cubicBezTo>
                      <a:pt x="1411" y="4481"/>
                      <a:pt x="1421" y="4480"/>
                      <a:pt x="1431" y="4480"/>
                    </a:cubicBezTo>
                    <a:cubicBezTo>
                      <a:pt x="2481" y="4416"/>
                      <a:pt x="3251" y="4181"/>
                      <a:pt x="3930" y="4181"/>
                    </a:cubicBezTo>
                    <a:cubicBezTo>
                      <a:pt x="4110" y="4181"/>
                      <a:pt x="4284" y="4198"/>
                      <a:pt x="4455" y="4239"/>
                    </a:cubicBezTo>
                    <a:cubicBezTo>
                      <a:pt x="4623" y="4278"/>
                      <a:pt x="4779" y="4295"/>
                      <a:pt x="4922" y="4295"/>
                    </a:cubicBezTo>
                    <a:cubicBezTo>
                      <a:pt x="5758" y="4295"/>
                      <a:pt x="6173" y="3702"/>
                      <a:pt x="6105" y="3242"/>
                    </a:cubicBezTo>
                    <a:cubicBezTo>
                      <a:pt x="5853" y="1685"/>
                      <a:pt x="5990" y="608"/>
                      <a:pt x="5990" y="608"/>
                    </a:cubicBezTo>
                    <a:lnTo>
                      <a:pt x="4009" y="1"/>
                    </a:ln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4"/>
              <p:cNvSpPr/>
              <p:nvPr/>
            </p:nvSpPr>
            <p:spPr>
              <a:xfrm>
                <a:off x="6799075" y="2600750"/>
                <a:ext cx="315900" cy="459650"/>
              </a:xfrm>
              <a:custGeom>
                <a:avLst/>
                <a:gdLst/>
                <a:ahLst/>
                <a:cxnLst/>
                <a:rect l="l" t="t" r="r" b="b"/>
                <a:pathLst>
                  <a:path w="12636" h="18386" extrusionOk="0">
                    <a:moveTo>
                      <a:pt x="3976" y="1"/>
                    </a:moveTo>
                    <a:lnTo>
                      <a:pt x="1" y="4812"/>
                    </a:lnTo>
                    <a:lnTo>
                      <a:pt x="1685" y="8787"/>
                    </a:lnTo>
                    <a:cubicBezTo>
                      <a:pt x="1937" y="9394"/>
                      <a:pt x="2280" y="9955"/>
                      <a:pt x="2693" y="10470"/>
                    </a:cubicBezTo>
                    <a:lnTo>
                      <a:pt x="8695" y="18386"/>
                    </a:lnTo>
                    <a:lnTo>
                      <a:pt x="12636" y="15683"/>
                    </a:lnTo>
                    <a:lnTo>
                      <a:pt x="5923" y="6816"/>
                    </a:lnTo>
                    <a:lnTo>
                      <a:pt x="3976" y="1"/>
                    </a:lnTo>
                    <a:close/>
                  </a:path>
                </a:pathLst>
              </a:custGeom>
              <a:solidFill>
                <a:srgbClr val="039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4"/>
              <p:cNvSpPr/>
              <p:nvPr/>
            </p:nvSpPr>
            <p:spPr>
              <a:xfrm>
                <a:off x="6672775" y="2537750"/>
                <a:ext cx="270375" cy="508050"/>
              </a:xfrm>
              <a:custGeom>
                <a:avLst/>
                <a:gdLst/>
                <a:ahLst/>
                <a:cxnLst/>
                <a:rect l="l" t="t" r="r" b="b"/>
                <a:pathLst>
                  <a:path w="10815" h="20322" extrusionOk="0">
                    <a:moveTo>
                      <a:pt x="4228" y="0"/>
                    </a:moveTo>
                    <a:cubicBezTo>
                      <a:pt x="4228" y="1089"/>
                      <a:pt x="1765" y="8328"/>
                      <a:pt x="940" y="10470"/>
                    </a:cubicBezTo>
                    <a:cubicBezTo>
                      <a:pt x="688" y="11112"/>
                      <a:pt x="516" y="11776"/>
                      <a:pt x="436" y="12452"/>
                    </a:cubicBezTo>
                    <a:lnTo>
                      <a:pt x="1" y="20242"/>
                    </a:lnTo>
                    <a:lnTo>
                      <a:pt x="5041" y="20322"/>
                    </a:lnTo>
                    <a:lnTo>
                      <a:pt x="5751" y="12807"/>
                    </a:lnTo>
                    <a:lnTo>
                      <a:pt x="8466" y="6931"/>
                    </a:lnTo>
                    <a:cubicBezTo>
                      <a:pt x="10815" y="3173"/>
                      <a:pt x="8821" y="917"/>
                      <a:pt x="8821" y="917"/>
                    </a:cubicBezTo>
                    <a:lnTo>
                      <a:pt x="4228" y="0"/>
                    </a:ln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4"/>
              <p:cNvSpPr/>
              <p:nvPr/>
            </p:nvSpPr>
            <p:spPr>
              <a:xfrm>
                <a:off x="6728625" y="2281450"/>
                <a:ext cx="199075" cy="330200"/>
              </a:xfrm>
              <a:custGeom>
                <a:avLst/>
                <a:gdLst/>
                <a:ahLst/>
                <a:cxnLst/>
                <a:rect l="l" t="t" r="r" b="b"/>
                <a:pathLst>
                  <a:path w="7963" h="13208" extrusionOk="0">
                    <a:moveTo>
                      <a:pt x="4915" y="0"/>
                    </a:moveTo>
                    <a:lnTo>
                      <a:pt x="2372" y="1363"/>
                    </a:lnTo>
                    <a:lnTo>
                      <a:pt x="1673" y="2600"/>
                    </a:lnTo>
                    <a:cubicBezTo>
                      <a:pt x="573" y="5327"/>
                      <a:pt x="1" y="13208"/>
                      <a:pt x="1" y="13208"/>
                    </a:cubicBezTo>
                    <a:lnTo>
                      <a:pt x="7779" y="12383"/>
                    </a:lnTo>
                    <a:cubicBezTo>
                      <a:pt x="7962" y="8282"/>
                      <a:pt x="4915" y="0"/>
                      <a:pt x="49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4"/>
              <p:cNvSpPr/>
              <p:nvPr/>
            </p:nvSpPr>
            <p:spPr>
              <a:xfrm>
                <a:off x="6761275" y="2148100"/>
                <a:ext cx="124325" cy="58325"/>
              </a:xfrm>
              <a:custGeom>
                <a:avLst/>
                <a:gdLst/>
                <a:ahLst/>
                <a:cxnLst/>
                <a:rect l="l" t="t" r="r" b="b"/>
                <a:pathLst>
                  <a:path w="4973" h="2333" extrusionOk="0">
                    <a:moveTo>
                      <a:pt x="2869" y="1"/>
                    </a:moveTo>
                    <a:cubicBezTo>
                      <a:pt x="964" y="1"/>
                      <a:pt x="1" y="1852"/>
                      <a:pt x="1" y="1852"/>
                    </a:cubicBezTo>
                    <a:lnTo>
                      <a:pt x="4961" y="2333"/>
                    </a:lnTo>
                    <a:cubicBezTo>
                      <a:pt x="4961" y="2333"/>
                      <a:pt x="4972" y="133"/>
                      <a:pt x="3071" y="7"/>
                    </a:cubicBezTo>
                    <a:cubicBezTo>
                      <a:pt x="3002" y="3"/>
                      <a:pt x="2935" y="1"/>
                      <a:pt x="2869" y="1"/>
                    </a:cubicBez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4"/>
              <p:cNvSpPr/>
              <p:nvPr/>
            </p:nvSpPr>
            <p:spPr>
              <a:xfrm>
                <a:off x="6717175" y="2190950"/>
                <a:ext cx="168125" cy="15475"/>
              </a:xfrm>
              <a:custGeom>
                <a:avLst/>
                <a:gdLst/>
                <a:ahLst/>
                <a:cxnLst/>
                <a:rect l="l" t="t" r="r" b="b"/>
                <a:pathLst>
                  <a:path w="6725" h="619" fill="none" extrusionOk="0">
                    <a:moveTo>
                      <a:pt x="0" y="0"/>
                    </a:moveTo>
                    <a:lnTo>
                      <a:pt x="6725" y="619"/>
                    </a:lnTo>
                  </a:path>
                </a:pathLst>
              </a:custGeom>
              <a:noFill/>
              <a:ln w="6300" cap="rnd" cmpd="sng">
                <a:solidFill>
                  <a:srgbClr val="141212"/>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4"/>
              <p:cNvSpPr/>
              <p:nvPr/>
            </p:nvSpPr>
            <p:spPr>
              <a:xfrm>
                <a:off x="6936550" y="2637700"/>
                <a:ext cx="252325" cy="461275"/>
              </a:xfrm>
              <a:custGeom>
                <a:avLst/>
                <a:gdLst/>
                <a:ahLst/>
                <a:cxnLst/>
                <a:rect l="l" t="t" r="r" b="b"/>
                <a:pathLst>
                  <a:path w="10093" h="18451" extrusionOk="0">
                    <a:moveTo>
                      <a:pt x="1318" y="0"/>
                    </a:moveTo>
                    <a:lnTo>
                      <a:pt x="1306" y="195"/>
                    </a:lnTo>
                    <a:cubicBezTo>
                      <a:pt x="1399" y="159"/>
                      <a:pt x="1494" y="135"/>
                      <a:pt x="1590" y="122"/>
                    </a:cubicBezTo>
                    <a:lnTo>
                      <a:pt x="1590" y="122"/>
                    </a:lnTo>
                    <a:cubicBezTo>
                      <a:pt x="1802" y="323"/>
                      <a:pt x="1862" y="732"/>
                      <a:pt x="1844" y="1066"/>
                    </a:cubicBezTo>
                    <a:cubicBezTo>
                      <a:pt x="1673" y="5121"/>
                      <a:pt x="1203" y="9164"/>
                      <a:pt x="447" y="13151"/>
                    </a:cubicBezTo>
                    <a:cubicBezTo>
                      <a:pt x="229" y="14296"/>
                      <a:pt x="0" y="15545"/>
                      <a:pt x="504" y="16587"/>
                    </a:cubicBezTo>
                    <a:cubicBezTo>
                      <a:pt x="962" y="17538"/>
                      <a:pt x="1970" y="18145"/>
                      <a:pt x="3001" y="18351"/>
                    </a:cubicBezTo>
                    <a:cubicBezTo>
                      <a:pt x="3350" y="18421"/>
                      <a:pt x="3704" y="18450"/>
                      <a:pt x="4060" y="18450"/>
                    </a:cubicBezTo>
                    <a:cubicBezTo>
                      <a:pt x="4756" y="18450"/>
                      <a:pt x="5458" y="18339"/>
                      <a:pt x="6140" y="18202"/>
                    </a:cubicBezTo>
                    <a:cubicBezTo>
                      <a:pt x="7320" y="17962"/>
                      <a:pt x="8580" y="17572"/>
                      <a:pt x="9290" y="16587"/>
                    </a:cubicBezTo>
                    <a:cubicBezTo>
                      <a:pt x="10092" y="15488"/>
                      <a:pt x="9955" y="13941"/>
                      <a:pt x="9508" y="12658"/>
                    </a:cubicBezTo>
                    <a:cubicBezTo>
                      <a:pt x="9061" y="11364"/>
                      <a:pt x="8351" y="10161"/>
                      <a:pt x="8076" y="8821"/>
                    </a:cubicBezTo>
                    <a:cubicBezTo>
                      <a:pt x="7927" y="8088"/>
                      <a:pt x="7916" y="7320"/>
                      <a:pt x="7549" y="6679"/>
                    </a:cubicBezTo>
                    <a:cubicBezTo>
                      <a:pt x="7297" y="6243"/>
                      <a:pt x="6908" y="5900"/>
                      <a:pt x="6541" y="5544"/>
                    </a:cubicBezTo>
                    <a:cubicBezTo>
                      <a:pt x="5602" y="4628"/>
                      <a:pt x="4800" y="3574"/>
                      <a:pt x="4170" y="2417"/>
                    </a:cubicBezTo>
                    <a:cubicBezTo>
                      <a:pt x="3861" y="1822"/>
                      <a:pt x="3574" y="1203"/>
                      <a:pt x="3105" y="733"/>
                    </a:cubicBezTo>
                    <a:cubicBezTo>
                      <a:pt x="2758" y="369"/>
                      <a:pt x="2260" y="110"/>
                      <a:pt x="1770" y="110"/>
                    </a:cubicBezTo>
                    <a:cubicBezTo>
                      <a:pt x="1710" y="110"/>
                      <a:pt x="1650" y="114"/>
                      <a:pt x="1590" y="122"/>
                    </a:cubicBezTo>
                    <a:lnTo>
                      <a:pt x="1590" y="122"/>
                    </a:lnTo>
                    <a:cubicBezTo>
                      <a:pt x="1518" y="53"/>
                      <a:pt x="1428" y="9"/>
                      <a:pt x="1318"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4"/>
              <p:cNvSpPr/>
              <p:nvPr/>
            </p:nvSpPr>
            <p:spPr>
              <a:xfrm>
                <a:off x="6946850" y="2573250"/>
                <a:ext cx="219975" cy="263000"/>
              </a:xfrm>
              <a:custGeom>
                <a:avLst/>
                <a:gdLst/>
                <a:ahLst/>
                <a:cxnLst/>
                <a:rect l="l" t="t" r="r" b="b"/>
                <a:pathLst>
                  <a:path w="8799" h="10520" extrusionOk="0">
                    <a:moveTo>
                      <a:pt x="1043" y="1"/>
                    </a:moveTo>
                    <a:lnTo>
                      <a:pt x="1032" y="150"/>
                    </a:lnTo>
                    <a:cubicBezTo>
                      <a:pt x="528" y="1123"/>
                      <a:pt x="1" y="2212"/>
                      <a:pt x="241" y="3288"/>
                    </a:cubicBezTo>
                    <a:cubicBezTo>
                      <a:pt x="459" y="4205"/>
                      <a:pt x="1169" y="4904"/>
                      <a:pt x="1547" y="5763"/>
                    </a:cubicBezTo>
                    <a:cubicBezTo>
                      <a:pt x="1845" y="6427"/>
                      <a:pt x="1925" y="7172"/>
                      <a:pt x="2280" y="7802"/>
                    </a:cubicBezTo>
                    <a:cubicBezTo>
                      <a:pt x="2670" y="8478"/>
                      <a:pt x="3345" y="8947"/>
                      <a:pt x="3998" y="9383"/>
                    </a:cubicBezTo>
                    <a:cubicBezTo>
                      <a:pt x="4617" y="9806"/>
                      <a:pt x="5259" y="10242"/>
                      <a:pt x="5992" y="10425"/>
                    </a:cubicBezTo>
                    <a:cubicBezTo>
                      <a:pt x="6222" y="10486"/>
                      <a:pt x="6464" y="10519"/>
                      <a:pt x="6704" y="10519"/>
                    </a:cubicBezTo>
                    <a:cubicBezTo>
                      <a:pt x="7228" y="10519"/>
                      <a:pt x="7745" y="10362"/>
                      <a:pt x="8122" y="10001"/>
                    </a:cubicBezTo>
                    <a:cubicBezTo>
                      <a:pt x="8741" y="9405"/>
                      <a:pt x="8798" y="8386"/>
                      <a:pt x="8489" y="7584"/>
                    </a:cubicBezTo>
                    <a:cubicBezTo>
                      <a:pt x="8180" y="6771"/>
                      <a:pt x="7572" y="6118"/>
                      <a:pt x="6965" y="5499"/>
                    </a:cubicBezTo>
                    <a:cubicBezTo>
                      <a:pt x="5098" y="3563"/>
                      <a:pt x="3174" y="1650"/>
                      <a:pt x="1043" y="1"/>
                    </a:cubicBezTo>
                    <a:close/>
                  </a:path>
                </a:pathLst>
              </a:custGeom>
              <a:solidFill>
                <a:srgbClr val="85E9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4"/>
              <p:cNvSpPr/>
              <p:nvPr/>
            </p:nvSpPr>
            <p:spPr>
              <a:xfrm>
                <a:off x="6953450" y="2559800"/>
                <a:ext cx="220250" cy="262975"/>
              </a:xfrm>
              <a:custGeom>
                <a:avLst/>
                <a:gdLst/>
                <a:ahLst/>
                <a:cxnLst/>
                <a:rect l="l" t="t" r="r" b="b"/>
                <a:pathLst>
                  <a:path w="8810" h="10519" extrusionOk="0">
                    <a:moveTo>
                      <a:pt x="1042" y="0"/>
                    </a:moveTo>
                    <a:lnTo>
                      <a:pt x="1031" y="149"/>
                    </a:lnTo>
                    <a:cubicBezTo>
                      <a:pt x="527" y="1123"/>
                      <a:pt x="0" y="2211"/>
                      <a:pt x="252" y="3300"/>
                    </a:cubicBezTo>
                    <a:cubicBezTo>
                      <a:pt x="458" y="4204"/>
                      <a:pt x="1180" y="4915"/>
                      <a:pt x="1558" y="5762"/>
                    </a:cubicBezTo>
                    <a:cubicBezTo>
                      <a:pt x="1844" y="6427"/>
                      <a:pt x="1925" y="7171"/>
                      <a:pt x="2291" y="7801"/>
                    </a:cubicBezTo>
                    <a:cubicBezTo>
                      <a:pt x="2681" y="8489"/>
                      <a:pt x="3345" y="8947"/>
                      <a:pt x="3998" y="9382"/>
                    </a:cubicBezTo>
                    <a:cubicBezTo>
                      <a:pt x="4628" y="9806"/>
                      <a:pt x="5269" y="10241"/>
                      <a:pt x="5991" y="10425"/>
                    </a:cubicBezTo>
                    <a:cubicBezTo>
                      <a:pt x="6222" y="10486"/>
                      <a:pt x="6464" y="10519"/>
                      <a:pt x="6706" y="10519"/>
                    </a:cubicBezTo>
                    <a:cubicBezTo>
                      <a:pt x="7233" y="10519"/>
                      <a:pt x="7753" y="10362"/>
                      <a:pt x="8122" y="10001"/>
                    </a:cubicBezTo>
                    <a:cubicBezTo>
                      <a:pt x="8752" y="9405"/>
                      <a:pt x="8809" y="8386"/>
                      <a:pt x="8500" y="7584"/>
                    </a:cubicBezTo>
                    <a:cubicBezTo>
                      <a:pt x="8179" y="6770"/>
                      <a:pt x="7572" y="6129"/>
                      <a:pt x="6965" y="5499"/>
                    </a:cubicBezTo>
                    <a:cubicBezTo>
                      <a:pt x="5098" y="3563"/>
                      <a:pt x="3185" y="1650"/>
                      <a:pt x="10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4"/>
              <p:cNvSpPr/>
              <p:nvPr/>
            </p:nvSpPr>
            <p:spPr>
              <a:xfrm>
                <a:off x="6919725" y="2636000"/>
                <a:ext cx="75400" cy="50325"/>
              </a:xfrm>
              <a:custGeom>
                <a:avLst/>
                <a:gdLst/>
                <a:ahLst/>
                <a:cxnLst/>
                <a:rect l="l" t="t" r="r" b="b"/>
                <a:pathLst>
                  <a:path w="3016" h="2013" extrusionOk="0">
                    <a:moveTo>
                      <a:pt x="2151" y="0"/>
                    </a:moveTo>
                    <a:cubicBezTo>
                      <a:pt x="1532" y="0"/>
                      <a:pt x="308" y="89"/>
                      <a:pt x="146" y="778"/>
                    </a:cubicBezTo>
                    <a:cubicBezTo>
                      <a:pt x="0" y="1435"/>
                      <a:pt x="222" y="2012"/>
                      <a:pt x="600" y="2012"/>
                    </a:cubicBezTo>
                    <a:cubicBezTo>
                      <a:pt x="755" y="2012"/>
                      <a:pt x="937" y="1914"/>
                      <a:pt x="1131" y="1683"/>
                    </a:cubicBezTo>
                    <a:cubicBezTo>
                      <a:pt x="1603" y="1114"/>
                      <a:pt x="1954" y="804"/>
                      <a:pt x="2290" y="804"/>
                    </a:cubicBezTo>
                    <a:cubicBezTo>
                      <a:pt x="2427" y="804"/>
                      <a:pt x="2561" y="856"/>
                      <a:pt x="2701" y="962"/>
                    </a:cubicBezTo>
                    <a:cubicBezTo>
                      <a:pt x="2759" y="1009"/>
                      <a:pt x="2800" y="1029"/>
                      <a:pt x="2827" y="1029"/>
                    </a:cubicBezTo>
                    <a:cubicBezTo>
                      <a:pt x="3015" y="1029"/>
                      <a:pt x="2506" y="11"/>
                      <a:pt x="2506" y="11"/>
                    </a:cubicBezTo>
                    <a:cubicBezTo>
                      <a:pt x="2506" y="11"/>
                      <a:pt x="2365" y="0"/>
                      <a:pt x="2151"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4"/>
              <p:cNvSpPr/>
              <p:nvPr/>
            </p:nvSpPr>
            <p:spPr>
              <a:xfrm>
                <a:off x="6906750" y="2439250"/>
                <a:ext cx="94550" cy="185875"/>
              </a:xfrm>
              <a:custGeom>
                <a:avLst/>
                <a:gdLst/>
                <a:ahLst/>
                <a:cxnLst/>
                <a:rect l="l" t="t" r="r" b="b"/>
                <a:pathLst>
                  <a:path w="3782" h="7435" extrusionOk="0">
                    <a:moveTo>
                      <a:pt x="1539" y="1"/>
                    </a:moveTo>
                    <a:cubicBezTo>
                      <a:pt x="1317" y="1"/>
                      <a:pt x="1025" y="31"/>
                      <a:pt x="803" y="160"/>
                    </a:cubicBezTo>
                    <a:cubicBezTo>
                      <a:pt x="516" y="332"/>
                      <a:pt x="1" y="1397"/>
                      <a:pt x="92" y="1707"/>
                    </a:cubicBezTo>
                    <a:lnTo>
                      <a:pt x="2315" y="7434"/>
                    </a:lnTo>
                    <a:lnTo>
                      <a:pt x="3781" y="7228"/>
                    </a:lnTo>
                    <a:lnTo>
                      <a:pt x="1868" y="23"/>
                    </a:lnTo>
                    <a:cubicBezTo>
                      <a:pt x="1868" y="23"/>
                      <a:pt x="1729" y="1"/>
                      <a:pt x="1539"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4"/>
              <p:cNvSpPr/>
              <p:nvPr/>
            </p:nvSpPr>
            <p:spPr>
              <a:xfrm>
                <a:off x="6813100" y="2303900"/>
                <a:ext cx="144075" cy="178025"/>
              </a:xfrm>
              <a:custGeom>
                <a:avLst/>
                <a:gdLst/>
                <a:ahLst/>
                <a:cxnLst/>
                <a:rect l="l" t="t" r="r" b="b"/>
                <a:pathLst>
                  <a:path w="5763" h="7121" extrusionOk="0">
                    <a:moveTo>
                      <a:pt x="1678" y="0"/>
                    </a:moveTo>
                    <a:cubicBezTo>
                      <a:pt x="1224" y="0"/>
                      <a:pt x="783" y="185"/>
                      <a:pt x="459" y="580"/>
                    </a:cubicBezTo>
                    <a:cubicBezTo>
                      <a:pt x="47" y="1107"/>
                      <a:pt x="1" y="1817"/>
                      <a:pt x="345" y="2378"/>
                    </a:cubicBezTo>
                    <a:cubicBezTo>
                      <a:pt x="1513" y="4303"/>
                      <a:pt x="3838" y="7121"/>
                      <a:pt x="3838" y="7121"/>
                    </a:cubicBezTo>
                    <a:lnTo>
                      <a:pt x="5763" y="5849"/>
                    </a:lnTo>
                    <a:cubicBezTo>
                      <a:pt x="5763" y="5849"/>
                      <a:pt x="4789" y="2401"/>
                      <a:pt x="3071" y="626"/>
                    </a:cubicBezTo>
                    <a:cubicBezTo>
                      <a:pt x="2683" y="220"/>
                      <a:pt x="2173" y="0"/>
                      <a:pt x="16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4"/>
              <p:cNvSpPr/>
              <p:nvPr/>
            </p:nvSpPr>
            <p:spPr>
              <a:xfrm>
                <a:off x="6953150" y="2612200"/>
                <a:ext cx="67600" cy="86600"/>
              </a:xfrm>
              <a:custGeom>
                <a:avLst/>
                <a:gdLst/>
                <a:ahLst/>
                <a:cxnLst/>
                <a:rect l="l" t="t" r="r" b="b"/>
                <a:pathLst>
                  <a:path w="2704" h="3464" extrusionOk="0">
                    <a:moveTo>
                      <a:pt x="693" y="1"/>
                    </a:moveTo>
                    <a:cubicBezTo>
                      <a:pt x="520" y="1"/>
                      <a:pt x="398" y="7"/>
                      <a:pt x="402" y="24"/>
                    </a:cubicBezTo>
                    <a:lnTo>
                      <a:pt x="493" y="562"/>
                    </a:lnTo>
                    <a:cubicBezTo>
                      <a:pt x="493" y="562"/>
                      <a:pt x="402" y="1719"/>
                      <a:pt x="1" y="2063"/>
                    </a:cubicBezTo>
                    <a:cubicBezTo>
                      <a:pt x="29" y="2119"/>
                      <a:pt x="118" y="2175"/>
                      <a:pt x="199" y="2175"/>
                    </a:cubicBezTo>
                    <a:cubicBezTo>
                      <a:pt x="218" y="2175"/>
                      <a:pt x="236" y="2172"/>
                      <a:pt x="253" y="2166"/>
                    </a:cubicBezTo>
                    <a:cubicBezTo>
                      <a:pt x="631" y="2017"/>
                      <a:pt x="791" y="1604"/>
                      <a:pt x="791" y="1604"/>
                    </a:cubicBezTo>
                    <a:cubicBezTo>
                      <a:pt x="791" y="1604"/>
                      <a:pt x="1422" y="3283"/>
                      <a:pt x="1589" y="3283"/>
                    </a:cubicBezTo>
                    <a:cubicBezTo>
                      <a:pt x="1594" y="3283"/>
                      <a:pt x="1600" y="3281"/>
                      <a:pt x="1604" y="3277"/>
                    </a:cubicBezTo>
                    <a:cubicBezTo>
                      <a:pt x="1742" y="3162"/>
                      <a:pt x="1490" y="2189"/>
                      <a:pt x="1490" y="2189"/>
                    </a:cubicBezTo>
                    <a:lnTo>
                      <a:pt x="1490" y="2189"/>
                    </a:lnTo>
                    <a:cubicBezTo>
                      <a:pt x="1490" y="2189"/>
                      <a:pt x="1933" y="3464"/>
                      <a:pt x="2105" y="3464"/>
                    </a:cubicBezTo>
                    <a:cubicBezTo>
                      <a:pt x="2110" y="3464"/>
                      <a:pt x="2115" y="3462"/>
                      <a:pt x="2120" y="3460"/>
                    </a:cubicBezTo>
                    <a:cubicBezTo>
                      <a:pt x="2257" y="3403"/>
                      <a:pt x="1982" y="2601"/>
                      <a:pt x="1856" y="2166"/>
                    </a:cubicBezTo>
                    <a:lnTo>
                      <a:pt x="1856" y="2166"/>
                    </a:lnTo>
                    <a:cubicBezTo>
                      <a:pt x="1857" y="2166"/>
                      <a:pt x="2345" y="3020"/>
                      <a:pt x="2454" y="3020"/>
                    </a:cubicBezTo>
                    <a:cubicBezTo>
                      <a:pt x="2465" y="3020"/>
                      <a:pt x="2473" y="3011"/>
                      <a:pt x="2475" y="2990"/>
                    </a:cubicBezTo>
                    <a:cubicBezTo>
                      <a:pt x="2509" y="2704"/>
                      <a:pt x="2212" y="1857"/>
                      <a:pt x="2211" y="1856"/>
                    </a:cubicBezTo>
                    <a:lnTo>
                      <a:pt x="2211" y="1856"/>
                    </a:lnTo>
                    <a:cubicBezTo>
                      <a:pt x="2212" y="1857"/>
                      <a:pt x="2591" y="2513"/>
                      <a:pt x="2676" y="2513"/>
                    </a:cubicBezTo>
                    <a:cubicBezTo>
                      <a:pt x="2686" y="2513"/>
                      <a:pt x="2691" y="2505"/>
                      <a:pt x="2693" y="2486"/>
                    </a:cubicBezTo>
                    <a:cubicBezTo>
                      <a:pt x="2704" y="2303"/>
                      <a:pt x="1822" y="35"/>
                      <a:pt x="1822" y="35"/>
                    </a:cubicBezTo>
                    <a:cubicBezTo>
                      <a:pt x="1822" y="35"/>
                      <a:pt x="1108" y="1"/>
                      <a:pt x="693"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4"/>
              <p:cNvSpPr/>
              <p:nvPr/>
            </p:nvSpPr>
            <p:spPr>
              <a:xfrm>
                <a:off x="7127550" y="2997100"/>
                <a:ext cx="24650" cy="37525"/>
              </a:xfrm>
              <a:custGeom>
                <a:avLst/>
                <a:gdLst/>
                <a:ahLst/>
                <a:cxnLst/>
                <a:rect l="l" t="t" r="r" b="b"/>
                <a:pathLst>
                  <a:path w="986" h="1501" extrusionOk="0">
                    <a:moveTo>
                      <a:pt x="906" y="0"/>
                    </a:moveTo>
                    <a:lnTo>
                      <a:pt x="241" y="69"/>
                    </a:lnTo>
                    <a:lnTo>
                      <a:pt x="1" y="791"/>
                    </a:lnTo>
                    <a:lnTo>
                      <a:pt x="150" y="665"/>
                    </a:lnTo>
                    <a:cubicBezTo>
                      <a:pt x="218" y="722"/>
                      <a:pt x="711" y="1146"/>
                      <a:pt x="677" y="1501"/>
                    </a:cubicBezTo>
                    <a:lnTo>
                      <a:pt x="952" y="733"/>
                    </a:lnTo>
                    <a:cubicBezTo>
                      <a:pt x="986" y="642"/>
                      <a:pt x="986" y="550"/>
                      <a:pt x="963" y="470"/>
                    </a:cubicBezTo>
                    <a:cubicBezTo>
                      <a:pt x="929" y="378"/>
                      <a:pt x="871" y="252"/>
                      <a:pt x="757" y="126"/>
                    </a:cubicBezTo>
                    <a:lnTo>
                      <a:pt x="90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4"/>
              <p:cNvSpPr/>
              <p:nvPr/>
            </p:nvSpPr>
            <p:spPr>
              <a:xfrm>
                <a:off x="7124400" y="3024600"/>
                <a:ext cx="18925" cy="20625"/>
              </a:xfrm>
              <a:custGeom>
                <a:avLst/>
                <a:gdLst/>
                <a:ahLst/>
                <a:cxnLst/>
                <a:rect l="l" t="t" r="r" b="b"/>
                <a:pathLst>
                  <a:path w="757" h="825" extrusionOk="0">
                    <a:moveTo>
                      <a:pt x="574" y="0"/>
                    </a:moveTo>
                    <a:lnTo>
                      <a:pt x="1" y="69"/>
                    </a:lnTo>
                    <a:lnTo>
                      <a:pt x="115" y="825"/>
                    </a:lnTo>
                    <a:lnTo>
                      <a:pt x="551" y="733"/>
                    </a:lnTo>
                    <a:cubicBezTo>
                      <a:pt x="631" y="722"/>
                      <a:pt x="700" y="653"/>
                      <a:pt x="722" y="561"/>
                    </a:cubicBezTo>
                    <a:cubicBezTo>
                      <a:pt x="757" y="424"/>
                      <a:pt x="745" y="218"/>
                      <a:pt x="5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4"/>
              <p:cNvSpPr/>
              <p:nvPr/>
            </p:nvSpPr>
            <p:spPr>
              <a:xfrm>
                <a:off x="7088600" y="2977050"/>
                <a:ext cx="32400" cy="27525"/>
              </a:xfrm>
              <a:custGeom>
                <a:avLst/>
                <a:gdLst/>
                <a:ahLst/>
                <a:cxnLst/>
                <a:rect l="l" t="t" r="r" b="b"/>
                <a:pathLst>
                  <a:path w="1296" h="1101" extrusionOk="0">
                    <a:moveTo>
                      <a:pt x="1295" y="1"/>
                    </a:moveTo>
                    <a:lnTo>
                      <a:pt x="562" y="92"/>
                    </a:lnTo>
                    <a:cubicBezTo>
                      <a:pt x="471" y="104"/>
                      <a:pt x="402" y="138"/>
                      <a:pt x="345" y="207"/>
                    </a:cubicBezTo>
                    <a:cubicBezTo>
                      <a:pt x="287" y="287"/>
                      <a:pt x="219" y="390"/>
                      <a:pt x="173" y="562"/>
                    </a:cubicBezTo>
                    <a:lnTo>
                      <a:pt x="1" y="482"/>
                    </a:lnTo>
                    <a:lnTo>
                      <a:pt x="356" y="1100"/>
                    </a:lnTo>
                    <a:lnTo>
                      <a:pt x="1055" y="997"/>
                    </a:lnTo>
                    <a:lnTo>
                      <a:pt x="883" y="905"/>
                    </a:lnTo>
                    <a:cubicBezTo>
                      <a:pt x="894" y="814"/>
                      <a:pt x="1009" y="138"/>
                      <a:pt x="12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4"/>
              <p:cNvSpPr/>
              <p:nvPr/>
            </p:nvSpPr>
            <p:spPr>
              <a:xfrm>
                <a:off x="7115825" y="2976875"/>
                <a:ext cx="21775" cy="23975"/>
              </a:xfrm>
              <a:custGeom>
                <a:avLst/>
                <a:gdLst/>
                <a:ahLst/>
                <a:cxnLst/>
                <a:rect l="l" t="t" r="r" b="b"/>
                <a:pathLst>
                  <a:path w="871" h="959" extrusionOk="0">
                    <a:moveTo>
                      <a:pt x="427" y="1"/>
                    </a:moveTo>
                    <a:cubicBezTo>
                      <a:pt x="411" y="1"/>
                      <a:pt x="395" y="3"/>
                      <a:pt x="378" y="8"/>
                    </a:cubicBezTo>
                    <a:cubicBezTo>
                      <a:pt x="252" y="42"/>
                      <a:pt x="92" y="145"/>
                      <a:pt x="0" y="420"/>
                    </a:cubicBezTo>
                    <a:lnTo>
                      <a:pt x="321" y="958"/>
                    </a:lnTo>
                    <a:lnTo>
                      <a:pt x="871" y="477"/>
                    </a:lnTo>
                    <a:lnTo>
                      <a:pt x="596" y="99"/>
                    </a:lnTo>
                    <a:cubicBezTo>
                      <a:pt x="550" y="35"/>
                      <a:pt x="490" y="1"/>
                      <a:pt x="4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4"/>
              <p:cNvSpPr/>
              <p:nvPr/>
            </p:nvSpPr>
            <p:spPr>
              <a:xfrm>
                <a:off x="7084875" y="3020575"/>
                <a:ext cx="33250" cy="31825"/>
              </a:xfrm>
              <a:custGeom>
                <a:avLst/>
                <a:gdLst/>
                <a:ahLst/>
                <a:cxnLst/>
                <a:rect l="l" t="t" r="r" b="b"/>
                <a:pathLst>
                  <a:path w="1330" h="1273" extrusionOk="0">
                    <a:moveTo>
                      <a:pt x="906" y="1"/>
                    </a:moveTo>
                    <a:lnTo>
                      <a:pt x="917" y="218"/>
                    </a:lnTo>
                    <a:cubicBezTo>
                      <a:pt x="863" y="234"/>
                      <a:pt x="573" y="346"/>
                      <a:pt x="314" y="346"/>
                    </a:cubicBezTo>
                    <a:cubicBezTo>
                      <a:pt x="194" y="346"/>
                      <a:pt x="81" y="322"/>
                      <a:pt x="1" y="253"/>
                    </a:cubicBezTo>
                    <a:lnTo>
                      <a:pt x="1" y="253"/>
                    </a:lnTo>
                    <a:lnTo>
                      <a:pt x="436" y="917"/>
                    </a:lnTo>
                    <a:cubicBezTo>
                      <a:pt x="482" y="997"/>
                      <a:pt x="551" y="1055"/>
                      <a:pt x="631" y="1077"/>
                    </a:cubicBezTo>
                    <a:cubicBezTo>
                      <a:pt x="677" y="1084"/>
                      <a:pt x="739" y="1091"/>
                      <a:pt x="814" y="1091"/>
                    </a:cubicBezTo>
                    <a:cubicBezTo>
                      <a:pt x="868" y="1091"/>
                      <a:pt x="930" y="1087"/>
                      <a:pt x="998" y="1077"/>
                    </a:cubicBezTo>
                    <a:lnTo>
                      <a:pt x="1009" y="1272"/>
                    </a:lnTo>
                    <a:lnTo>
                      <a:pt x="1330" y="619"/>
                    </a:lnTo>
                    <a:lnTo>
                      <a:pt x="9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4"/>
              <p:cNvSpPr/>
              <p:nvPr/>
            </p:nvSpPr>
            <p:spPr>
              <a:xfrm>
                <a:off x="7081175" y="3005125"/>
                <a:ext cx="21200" cy="22050"/>
              </a:xfrm>
              <a:custGeom>
                <a:avLst/>
                <a:gdLst/>
                <a:ahLst/>
                <a:cxnLst/>
                <a:rect l="l" t="t" r="r" b="b"/>
                <a:pathLst>
                  <a:path w="848" h="882" extrusionOk="0">
                    <a:moveTo>
                      <a:pt x="206" y="0"/>
                    </a:moveTo>
                    <a:lnTo>
                      <a:pt x="34" y="458"/>
                    </a:lnTo>
                    <a:cubicBezTo>
                      <a:pt x="0" y="538"/>
                      <a:pt x="12" y="642"/>
                      <a:pt x="69" y="710"/>
                    </a:cubicBezTo>
                    <a:cubicBezTo>
                      <a:pt x="136" y="796"/>
                      <a:pt x="258" y="882"/>
                      <a:pt x="449" y="882"/>
                    </a:cubicBezTo>
                    <a:cubicBezTo>
                      <a:pt x="487" y="882"/>
                      <a:pt x="529" y="878"/>
                      <a:pt x="573" y="871"/>
                    </a:cubicBezTo>
                    <a:lnTo>
                      <a:pt x="848" y="298"/>
                    </a:lnTo>
                    <a:lnTo>
                      <a:pt x="20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6" name="Google Shape;856;p44"/>
            <p:cNvSpPr/>
            <p:nvPr/>
          </p:nvSpPr>
          <p:spPr>
            <a:xfrm>
              <a:off x="6579150" y="2419175"/>
              <a:ext cx="26650" cy="34625"/>
            </a:xfrm>
            <a:custGeom>
              <a:avLst/>
              <a:gdLst/>
              <a:ahLst/>
              <a:cxnLst/>
              <a:rect l="l" t="t" r="r" b="b"/>
              <a:pathLst>
                <a:path w="1066" h="1385" extrusionOk="0">
                  <a:moveTo>
                    <a:pt x="614" y="0"/>
                  </a:moveTo>
                  <a:cubicBezTo>
                    <a:pt x="481" y="0"/>
                    <a:pt x="318" y="62"/>
                    <a:pt x="138" y="264"/>
                  </a:cubicBezTo>
                  <a:cubicBezTo>
                    <a:pt x="138" y="264"/>
                    <a:pt x="0" y="654"/>
                    <a:pt x="642" y="1330"/>
                  </a:cubicBezTo>
                  <a:cubicBezTo>
                    <a:pt x="679" y="1367"/>
                    <a:pt x="726" y="1384"/>
                    <a:pt x="776" y="1384"/>
                  </a:cubicBezTo>
                  <a:cubicBezTo>
                    <a:pt x="834" y="1384"/>
                    <a:pt x="896" y="1361"/>
                    <a:pt x="951" y="1318"/>
                  </a:cubicBezTo>
                  <a:cubicBezTo>
                    <a:pt x="1031" y="1250"/>
                    <a:pt x="1065" y="1135"/>
                    <a:pt x="1020" y="1043"/>
                  </a:cubicBezTo>
                  <a:lnTo>
                    <a:pt x="687" y="482"/>
                  </a:lnTo>
                  <a:lnTo>
                    <a:pt x="962" y="161"/>
                  </a:lnTo>
                  <a:cubicBezTo>
                    <a:pt x="962" y="161"/>
                    <a:pt x="827" y="0"/>
                    <a:pt x="614" y="0"/>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4"/>
            <p:cNvSpPr/>
            <p:nvPr/>
          </p:nvSpPr>
          <p:spPr>
            <a:xfrm>
              <a:off x="6559100" y="2425775"/>
              <a:ext cx="45275" cy="41325"/>
            </a:xfrm>
            <a:custGeom>
              <a:avLst/>
              <a:gdLst/>
              <a:ahLst/>
              <a:cxnLst/>
              <a:rect l="l" t="t" r="r" b="b"/>
              <a:pathLst>
                <a:path w="1811" h="1653" extrusionOk="0">
                  <a:moveTo>
                    <a:pt x="940" y="0"/>
                  </a:moveTo>
                  <a:cubicBezTo>
                    <a:pt x="940" y="0"/>
                    <a:pt x="630" y="81"/>
                    <a:pt x="504" y="378"/>
                  </a:cubicBezTo>
                  <a:cubicBezTo>
                    <a:pt x="504" y="378"/>
                    <a:pt x="264" y="493"/>
                    <a:pt x="206" y="734"/>
                  </a:cubicBezTo>
                  <a:cubicBezTo>
                    <a:pt x="206" y="734"/>
                    <a:pt x="103" y="756"/>
                    <a:pt x="46" y="905"/>
                  </a:cubicBezTo>
                  <a:cubicBezTo>
                    <a:pt x="0" y="1020"/>
                    <a:pt x="23" y="1146"/>
                    <a:pt x="92" y="1238"/>
                  </a:cubicBezTo>
                  <a:cubicBezTo>
                    <a:pt x="218" y="1375"/>
                    <a:pt x="447" y="1616"/>
                    <a:pt x="710" y="1650"/>
                  </a:cubicBezTo>
                  <a:cubicBezTo>
                    <a:pt x="718" y="1651"/>
                    <a:pt x="726" y="1652"/>
                    <a:pt x="733" y="1652"/>
                  </a:cubicBezTo>
                  <a:cubicBezTo>
                    <a:pt x="782" y="1652"/>
                    <a:pt x="830" y="1621"/>
                    <a:pt x="859" y="1581"/>
                  </a:cubicBezTo>
                  <a:cubicBezTo>
                    <a:pt x="882" y="1535"/>
                    <a:pt x="917" y="1535"/>
                    <a:pt x="894" y="1467"/>
                  </a:cubicBezTo>
                  <a:lnTo>
                    <a:pt x="894" y="1467"/>
                  </a:lnTo>
                  <a:cubicBezTo>
                    <a:pt x="894" y="1467"/>
                    <a:pt x="939" y="1482"/>
                    <a:pt x="992" y="1482"/>
                  </a:cubicBezTo>
                  <a:cubicBezTo>
                    <a:pt x="1032" y="1482"/>
                    <a:pt x="1077" y="1473"/>
                    <a:pt x="1111" y="1444"/>
                  </a:cubicBezTo>
                  <a:cubicBezTo>
                    <a:pt x="1203" y="1375"/>
                    <a:pt x="1203" y="1283"/>
                    <a:pt x="1169" y="1203"/>
                  </a:cubicBezTo>
                  <a:lnTo>
                    <a:pt x="1169" y="1203"/>
                  </a:lnTo>
                  <a:cubicBezTo>
                    <a:pt x="1169" y="1203"/>
                    <a:pt x="1232" y="1308"/>
                    <a:pt x="1340" y="1308"/>
                  </a:cubicBezTo>
                  <a:cubicBezTo>
                    <a:pt x="1403" y="1308"/>
                    <a:pt x="1481" y="1272"/>
                    <a:pt x="1570" y="1157"/>
                  </a:cubicBezTo>
                  <a:cubicBezTo>
                    <a:pt x="1810" y="848"/>
                    <a:pt x="940" y="0"/>
                    <a:pt x="940" y="0"/>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8" name="Google Shape;858;p44"/>
          <p:cNvSpPr/>
          <p:nvPr/>
        </p:nvSpPr>
        <p:spPr>
          <a:xfrm>
            <a:off x="7387681" y="303800"/>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4"/>
          <p:cNvSpPr/>
          <p:nvPr/>
        </p:nvSpPr>
        <p:spPr>
          <a:xfrm>
            <a:off x="2480789" y="418650"/>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0" name="Google Shape;860;p44"/>
          <p:cNvSpPr/>
          <p:nvPr/>
        </p:nvSpPr>
        <p:spPr>
          <a:xfrm>
            <a:off x="7754325" y="487875"/>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4"/>
          <p:cNvSpPr txBox="1">
            <a:spLocks noGrp="1"/>
          </p:cNvSpPr>
          <p:nvPr>
            <p:ph type="ctrTitle"/>
          </p:nvPr>
        </p:nvSpPr>
        <p:spPr>
          <a:xfrm>
            <a:off x="1148575" y="539500"/>
            <a:ext cx="5518800" cy="244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US" sz="8800" dirty="0">
                <a:solidFill>
                  <a:schemeClr val="accent3"/>
                </a:solidFill>
                <a:latin typeface="Montserrat" panose="00000500000000000000" pitchFamily="2" charset="-52"/>
              </a:rPr>
              <a:t>SandBot</a:t>
            </a:r>
            <a:endParaRPr sz="8800" dirty="0">
              <a:solidFill>
                <a:schemeClr val="accent3"/>
              </a:solidFill>
              <a:latin typeface="Montserrat" panose="00000500000000000000" pitchFamily="2" charset="-52"/>
            </a:endParaRPr>
          </a:p>
        </p:txBody>
      </p:sp>
      <p:sp>
        <p:nvSpPr>
          <p:cNvPr id="862" name="Google Shape;862;p44"/>
          <p:cNvSpPr txBox="1">
            <a:spLocks noGrp="1"/>
          </p:cNvSpPr>
          <p:nvPr>
            <p:ph type="subTitle" idx="1"/>
          </p:nvPr>
        </p:nvSpPr>
        <p:spPr>
          <a:xfrm>
            <a:off x="2259880" y="3027076"/>
            <a:ext cx="3527325" cy="40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RU" dirty="0">
                <a:latin typeface="Montserrat" panose="00000500000000000000" pitchFamily="2" charset="-52"/>
              </a:rPr>
              <a:t>Робот для очистки песка от мусора</a:t>
            </a:r>
            <a:endParaRPr dirty="0">
              <a:latin typeface="Montserrat" panose="00000500000000000000" pitchFamily="2" charset="-52"/>
            </a:endParaRPr>
          </a:p>
        </p:txBody>
      </p:sp>
      <p:sp>
        <p:nvSpPr>
          <p:cNvPr id="52" name="TextBox 51">
            <a:extLst>
              <a:ext uri="{FF2B5EF4-FFF2-40B4-BE49-F238E27FC236}">
                <a16:creationId xmlns:a16="http://schemas.microsoft.com/office/drawing/2014/main" id="{7A47FA74-2595-4CD8-9899-89BEC024375C}"/>
              </a:ext>
            </a:extLst>
          </p:cNvPr>
          <p:cNvSpPr txBox="1"/>
          <p:nvPr/>
        </p:nvSpPr>
        <p:spPr>
          <a:xfrm>
            <a:off x="268008" y="325956"/>
            <a:ext cx="2117052" cy="369332"/>
          </a:xfrm>
          <a:prstGeom prst="rect">
            <a:avLst/>
          </a:prstGeom>
          <a:noFill/>
        </p:spPr>
        <p:txBody>
          <a:bodyPr wrap="square">
            <a:spAutoFit/>
          </a:bodyPr>
          <a:lstStyle/>
          <a:p>
            <a:r>
              <a:rPr lang="ru-RU" sz="1800" b="1" dirty="0">
                <a:solidFill>
                  <a:schemeClr val="accent6">
                    <a:lumMod val="25000"/>
                  </a:schemeClr>
                </a:solidFill>
                <a:latin typeface="Bahnschrift" panose="020B0502040204020203" pitchFamily="34" charset="0"/>
                <a:cs typeface="Times New Roman" panose="02020603050405020304" pitchFamily="18" charset="0"/>
              </a:rPr>
              <a:t>логин: </a:t>
            </a:r>
            <a:r>
              <a:rPr lang="en-US" sz="1800" b="1" dirty="0">
                <a:solidFill>
                  <a:schemeClr val="accent6">
                    <a:lumMod val="25000"/>
                  </a:schemeClr>
                </a:solidFill>
                <a:latin typeface="Bahnschrift" panose="020B0502040204020203" pitchFamily="34" charset="0"/>
                <a:cs typeface="Times New Roman" panose="02020603050405020304" pitchFamily="18" charset="0"/>
              </a:rPr>
              <a:t>V47.212.773</a:t>
            </a:r>
            <a:endParaRPr lang="ru-RU" sz="1800" b="1" dirty="0">
              <a:solidFill>
                <a:schemeClr val="accent6">
                  <a:lumMod val="25000"/>
                </a:schemeClr>
              </a:solidFill>
              <a:latin typeface="Bahnschrift" panose="020B0502040204020203"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89"/>
        <p:cNvGrpSpPr/>
        <p:nvPr/>
      </p:nvGrpSpPr>
      <p:grpSpPr>
        <a:xfrm>
          <a:off x="0" y="0"/>
          <a:ext cx="0" cy="0"/>
          <a:chOff x="0" y="0"/>
          <a:chExt cx="0" cy="0"/>
        </a:xfrm>
      </p:grpSpPr>
      <p:sp>
        <p:nvSpPr>
          <p:cNvPr id="1590" name="Google Shape;1590;p56"/>
          <p:cNvSpPr txBox="1">
            <a:spLocks noGrp="1"/>
          </p:cNvSpPr>
          <p:nvPr>
            <p:ph type="title"/>
          </p:nvPr>
        </p:nvSpPr>
        <p:spPr>
          <a:xfrm>
            <a:off x="1241199" y="669413"/>
            <a:ext cx="3432055"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latin typeface="Montserrat" panose="00000500000000000000" pitchFamily="2" charset="-52"/>
              </a:rPr>
              <a:t>Актуальность</a:t>
            </a:r>
            <a:endParaRPr dirty="0">
              <a:latin typeface="Montserrat" panose="00000500000000000000" pitchFamily="2" charset="-52"/>
            </a:endParaRPr>
          </a:p>
        </p:txBody>
      </p:sp>
      <p:sp>
        <p:nvSpPr>
          <p:cNvPr id="1594" name="Google Shape;1594;p56"/>
          <p:cNvSpPr txBox="1">
            <a:spLocks noGrp="1"/>
          </p:cNvSpPr>
          <p:nvPr>
            <p:ph type="subTitle" idx="2"/>
          </p:nvPr>
        </p:nvSpPr>
        <p:spPr>
          <a:xfrm>
            <a:off x="728022" y="1483290"/>
            <a:ext cx="5229685" cy="1674107"/>
          </a:xfrm>
          <a:prstGeom prst="rect">
            <a:avLst/>
          </a:prstGeom>
        </p:spPr>
        <p:txBody>
          <a:bodyPr spcFirstLastPara="1" wrap="square" lIns="91425" tIns="91425" rIns="91425" bIns="91425" anchor="b" anchorCtr="0">
            <a:noAutofit/>
          </a:bodyPr>
          <a:lstStyle/>
          <a:p>
            <a:pPr algn="l"/>
            <a:r>
              <a:rPr lang="ru-RU" dirty="0">
                <a:solidFill>
                  <a:schemeClr val="accent6">
                    <a:lumMod val="25000"/>
                  </a:schemeClr>
                </a:solidFill>
                <a:latin typeface="Bahnschrift" panose="020B0502040204020203" pitchFamily="34" charset="0"/>
                <a:ea typeface="BioRhyme" panose="020B0604020202020204" charset="0"/>
                <a:cs typeface="Times New Roman" panose="02020603050405020304" pitchFamily="18" charset="0"/>
              </a:rPr>
              <a:t>	</a:t>
            </a:r>
            <a:r>
              <a:rPr lang="ru-RU" sz="2400" dirty="0">
                <a:solidFill>
                  <a:schemeClr val="accent6">
                    <a:lumMod val="25000"/>
                  </a:schemeClr>
                </a:solidFill>
                <a:latin typeface="Bahnschrift" panose="020B0502040204020203" pitchFamily="34" charset="0"/>
                <a:ea typeface="BioRhyme" panose="020B0604020202020204" charset="0"/>
                <a:cs typeface="Times New Roman" panose="02020603050405020304" pitchFamily="18" charset="0"/>
              </a:rPr>
              <a:t>Загрязнение мусором пляжей -серьезная экологическая проблема, которая угрожает морской жизни и экосистемам</a:t>
            </a:r>
          </a:p>
        </p:txBody>
      </p:sp>
      <p:sp>
        <p:nvSpPr>
          <p:cNvPr id="1595" name="Google Shape;1595;p56"/>
          <p:cNvSpPr/>
          <p:nvPr/>
        </p:nvSpPr>
        <p:spPr>
          <a:xfrm>
            <a:off x="6440425" y="447125"/>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p:cNvSpPr/>
          <p:nvPr/>
        </p:nvSpPr>
        <p:spPr>
          <a:xfrm>
            <a:off x="7609125" y="742288"/>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7" name="Google Shape;1597;p56"/>
          <p:cNvGrpSpPr/>
          <p:nvPr/>
        </p:nvGrpSpPr>
        <p:grpSpPr>
          <a:xfrm>
            <a:off x="408000" y="3759238"/>
            <a:ext cx="1255525" cy="1140250"/>
            <a:chOff x="1560800" y="1417275"/>
            <a:chExt cx="1255525" cy="1140250"/>
          </a:xfrm>
        </p:grpSpPr>
        <p:sp>
          <p:nvSpPr>
            <p:cNvPr id="1598" name="Google Shape;1598;p56"/>
            <p:cNvSpPr/>
            <p:nvPr/>
          </p:nvSpPr>
          <p:spPr>
            <a:xfrm>
              <a:off x="1914800" y="1514600"/>
              <a:ext cx="369075" cy="466975"/>
            </a:xfrm>
            <a:custGeom>
              <a:avLst/>
              <a:gdLst/>
              <a:ahLst/>
              <a:cxnLst/>
              <a:rect l="l" t="t" r="r" b="b"/>
              <a:pathLst>
                <a:path w="14763" h="18679" extrusionOk="0">
                  <a:moveTo>
                    <a:pt x="11891" y="1"/>
                  </a:moveTo>
                  <a:cubicBezTo>
                    <a:pt x="11890" y="1"/>
                    <a:pt x="11889" y="1"/>
                    <a:pt x="11889" y="1"/>
                  </a:cubicBezTo>
                  <a:cubicBezTo>
                    <a:pt x="11819" y="47"/>
                    <a:pt x="11843" y="720"/>
                    <a:pt x="11843" y="905"/>
                  </a:cubicBezTo>
                  <a:cubicBezTo>
                    <a:pt x="11773" y="928"/>
                    <a:pt x="11704" y="951"/>
                    <a:pt x="11611" y="998"/>
                  </a:cubicBezTo>
                  <a:cubicBezTo>
                    <a:pt x="10104" y="1739"/>
                    <a:pt x="5933" y="4613"/>
                    <a:pt x="5933" y="4613"/>
                  </a:cubicBezTo>
                  <a:cubicBezTo>
                    <a:pt x="4102" y="6768"/>
                    <a:pt x="1298" y="11728"/>
                    <a:pt x="255" y="13628"/>
                  </a:cubicBezTo>
                  <a:cubicBezTo>
                    <a:pt x="0" y="14068"/>
                    <a:pt x="93" y="14625"/>
                    <a:pt x="510" y="14949"/>
                  </a:cubicBezTo>
                  <a:cubicBezTo>
                    <a:pt x="1437" y="15691"/>
                    <a:pt x="2410" y="16339"/>
                    <a:pt x="3314" y="16896"/>
                  </a:cubicBezTo>
                  <a:cubicBezTo>
                    <a:pt x="4218" y="17475"/>
                    <a:pt x="5238" y="18054"/>
                    <a:pt x="6327" y="18587"/>
                  </a:cubicBezTo>
                  <a:cubicBezTo>
                    <a:pt x="6458" y="18650"/>
                    <a:pt x="6600" y="18679"/>
                    <a:pt x="6741" y="18679"/>
                  </a:cubicBezTo>
                  <a:cubicBezTo>
                    <a:pt x="7074" y="18679"/>
                    <a:pt x="7406" y="18516"/>
                    <a:pt x="7602" y="18240"/>
                  </a:cubicBezTo>
                  <a:lnTo>
                    <a:pt x="7625" y="18217"/>
                  </a:lnTo>
                  <a:cubicBezTo>
                    <a:pt x="8853" y="16432"/>
                    <a:pt x="12074" y="11751"/>
                    <a:pt x="13210" y="9178"/>
                  </a:cubicBezTo>
                  <a:cubicBezTo>
                    <a:pt x="13210" y="9178"/>
                    <a:pt x="14067" y="3408"/>
                    <a:pt x="13952" y="2180"/>
                  </a:cubicBezTo>
                  <a:cubicBezTo>
                    <a:pt x="14253" y="2087"/>
                    <a:pt x="14763" y="1901"/>
                    <a:pt x="14740" y="1786"/>
                  </a:cubicBezTo>
                  <a:cubicBezTo>
                    <a:pt x="14716" y="1647"/>
                    <a:pt x="11996" y="1"/>
                    <a:pt x="118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p:cNvSpPr/>
            <p:nvPr/>
          </p:nvSpPr>
          <p:spPr>
            <a:xfrm>
              <a:off x="1914800" y="1539525"/>
              <a:ext cx="290275" cy="442050"/>
            </a:xfrm>
            <a:custGeom>
              <a:avLst/>
              <a:gdLst/>
              <a:ahLst/>
              <a:cxnLst/>
              <a:rect l="l" t="t" r="r" b="b"/>
              <a:pathLst>
                <a:path w="11611" h="17682" extrusionOk="0">
                  <a:moveTo>
                    <a:pt x="11611" y="1"/>
                  </a:moveTo>
                  <a:cubicBezTo>
                    <a:pt x="10104" y="742"/>
                    <a:pt x="5933" y="3616"/>
                    <a:pt x="5933" y="3616"/>
                  </a:cubicBezTo>
                  <a:cubicBezTo>
                    <a:pt x="4125" y="5771"/>
                    <a:pt x="1298" y="10731"/>
                    <a:pt x="255" y="12631"/>
                  </a:cubicBezTo>
                  <a:cubicBezTo>
                    <a:pt x="0" y="13071"/>
                    <a:pt x="93" y="13628"/>
                    <a:pt x="510" y="13952"/>
                  </a:cubicBezTo>
                  <a:cubicBezTo>
                    <a:pt x="1437" y="14694"/>
                    <a:pt x="2410" y="15342"/>
                    <a:pt x="3314" y="15899"/>
                  </a:cubicBezTo>
                  <a:cubicBezTo>
                    <a:pt x="4218" y="16478"/>
                    <a:pt x="5238" y="17057"/>
                    <a:pt x="6327" y="17590"/>
                  </a:cubicBezTo>
                  <a:cubicBezTo>
                    <a:pt x="6458" y="17653"/>
                    <a:pt x="6600" y="17682"/>
                    <a:pt x="6741" y="17682"/>
                  </a:cubicBezTo>
                  <a:cubicBezTo>
                    <a:pt x="7074" y="17682"/>
                    <a:pt x="7406" y="17519"/>
                    <a:pt x="7602" y="17243"/>
                  </a:cubicBezTo>
                  <a:cubicBezTo>
                    <a:pt x="6721" y="16478"/>
                    <a:pt x="5608" y="16015"/>
                    <a:pt x="4612" y="15412"/>
                  </a:cubicBezTo>
                  <a:cubicBezTo>
                    <a:pt x="3453" y="14740"/>
                    <a:pt x="2364" y="13720"/>
                    <a:pt x="2225" y="12399"/>
                  </a:cubicBezTo>
                  <a:cubicBezTo>
                    <a:pt x="2109" y="11241"/>
                    <a:pt x="2781" y="10151"/>
                    <a:pt x="3500" y="9247"/>
                  </a:cubicBezTo>
                  <a:cubicBezTo>
                    <a:pt x="4172" y="8413"/>
                    <a:pt x="4867" y="7648"/>
                    <a:pt x="5655" y="6930"/>
                  </a:cubicBezTo>
                  <a:cubicBezTo>
                    <a:pt x="6002" y="6629"/>
                    <a:pt x="6396" y="6304"/>
                    <a:pt x="6860" y="6235"/>
                  </a:cubicBezTo>
                  <a:cubicBezTo>
                    <a:pt x="6908" y="6229"/>
                    <a:pt x="6956" y="6227"/>
                    <a:pt x="7003" y="6227"/>
                  </a:cubicBezTo>
                  <a:cubicBezTo>
                    <a:pt x="7575" y="6227"/>
                    <a:pt x="8113" y="6586"/>
                    <a:pt x="8691" y="6629"/>
                  </a:cubicBezTo>
                  <a:cubicBezTo>
                    <a:pt x="8729" y="6633"/>
                    <a:pt x="8769" y="6636"/>
                    <a:pt x="8808" y="6636"/>
                  </a:cubicBezTo>
                  <a:cubicBezTo>
                    <a:pt x="8958" y="6636"/>
                    <a:pt x="9104" y="6595"/>
                    <a:pt x="9177" y="6466"/>
                  </a:cubicBezTo>
                  <a:cubicBezTo>
                    <a:pt x="9293" y="6281"/>
                    <a:pt x="9154" y="6026"/>
                    <a:pt x="8969" y="5864"/>
                  </a:cubicBezTo>
                  <a:cubicBezTo>
                    <a:pt x="8691" y="5609"/>
                    <a:pt x="8320" y="5424"/>
                    <a:pt x="7996" y="5192"/>
                  </a:cubicBezTo>
                  <a:cubicBezTo>
                    <a:pt x="7694" y="4960"/>
                    <a:pt x="7416" y="4612"/>
                    <a:pt x="7393" y="4218"/>
                  </a:cubicBezTo>
                  <a:cubicBezTo>
                    <a:pt x="7370" y="3732"/>
                    <a:pt x="7764" y="3315"/>
                    <a:pt x="8111" y="2990"/>
                  </a:cubicBezTo>
                  <a:cubicBezTo>
                    <a:pt x="9247" y="1947"/>
                    <a:pt x="10406" y="951"/>
                    <a:pt x="11611" y="1"/>
                  </a:cubicBezTo>
                  <a:close/>
                </a:path>
              </a:pathLst>
            </a:custGeom>
            <a:solidFill>
              <a:srgbClr val="00B3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p:cNvSpPr/>
            <p:nvPr/>
          </p:nvSpPr>
          <p:spPr>
            <a:xfrm>
              <a:off x="1956500" y="1766075"/>
              <a:ext cx="263650" cy="139650"/>
            </a:xfrm>
            <a:custGeom>
              <a:avLst/>
              <a:gdLst/>
              <a:ahLst/>
              <a:cxnLst/>
              <a:rect l="l" t="t" r="r" b="b"/>
              <a:pathLst>
                <a:path w="10546" h="5586" extrusionOk="0">
                  <a:moveTo>
                    <a:pt x="5401" y="0"/>
                  </a:moveTo>
                  <a:lnTo>
                    <a:pt x="348" y="93"/>
                  </a:lnTo>
                  <a:lnTo>
                    <a:pt x="1" y="649"/>
                  </a:lnTo>
                  <a:lnTo>
                    <a:pt x="7927" y="5585"/>
                  </a:lnTo>
                  <a:lnTo>
                    <a:pt x="10545" y="1252"/>
                  </a:lnTo>
                  <a:lnTo>
                    <a:pt x="3662" y="1112"/>
                  </a:lnTo>
                  <a:lnTo>
                    <a:pt x="54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p:cNvSpPr/>
            <p:nvPr/>
          </p:nvSpPr>
          <p:spPr>
            <a:xfrm>
              <a:off x="1958250" y="1516900"/>
              <a:ext cx="211500" cy="225250"/>
            </a:xfrm>
            <a:custGeom>
              <a:avLst/>
              <a:gdLst/>
              <a:ahLst/>
              <a:cxnLst/>
              <a:rect l="l" t="t" r="r" b="b"/>
              <a:pathLst>
                <a:path w="8460" h="9010" extrusionOk="0">
                  <a:moveTo>
                    <a:pt x="5440" y="1"/>
                  </a:moveTo>
                  <a:cubicBezTo>
                    <a:pt x="5317" y="1"/>
                    <a:pt x="5194" y="24"/>
                    <a:pt x="5076" y="71"/>
                  </a:cubicBezTo>
                  <a:cubicBezTo>
                    <a:pt x="3685" y="604"/>
                    <a:pt x="2364" y="1276"/>
                    <a:pt x="1089" y="2041"/>
                  </a:cubicBezTo>
                  <a:cubicBezTo>
                    <a:pt x="835" y="2203"/>
                    <a:pt x="649" y="2458"/>
                    <a:pt x="603" y="2760"/>
                  </a:cubicBezTo>
                  <a:cubicBezTo>
                    <a:pt x="464" y="3779"/>
                    <a:pt x="371" y="4822"/>
                    <a:pt x="209" y="5819"/>
                  </a:cubicBezTo>
                  <a:cubicBezTo>
                    <a:pt x="93" y="6584"/>
                    <a:pt x="0" y="7441"/>
                    <a:pt x="441" y="8090"/>
                  </a:cubicBezTo>
                  <a:cubicBezTo>
                    <a:pt x="904" y="8692"/>
                    <a:pt x="1738" y="8878"/>
                    <a:pt x="2503" y="8947"/>
                  </a:cubicBezTo>
                  <a:cubicBezTo>
                    <a:pt x="2917" y="8989"/>
                    <a:pt x="3331" y="9009"/>
                    <a:pt x="3745" y="9009"/>
                  </a:cubicBezTo>
                  <a:cubicBezTo>
                    <a:pt x="4490" y="9009"/>
                    <a:pt x="5235" y="8942"/>
                    <a:pt x="5979" y="8808"/>
                  </a:cubicBezTo>
                  <a:cubicBezTo>
                    <a:pt x="6466" y="8716"/>
                    <a:pt x="6999" y="8600"/>
                    <a:pt x="7416" y="8298"/>
                  </a:cubicBezTo>
                  <a:cubicBezTo>
                    <a:pt x="7833" y="8020"/>
                    <a:pt x="8158" y="7511"/>
                    <a:pt x="8088" y="7001"/>
                  </a:cubicBezTo>
                  <a:cubicBezTo>
                    <a:pt x="8042" y="6444"/>
                    <a:pt x="7555" y="6004"/>
                    <a:pt x="7439" y="5471"/>
                  </a:cubicBezTo>
                  <a:cubicBezTo>
                    <a:pt x="7324" y="4822"/>
                    <a:pt x="7648" y="4266"/>
                    <a:pt x="8112" y="3756"/>
                  </a:cubicBezTo>
                  <a:cubicBezTo>
                    <a:pt x="8436" y="3409"/>
                    <a:pt x="8459" y="2876"/>
                    <a:pt x="8181" y="2482"/>
                  </a:cubicBezTo>
                  <a:cubicBezTo>
                    <a:pt x="7602" y="1647"/>
                    <a:pt x="6883" y="906"/>
                    <a:pt x="6118" y="257"/>
                  </a:cubicBezTo>
                  <a:cubicBezTo>
                    <a:pt x="5920" y="88"/>
                    <a:pt x="5680" y="1"/>
                    <a:pt x="54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p:cNvSpPr/>
            <p:nvPr/>
          </p:nvSpPr>
          <p:spPr>
            <a:xfrm>
              <a:off x="1874225" y="1457250"/>
              <a:ext cx="164000" cy="391150"/>
            </a:xfrm>
            <a:custGeom>
              <a:avLst/>
              <a:gdLst/>
              <a:ahLst/>
              <a:cxnLst/>
              <a:rect l="l" t="t" r="r" b="b"/>
              <a:pathLst>
                <a:path w="6560" h="15646" extrusionOk="0">
                  <a:moveTo>
                    <a:pt x="3176" y="1"/>
                  </a:moveTo>
                  <a:lnTo>
                    <a:pt x="3176" y="70"/>
                  </a:lnTo>
                  <a:cubicBezTo>
                    <a:pt x="2875" y="233"/>
                    <a:pt x="1113" y="1160"/>
                    <a:pt x="1067" y="1368"/>
                  </a:cubicBezTo>
                  <a:cubicBezTo>
                    <a:pt x="1021" y="1577"/>
                    <a:pt x="603" y="3941"/>
                    <a:pt x="696" y="4288"/>
                  </a:cubicBezTo>
                  <a:cubicBezTo>
                    <a:pt x="766" y="4543"/>
                    <a:pt x="1067" y="5285"/>
                    <a:pt x="1252" y="5725"/>
                  </a:cubicBezTo>
                  <a:cubicBezTo>
                    <a:pt x="1345" y="5957"/>
                    <a:pt x="1299" y="6235"/>
                    <a:pt x="1136" y="6420"/>
                  </a:cubicBezTo>
                  <a:cubicBezTo>
                    <a:pt x="905" y="6722"/>
                    <a:pt x="580" y="7162"/>
                    <a:pt x="487" y="7324"/>
                  </a:cubicBezTo>
                  <a:cubicBezTo>
                    <a:pt x="372" y="7556"/>
                    <a:pt x="94" y="12956"/>
                    <a:pt x="24" y="14717"/>
                  </a:cubicBezTo>
                  <a:cubicBezTo>
                    <a:pt x="1" y="15018"/>
                    <a:pt x="233" y="15273"/>
                    <a:pt x="557" y="15319"/>
                  </a:cubicBezTo>
                  <a:lnTo>
                    <a:pt x="2666" y="15482"/>
                  </a:lnTo>
                  <a:lnTo>
                    <a:pt x="4752" y="15644"/>
                  </a:lnTo>
                  <a:lnTo>
                    <a:pt x="4775" y="15644"/>
                  </a:lnTo>
                  <a:cubicBezTo>
                    <a:pt x="4791" y="15645"/>
                    <a:pt x="4808" y="15646"/>
                    <a:pt x="4824" y="15646"/>
                  </a:cubicBezTo>
                  <a:cubicBezTo>
                    <a:pt x="5127" y="15646"/>
                    <a:pt x="5379" y="15442"/>
                    <a:pt x="5401" y="15134"/>
                  </a:cubicBezTo>
                  <a:cubicBezTo>
                    <a:pt x="5609" y="13396"/>
                    <a:pt x="6189" y="8019"/>
                    <a:pt x="6119" y="7788"/>
                  </a:cubicBezTo>
                  <a:cubicBezTo>
                    <a:pt x="6050" y="7602"/>
                    <a:pt x="5795" y="7116"/>
                    <a:pt x="5609" y="6768"/>
                  </a:cubicBezTo>
                  <a:cubicBezTo>
                    <a:pt x="5493" y="6559"/>
                    <a:pt x="5493" y="6304"/>
                    <a:pt x="5632" y="6096"/>
                  </a:cubicBezTo>
                  <a:cubicBezTo>
                    <a:pt x="5864" y="5655"/>
                    <a:pt x="6281" y="4983"/>
                    <a:pt x="6374" y="4752"/>
                  </a:cubicBezTo>
                  <a:cubicBezTo>
                    <a:pt x="6559" y="4404"/>
                    <a:pt x="6513" y="2017"/>
                    <a:pt x="6490" y="1785"/>
                  </a:cubicBezTo>
                  <a:cubicBezTo>
                    <a:pt x="6490" y="1577"/>
                    <a:pt x="4891" y="395"/>
                    <a:pt x="4613" y="186"/>
                  </a:cubicBezTo>
                  <a:lnTo>
                    <a:pt x="4613" y="117"/>
                  </a:lnTo>
                  <a:lnTo>
                    <a:pt x="3894" y="93"/>
                  </a:lnTo>
                  <a:lnTo>
                    <a:pt x="3315" y="24"/>
                  </a:lnTo>
                  <a:lnTo>
                    <a:pt x="3176" y="1"/>
                  </a:lnTo>
                  <a:close/>
                </a:path>
              </a:pathLst>
            </a:custGeom>
            <a:solidFill>
              <a:srgbClr val="00BE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p:cNvSpPr/>
            <p:nvPr/>
          </p:nvSpPr>
          <p:spPr>
            <a:xfrm>
              <a:off x="1874225" y="1457250"/>
              <a:ext cx="118800" cy="391100"/>
            </a:xfrm>
            <a:custGeom>
              <a:avLst/>
              <a:gdLst/>
              <a:ahLst/>
              <a:cxnLst/>
              <a:rect l="l" t="t" r="r" b="b"/>
              <a:pathLst>
                <a:path w="4752" h="15644" extrusionOk="0">
                  <a:moveTo>
                    <a:pt x="3176" y="1"/>
                  </a:moveTo>
                  <a:lnTo>
                    <a:pt x="3176" y="70"/>
                  </a:lnTo>
                  <a:cubicBezTo>
                    <a:pt x="2875" y="233"/>
                    <a:pt x="1113" y="1160"/>
                    <a:pt x="1067" y="1368"/>
                  </a:cubicBezTo>
                  <a:cubicBezTo>
                    <a:pt x="1021" y="1577"/>
                    <a:pt x="603" y="3941"/>
                    <a:pt x="696" y="4288"/>
                  </a:cubicBezTo>
                  <a:cubicBezTo>
                    <a:pt x="766" y="4543"/>
                    <a:pt x="1067" y="5285"/>
                    <a:pt x="1252" y="5725"/>
                  </a:cubicBezTo>
                  <a:cubicBezTo>
                    <a:pt x="1345" y="5957"/>
                    <a:pt x="1299" y="6235"/>
                    <a:pt x="1136" y="6420"/>
                  </a:cubicBezTo>
                  <a:cubicBezTo>
                    <a:pt x="905" y="6722"/>
                    <a:pt x="580" y="7162"/>
                    <a:pt x="487" y="7324"/>
                  </a:cubicBezTo>
                  <a:cubicBezTo>
                    <a:pt x="372" y="7556"/>
                    <a:pt x="94" y="12956"/>
                    <a:pt x="24" y="14717"/>
                  </a:cubicBezTo>
                  <a:cubicBezTo>
                    <a:pt x="1" y="15018"/>
                    <a:pt x="233" y="15273"/>
                    <a:pt x="557" y="15319"/>
                  </a:cubicBezTo>
                  <a:lnTo>
                    <a:pt x="2666" y="15482"/>
                  </a:lnTo>
                  <a:lnTo>
                    <a:pt x="4752" y="15644"/>
                  </a:lnTo>
                  <a:cubicBezTo>
                    <a:pt x="4474" y="15180"/>
                    <a:pt x="3987" y="14833"/>
                    <a:pt x="3454" y="14763"/>
                  </a:cubicBezTo>
                  <a:cubicBezTo>
                    <a:pt x="3310" y="14740"/>
                    <a:pt x="3164" y="14733"/>
                    <a:pt x="3016" y="14733"/>
                  </a:cubicBezTo>
                  <a:cubicBezTo>
                    <a:pt x="2754" y="14733"/>
                    <a:pt x="2489" y="14756"/>
                    <a:pt x="2232" y="14756"/>
                  </a:cubicBezTo>
                  <a:cubicBezTo>
                    <a:pt x="1910" y="14756"/>
                    <a:pt x="1600" y="14719"/>
                    <a:pt x="1322" y="14555"/>
                  </a:cubicBezTo>
                  <a:cubicBezTo>
                    <a:pt x="951" y="14300"/>
                    <a:pt x="742" y="13859"/>
                    <a:pt x="696" y="13442"/>
                  </a:cubicBezTo>
                  <a:cubicBezTo>
                    <a:pt x="650" y="13002"/>
                    <a:pt x="696" y="12562"/>
                    <a:pt x="766" y="12121"/>
                  </a:cubicBezTo>
                  <a:cubicBezTo>
                    <a:pt x="858" y="11426"/>
                    <a:pt x="928" y="10708"/>
                    <a:pt x="951" y="9966"/>
                  </a:cubicBezTo>
                  <a:cubicBezTo>
                    <a:pt x="997" y="8900"/>
                    <a:pt x="1299" y="7857"/>
                    <a:pt x="1716" y="6884"/>
                  </a:cubicBezTo>
                  <a:cubicBezTo>
                    <a:pt x="1785" y="6745"/>
                    <a:pt x="1808" y="6606"/>
                    <a:pt x="1855" y="6443"/>
                  </a:cubicBezTo>
                  <a:cubicBezTo>
                    <a:pt x="1971" y="5864"/>
                    <a:pt x="1785" y="5262"/>
                    <a:pt x="1646" y="4659"/>
                  </a:cubicBezTo>
                  <a:cubicBezTo>
                    <a:pt x="1530" y="4080"/>
                    <a:pt x="1484" y="3408"/>
                    <a:pt x="1855" y="2898"/>
                  </a:cubicBezTo>
                  <a:cubicBezTo>
                    <a:pt x="2063" y="2620"/>
                    <a:pt x="2411" y="2411"/>
                    <a:pt x="2759" y="2318"/>
                  </a:cubicBezTo>
                  <a:cubicBezTo>
                    <a:pt x="3106" y="2226"/>
                    <a:pt x="3477" y="2226"/>
                    <a:pt x="3848" y="2226"/>
                  </a:cubicBezTo>
                  <a:cubicBezTo>
                    <a:pt x="4010" y="2226"/>
                    <a:pt x="4172" y="2226"/>
                    <a:pt x="4311" y="2179"/>
                  </a:cubicBezTo>
                  <a:cubicBezTo>
                    <a:pt x="4474" y="2133"/>
                    <a:pt x="4705" y="1947"/>
                    <a:pt x="4613" y="1832"/>
                  </a:cubicBezTo>
                  <a:cubicBezTo>
                    <a:pt x="4402" y="1612"/>
                    <a:pt x="4120" y="1543"/>
                    <a:pt x="3807" y="1543"/>
                  </a:cubicBezTo>
                  <a:cubicBezTo>
                    <a:pt x="3279" y="1543"/>
                    <a:pt x="2661" y="1740"/>
                    <a:pt x="2141" y="1740"/>
                  </a:cubicBezTo>
                  <a:cubicBezTo>
                    <a:pt x="2123" y="1740"/>
                    <a:pt x="2105" y="1739"/>
                    <a:pt x="2087" y="1739"/>
                  </a:cubicBezTo>
                  <a:cubicBezTo>
                    <a:pt x="1971" y="1716"/>
                    <a:pt x="1785" y="1669"/>
                    <a:pt x="1785" y="1554"/>
                  </a:cubicBezTo>
                  <a:cubicBezTo>
                    <a:pt x="1762" y="1461"/>
                    <a:pt x="1832" y="1391"/>
                    <a:pt x="1901" y="1345"/>
                  </a:cubicBezTo>
                  <a:cubicBezTo>
                    <a:pt x="2365" y="905"/>
                    <a:pt x="2851" y="464"/>
                    <a:pt x="3315" y="24"/>
                  </a:cubicBezTo>
                  <a:lnTo>
                    <a:pt x="3176" y="1"/>
                  </a:lnTo>
                  <a:close/>
                </a:path>
              </a:pathLst>
            </a:custGeom>
            <a:solidFill>
              <a:srgbClr val="00BE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p:cNvSpPr/>
            <p:nvPr/>
          </p:nvSpPr>
          <p:spPr>
            <a:xfrm>
              <a:off x="1947225" y="1417275"/>
              <a:ext cx="52175" cy="44650"/>
            </a:xfrm>
            <a:custGeom>
              <a:avLst/>
              <a:gdLst/>
              <a:ahLst/>
              <a:cxnLst/>
              <a:rect l="l" t="t" r="r" b="b"/>
              <a:pathLst>
                <a:path w="2087" h="1786" extrusionOk="0">
                  <a:moveTo>
                    <a:pt x="256" y="1"/>
                  </a:moveTo>
                  <a:cubicBezTo>
                    <a:pt x="256" y="1"/>
                    <a:pt x="233" y="24"/>
                    <a:pt x="233" y="24"/>
                  </a:cubicBezTo>
                  <a:lnTo>
                    <a:pt x="209" y="24"/>
                  </a:lnTo>
                  <a:cubicBezTo>
                    <a:pt x="163" y="47"/>
                    <a:pt x="117" y="93"/>
                    <a:pt x="117" y="163"/>
                  </a:cubicBezTo>
                  <a:lnTo>
                    <a:pt x="1" y="1553"/>
                  </a:lnTo>
                  <a:lnTo>
                    <a:pt x="302" y="1692"/>
                  </a:lnTo>
                  <a:lnTo>
                    <a:pt x="1646" y="1785"/>
                  </a:lnTo>
                  <a:lnTo>
                    <a:pt x="1971" y="1716"/>
                  </a:lnTo>
                  <a:lnTo>
                    <a:pt x="2087" y="325"/>
                  </a:lnTo>
                  <a:cubicBezTo>
                    <a:pt x="2087" y="256"/>
                    <a:pt x="2040" y="209"/>
                    <a:pt x="1994" y="163"/>
                  </a:cubicBezTo>
                  <a:cubicBezTo>
                    <a:pt x="1971" y="163"/>
                    <a:pt x="1971" y="140"/>
                    <a:pt x="1948" y="140"/>
                  </a:cubicBezTo>
                  <a:cubicBezTo>
                    <a:pt x="1855" y="117"/>
                    <a:pt x="1693" y="93"/>
                    <a:pt x="1507" y="47"/>
                  </a:cubicBezTo>
                  <a:lnTo>
                    <a:pt x="1415" y="47"/>
                  </a:lnTo>
                  <a:cubicBezTo>
                    <a:pt x="1322" y="24"/>
                    <a:pt x="1229" y="24"/>
                    <a:pt x="1113" y="24"/>
                  </a:cubicBezTo>
                  <a:cubicBezTo>
                    <a:pt x="997" y="1"/>
                    <a:pt x="905" y="1"/>
                    <a:pt x="812" y="1"/>
                  </a:cubicBezTo>
                  <a:close/>
                </a:path>
              </a:pathLst>
            </a:custGeom>
            <a:solidFill>
              <a:srgbClr val="FF68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p:cNvSpPr/>
            <p:nvPr/>
          </p:nvSpPr>
          <p:spPr>
            <a:xfrm>
              <a:off x="1560800" y="1664450"/>
              <a:ext cx="1255525" cy="893075"/>
            </a:xfrm>
            <a:custGeom>
              <a:avLst/>
              <a:gdLst/>
              <a:ahLst/>
              <a:cxnLst/>
              <a:rect l="l" t="t" r="r" b="b"/>
              <a:pathLst>
                <a:path w="50221" h="35723" extrusionOk="0">
                  <a:moveTo>
                    <a:pt x="9624" y="0"/>
                  </a:moveTo>
                  <a:cubicBezTo>
                    <a:pt x="9367" y="0"/>
                    <a:pt x="9110" y="3"/>
                    <a:pt x="8853" y="9"/>
                  </a:cubicBezTo>
                  <a:cubicBezTo>
                    <a:pt x="8343" y="9"/>
                    <a:pt x="7995" y="519"/>
                    <a:pt x="8158" y="983"/>
                  </a:cubicBezTo>
                  <a:cubicBezTo>
                    <a:pt x="8575" y="2118"/>
                    <a:pt x="9247" y="3069"/>
                    <a:pt x="9989" y="4065"/>
                  </a:cubicBezTo>
                  <a:cubicBezTo>
                    <a:pt x="10939" y="5340"/>
                    <a:pt x="11843" y="6823"/>
                    <a:pt x="11680" y="8422"/>
                  </a:cubicBezTo>
                  <a:cubicBezTo>
                    <a:pt x="11263" y="12848"/>
                    <a:pt x="7045" y="15629"/>
                    <a:pt x="3917" y="18990"/>
                  </a:cubicBezTo>
                  <a:cubicBezTo>
                    <a:pt x="2572" y="20427"/>
                    <a:pt x="1437" y="21956"/>
                    <a:pt x="881" y="23787"/>
                  </a:cubicBezTo>
                  <a:cubicBezTo>
                    <a:pt x="0" y="26638"/>
                    <a:pt x="209" y="29789"/>
                    <a:pt x="1321" y="32547"/>
                  </a:cubicBezTo>
                  <a:cubicBezTo>
                    <a:pt x="2086" y="34494"/>
                    <a:pt x="4009" y="35722"/>
                    <a:pt x="6095" y="35722"/>
                  </a:cubicBezTo>
                  <a:lnTo>
                    <a:pt x="47162" y="35722"/>
                  </a:lnTo>
                  <a:cubicBezTo>
                    <a:pt x="48946" y="35722"/>
                    <a:pt x="50221" y="34030"/>
                    <a:pt x="49734" y="32315"/>
                  </a:cubicBezTo>
                  <a:cubicBezTo>
                    <a:pt x="49433" y="31296"/>
                    <a:pt x="48969" y="30322"/>
                    <a:pt x="48413" y="29419"/>
                  </a:cubicBezTo>
                  <a:cubicBezTo>
                    <a:pt x="47162" y="27425"/>
                    <a:pt x="45493" y="25687"/>
                    <a:pt x="44334" y="23625"/>
                  </a:cubicBezTo>
                  <a:cubicBezTo>
                    <a:pt x="43477" y="22118"/>
                    <a:pt x="42897" y="20450"/>
                    <a:pt x="41762" y="19152"/>
                  </a:cubicBezTo>
                  <a:cubicBezTo>
                    <a:pt x="39815" y="16950"/>
                    <a:pt x="36710" y="16394"/>
                    <a:pt x="34091" y="15073"/>
                  </a:cubicBezTo>
                  <a:cubicBezTo>
                    <a:pt x="33627" y="14865"/>
                    <a:pt x="33187" y="14633"/>
                    <a:pt x="32770" y="14378"/>
                  </a:cubicBezTo>
                  <a:cubicBezTo>
                    <a:pt x="30730" y="13196"/>
                    <a:pt x="28853" y="11690"/>
                    <a:pt x="27694" y="9650"/>
                  </a:cubicBezTo>
                  <a:cubicBezTo>
                    <a:pt x="27764" y="9465"/>
                    <a:pt x="27857" y="9303"/>
                    <a:pt x="27926" y="9140"/>
                  </a:cubicBezTo>
                  <a:cubicBezTo>
                    <a:pt x="28413" y="8167"/>
                    <a:pt x="28853" y="7194"/>
                    <a:pt x="29317" y="6220"/>
                  </a:cubicBezTo>
                  <a:cubicBezTo>
                    <a:pt x="29502" y="5850"/>
                    <a:pt x="29340" y="5409"/>
                    <a:pt x="28969" y="5224"/>
                  </a:cubicBezTo>
                  <a:cubicBezTo>
                    <a:pt x="25238" y="3555"/>
                    <a:pt x="21460" y="1887"/>
                    <a:pt x="17474" y="936"/>
                  </a:cubicBezTo>
                  <a:cubicBezTo>
                    <a:pt x="14898" y="324"/>
                    <a:pt x="12263" y="0"/>
                    <a:pt x="9624"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1781;p60">
            <a:extLst>
              <a:ext uri="{FF2B5EF4-FFF2-40B4-BE49-F238E27FC236}">
                <a16:creationId xmlns:a16="http://schemas.microsoft.com/office/drawing/2014/main" id="{507F1F4D-F1B6-49D2-98A5-5DD3E5972846}"/>
              </a:ext>
            </a:extLst>
          </p:cNvPr>
          <p:cNvGrpSpPr/>
          <p:nvPr/>
        </p:nvGrpSpPr>
        <p:grpSpPr>
          <a:xfrm>
            <a:off x="5957707" y="3359046"/>
            <a:ext cx="1183609" cy="1580259"/>
            <a:chOff x="4468075" y="3148300"/>
            <a:chExt cx="354650" cy="473500"/>
          </a:xfrm>
        </p:grpSpPr>
        <p:sp>
          <p:nvSpPr>
            <p:cNvPr id="23" name="Google Shape;1782;p60">
              <a:extLst>
                <a:ext uri="{FF2B5EF4-FFF2-40B4-BE49-F238E27FC236}">
                  <a16:creationId xmlns:a16="http://schemas.microsoft.com/office/drawing/2014/main" id="{2EB6E4D8-AD66-4830-94AE-52119A4CAC27}"/>
                </a:ext>
              </a:extLst>
            </p:cNvPr>
            <p:cNvSpPr/>
            <p:nvPr/>
          </p:nvSpPr>
          <p:spPr>
            <a:xfrm>
              <a:off x="4486175" y="3234300"/>
              <a:ext cx="312375" cy="380775"/>
            </a:xfrm>
            <a:custGeom>
              <a:avLst/>
              <a:gdLst/>
              <a:ahLst/>
              <a:cxnLst/>
              <a:rect l="l" t="t" r="r" b="b"/>
              <a:pathLst>
                <a:path w="12495" h="15231" extrusionOk="0">
                  <a:moveTo>
                    <a:pt x="12494" y="1"/>
                  </a:moveTo>
                  <a:lnTo>
                    <a:pt x="1" y="90"/>
                  </a:lnTo>
                  <a:lnTo>
                    <a:pt x="1237" y="15230"/>
                  </a:lnTo>
                  <a:lnTo>
                    <a:pt x="11104" y="15230"/>
                  </a:lnTo>
                  <a:lnTo>
                    <a:pt x="12494" y="1"/>
                  </a:ln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3;p60">
              <a:extLst>
                <a:ext uri="{FF2B5EF4-FFF2-40B4-BE49-F238E27FC236}">
                  <a16:creationId xmlns:a16="http://schemas.microsoft.com/office/drawing/2014/main" id="{2CDA70E4-CA53-4B3A-AAF9-A05491D8EC92}"/>
                </a:ext>
              </a:extLst>
            </p:cNvPr>
            <p:cNvSpPr/>
            <p:nvPr/>
          </p:nvSpPr>
          <p:spPr>
            <a:xfrm>
              <a:off x="4468075" y="3188650"/>
              <a:ext cx="350025" cy="64900"/>
            </a:xfrm>
            <a:custGeom>
              <a:avLst/>
              <a:gdLst/>
              <a:ahLst/>
              <a:cxnLst/>
              <a:rect l="l" t="t" r="r" b="b"/>
              <a:pathLst>
                <a:path w="14001" h="2596" extrusionOk="0">
                  <a:moveTo>
                    <a:pt x="1333" y="1"/>
                  </a:moveTo>
                  <a:cubicBezTo>
                    <a:pt x="1218" y="1"/>
                    <a:pt x="1115" y="26"/>
                    <a:pt x="1103" y="58"/>
                  </a:cubicBezTo>
                  <a:lnTo>
                    <a:pt x="20" y="2230"/>
                  </a:lnTo>
                  <a:cubicBezTo>
                    <a:pt x="1" y="2275"/>
                    <a:pt x="90" y="2595"/>
                    <a:pt x="225" y="2595"/>
                  </a:cubicBezTo>
                  <a:lnTo>
                    <a:pt x="13776" y="2595"/>
                  </a:lnTo>
                  <a:cubicBezTo>
                    <a:pt x="13917" y="2595"/>
                    <a:pt x="14000" y="2275"/>
                    <a:pt x="13968" y="2230"/>
                  </a:cubicBezTo>
                  <a:lnTo>
                    <a:pt x="12603" y="58"/>
                  </a:lnTo>
                  <a:cubicBezTo>
                    <a:pt x="12578" y="26"/>
                    <a:pt x="12475" y="1"/>
                    <a:pt x="12366"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84;p60">
              <a:extLst>
                <a:ext uri="{FF2B5EF4-FFF2-40B4-BE49-F238E27FC236}">
                  <a16:creationId xmlns:a16="http://schemas.microsoft.com/office/drawing/2014/main" id="{FAD54320-0023-430D-8996-7B2D898F7E40}"/>
                </a:ext>
              </a:extLst>
            </p:cNvPr>
            <p:cNvSpPr/>
            <p:nvPr/>
          </p:nvSpPr>
          <p:spPr>
            <a:xfrm>
              <a:off x="4496275" y="3561300"/>
              <a:ext cx="326450" cy="60500"/>
            </a:xfrm>
            <a:custGeom>
              <a:avLst/>
              <a:gdLst/>
              <a:ahLst/>
              <a:cxnLst/>
              <a:rect l="l" t="t" r="r" b="b"/>
              <a:pathLst>
                <a:path w="13058" h="2420" extrusionOk="0">
                  <a:moveTo>
                    <a:pt x="8629" y="1"/>
                  </a:moveTo>
                  <a:cubicBezTo>
                    <a:pt x="7957" y="1"/>
                    <a:pt x="7404" y="682"/>
                    <a:pt x="6901" y="1067"/>
                  </a:cubicBezTo>
                  <a:cubicBezTo>
                    <a:pt x="6572" y="1308"/>
                    <a:pt x="6239" y="1402"/>
                    <a:pt x="5902" y="1402"/>
                  </a:cubicBezTo>
                  <a:cubicBezTo>
                    <a:pt x="5398" y="1402"/>
                    <a:pt x="4887" y="1193"/>
                    <a:pt x="4376" y="958"/>
                  </a:cubicBezTo>
                  <a:cubicBezTo>
                    <a:pt x="3965" y="768"/>
                    <a:pt x="3599" y="662"/>
                    <a:pt x="3248" y="662"/>
                  </a:cubicBezTo>
                  <a:cubicBezTo>
                    <a:pt x="2806" y="662"/>
                    <a:pt x="2388" y="830"/>
                    <a:pt x="1935" y="1208"/>
                  </a:cubicBezTo>
                  <a:cubicBezTo>
                    <a:pt x="1352" y="1740"/>
                    <a:pt x="737" y="2060"/>
                    <a:pt x="0" y="2419"/>
                  </a:cubicBezTo>
                  <a:lnTo>
                    <a:pt x="13058" y="2278"/>
                  </a:lnTo>
                  <a:cubicBezTo>
                    <a:pt x="12520" y="2208"/>
                    <a:pt x="11975" y="2099"/>
                    <a:pt x="11469" y="1887"/>
                  </a:cubicBezTo>
                  <a:cubicBezTo>
                    <a:pt x="10578" y="1458"/>
                    <a:pt x="10040" y="747"/>
                    <a:pt x="9265" y="209"/>
                  </a:cubicBezTo>
                  <a:cubicBezTo>
                    <a:pt x="9041" y="62"/>
                    <a:pt x="8830" y="1"/>
                    <a:pt x="8629" y="1"/>
                  </a:cubicBez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85;p60">
              <a:extLst>
                <a:ext uri="{FF2B5EF4-FFF2-40B4-BE49-F238E27FC236}">
                  <a16:creationId xmlns:a16="http://schemas.microsoft.com/office/drawing/2014/main" id="{5AC11AF9-FBF2-4AA1-9947-BEAF33B0DDC4}"/>
                </a:ext>
              </a:extLst>
            </p:cNvPr>
            <p:cNvSpPr/>
            <p:nvPr/>
          </p:nvSpPr>
          <p:spPr>
            <a:xfrm>
              <a:off x="4496275" y="3560175"/>
              <a:ext cx="326450" cy="61625"/>
            </a:xfrm>
            <a:custGeom>
              <a:avLst/>
              <a:gdLst/>
              <a:ahLst/>
              <a:cxnLst/>
              <a:rect l="l" t="t" r="r" b="b"/>
              <a:pathLst>
                <a:path w="13058" h="2465" extrusionOk="0">
                  <a:moveTo>
                    <a:pt x="8604" y="0"/>
                  </a:moveTo>
                  <a:cubicBezTo>
                    <a:pt x="8468" y="0"/>
                    <a:pt x="8328" y="28"/>
                    <a:pt x="8182" y="94"/>
                  </a:cubicBezTo>
                  <a:cubicBezTo>
                    <a:pt x="7593" y="337"/>
                    <a:pt x="7202" y="869"/>
                    <a:pt x="6696" y="1183"/>
                  </a:cubicBezTo>
                  <a:cubicBezTo>
                    <a:pt x="6448" y="1332"/>
                    <a:pt x="6176" y="1392"/>
                    <a:pt x="5900" y="1392"/>
                  </a:cubicBezTo>
                  <a:cubicBezTo>
                    <a:pt x="5581" y="1392"/>
                    <a:pt x="5258" y="1312"/>
                    <a:pt x="4959" y="1196"/>
                  </a:cubicBezTo>
                  <a:cubicBezTo>
                    <a:pt x="4310" y="918"/>
                    <a:pt x="3778" y="668"/>
                    <a:pt x="3242" y="668"/>
                  </a:cubicBezTo>
                  <a:cubicBezTo>
                    <a:pt x="2826" y="668"/>
                    <a:pt x="2407" y="818"/>
                    <a:pt x="1929" y="1221"/>
                  </a:cubicBezTo>
                  <a:cubicBezTo>
                    <a:pt x="1365" y="1753"/>
                    <a:pt x="686" y="2118"/>
                    <a:pt x="0" y="2464"/>
                  </a:cubicBezTo>
                  <a:cubicBezTo>
                    <a:pt x="558" y="2208"/>
                    <a:pt x="1109" y="1932"/>
                    <a:pt x="1608" y="1561"/>
                  </a:cubicBezTo>
                  <a:cubicBezTo>
                    <a:pt x="2167" y="1075"/>
                    <a:pt x="2648" y="750"/>
                    <a:pt x="3252" y="750"/>
                  </a:cubicBezTo>
                  <a:cubicBezTo>
                    <a:pt x="3501" y="750"/>
                    <a:pt x="3771" y="805"/>
                    <a:pt x="4075" y="926"/>
                  </a:cubicBezTo>
                  <a:cubicBezTo>
                    <a:pt x="4639" y="1157"/>
                    <a:pt x="5209" y="1471"/>
                    <a:pt x="5837" y="1497"/>
                  </a:cubicBezTo>
                  <a:cubicBezTo>
                    <a:pt x="5864" y="1498"/>
                    <a:pt x="5891" y="1499"/>
                    <a:pt x="5918" y="1499"/>
                  </a:cubicBezTo>
                  <a:cubicBezTo>
                    <a:pt x="6369" y="1499"/>
                    <a:pt x="6798" y="1299"/>
                    <a:pt x="7125" y="991"/>
                  </a:cubicBezTo>
                  <a:cubicBezTo>
                    <a:pt x="7458" y="709"/>
                    <a:pt x="7817" y="350"/>
                    <a:pt x="8221" y="183"/>
                  </a:cubicBezTo>
                  <a:cubicBezTo>
                    <a:pt x="8353" y="123"/>
                    <a:pt x="8482" y="96"/>
                    <a:pt x="8606" y="96"/>
                  </a:cubicBezTo>
                  <a:cubicBezTo>
                    <a:pt x="9061" y="96"/>
                    <a:pt x="9463" y="444"/>
                    <a:pt x="9809" y="741"/>
                  </a:cubicBezTo>
                  <a:cubicBezTo>
                    <a:pt x="10277" y="1131"/>
                    <a:pt x="10732" y="1567"/>
                    <a:pt x="11277" y="1862"/>
                  </a:cubicBezTo>
                  <a:cubicBezTo>
                    <a:pt x="11828" y="2144"/>
                    <a:pt x="12456" y="2246"/>
                    <a:pt x="13058" y="2323"/>
                  </a:cubicBezTo>
                  <a:cubicBezTo>
                    <a:pt x="12462" y="2227"/>
                    <a:pt x="11841" y="2112"/>
                    <a:pt x="11302" y="1811"/>
                  </a:cubicBezTo>
                  <a:cubicBezTo>
                    <a:pt x="10771" y="1516"/>
                    <a:pt x="10328" y="1080"/>
                    <a:pt x="9867" y="677"/>
                  </a:cubicBezTo>
                  <a:cubicBezTo>
                    <a:pt x="9503" y="352"/>
                    <a:pt x="9084" y="0"/>
                    <a:pt x="8604"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86;p60">
              <a:extLst>
                <a:ext uri="{FF2B5EF4-FFF2-40B4-BE49-F238E27FC236}">
                  <a16:creationId xmlns:a16="http://schemas.microsoft.com/office/drawing/2014/main" id="{6C2E89C6-E1D2-436B-B138-04F2847E26B4}"/>
                </a:ext>
              </a:extLst>
            </p:cNvPr>
            <p:cNvSpPr/>
            <p:nvPr/>
          </p:nvSpPr>
          <p:spPr>
            <a:xfrm>
              <a:off x="4617675" y="3319275"/>
              <a:ext cx="70025" cy="45925"/>
            </a:xfrm>
            <a:custGeom>
              <a:avLst/>
              <a:gdLst/>
              <a:ahLst/>
              <a:cxnLst/>
              <a:rect l="l" t="t" r="r" b="b"/>
              <a:pathLst>
                <a:path w="2801" h="1837" extrusionOk="0">
                  <a:moveTo>
                    <a:pt x="1442" y="1"/>
                  </a:moveTo>
                  <a:cubicBezTo>
                    <a:pt x="1326" y="1"/>
                    <a:pt x="1210" y="4"/>
                    <a:pt x="1090" y="4"/>
                  </a:cubicBezTo>
                  <a:lnTo>
                    <a:pt x="1" y="4"/>
                  </a:lnTo>
                  <a:cubicBezTo>
                    <a:pt x="116" y="42"/>
                    <a:pt x="231" y="81"/>
                    <a:pt x="334" y="145"/>
                  </a:cubicBezTo>
                  <a:cubicBezTo>
                    <a:pt x="417" y="202"/>
                    <a:pt x="488" y="279"/>
                    <a:pt x="552" y="356"/>
                  </a:cubicBezTo>
                  <a:cubicBezTo>
                    <a:pt x="731" y="593"/>
                    <a:pt x="853" y="869"/>
                    <a:pt x="981" y="1138"/>
                  </a:cubicBezTo>
                  <a:cubicBezTo>
                    <a:pt x="1039" y="1259"/>
                    <a:pt x="1103" y="1388"/>
                    <a:pt x="1154" y="1516"/>
                  </a:cubicBezTo>
                  <a:cubicBezTo>
                    <a:pt x="1090" y="1548"/>
                    <a:pt x="1020" y="1580"/>
                    <a:pt x="949" y="1612"/>
                  </a:cubicBezTo>
                  <a:cubicBezTo>
                    <a:pt x="936" y="1618"/>
                    <a:pt x="917" y="1625"/>
                    <a:pt x="904" y="1644"/>
                  </a:cubicBezTo>
                  <a:cubicBezTo>
                    <a:pt x="898" y="1657"/>
                    <a:pt x="898" y="1682"/>
                    <a:pt x="898" y="1702"/>
                  </a:cubicBezTo>
                  <a:cubicBezTo>
                    <a:pt x="904" y="1727"/>
                    <a:pt x="936" y="1740"/>
                    <a:pt x="962" y="1746"/>
                  </a:cubicBezTo>
                  <a:cubicBezTo>
                    <a:pt x="1308" y="1772"/>
                    <a:pt x="1654" y="1798"/>
                    <a:pt x="2000" y="1830"/>
                  </a:cubicBezTo>
                  <a:cubicBezTo>
                    <a:pt x="2057" y="1830"/>
                    <a:pt x="2115" y="1836"/>
                    <a:pt x="2173" y="1836"/>
                  </a:cubicBezTo>
                  <a:cubicBezTo>
                    <a:pt x="2179" y="1836"/>
                    <a:pt x="2186" y="1836"/>
                    <a:pt x="2192" y="1830"/>
                  </a:cubicBezTo>
                  <a:cubicBezTo>
                    <a:pt x="2371" y="1522"/>
                    <a:pt x="2551" y="1221"/>
                    <a:pt x="2730" y="920"/>
                  </a:cubicBezTo>
                  <a:cubicBezTo>
                    <a:pt x="2756" y="869"/>
                    <a:pt x="2794" y="817"/>
                    <a:pt x="2801" y="760"/>
                  </a:cubicBezTo>
                  <a:cubicBezTo>
                    <a:pt x="2801" y="728"/>
                    <a:pt x="2801" y="696"/>
                    <a:pt x="2775" y="676"/>
                  </a:cubicBezTo>
                  <a:cubicBezTo>
                    <a:pt x="2771" y="675"/>
                    <a:pt x="2768" y="675"/>
                    <a:pt x="2764" y="675"/>
                  </a:cubicBezTo>
                  <a:cubicBezTo>
                    <a:pt x="2748" y="675"/>
                    <a:pt x="2733" y="684"/>
                    <a:pt x="2717" y="689"/>
                  </a:cubicBezTo>
                  <a:cubicBezTo>
                    <a:pt x="2621" y="728"/>
                    <a:pt x="2525" y="779"/>
                    <a:pt x="2429" y="817"/>
                  </a:cubicBezTo>
                  <a:cubicBezTo>
                    <a:pt x="2339" y="644"/>
                    <a:pt x="2256" y="471"/>
                    <a:pt x="2166" y="305"/>
                  </a:cubicBezTo>
                  <a:cubicBezTo>
                    <a:pt x="2128" y="234"/>
                    <a:pt x="2070" y="170"/>
                    <a:pt x="2006" y="125"/>
                  </a:cubicBezTo>
                  <a:cubicBezTo>
                    <a:pt x="1891" y="49"/>
                    <a:pt x="1756" y="16"/>
                    <a:pt x="1615" y="4"/>
                  </a:cubicBezTo>
                  <a:cubicBezTo>
                    <a:pt x="1558" y="2"/>
                    <a:pt x="1500" y="1"/>
                    <a:pt x="1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87;p60">
              <a:extLst>
                <a:ext uri="{FF2B5EF4-FFF2-40B4-BE49-F238E27FC236}">
                  <a16:creationId xmlns:a16="http://schemas.microsoft.com/office/drawing/2014/main" id="{FBE8A478-C593-4961-A0B5-A06EA0DFD81A}"/>
                </a:ext>
              </a:extLst>
            </p:cNvPr>
            <p:cNvSpPr/>
            <p:nvPr/>
          </p:nvSpPr>
          <p:spPr>
            <a:xfrm>
              <a:off x="4589800" y="3323125"/>
              <a:ext cx="45375" cy="48475"/>
            </a:xfrm>
            <a:custGeom>
              <a:avLst/>
              <a:gdLst/>
              <a:ahLst/>
              <a:cxnLst/>
              <a:rect l="l" t="t" r="r" b="b"/>
              <a:pathLst>
                <a:path w="1815" h="1939" extrusionOk="0">
                  <a:moveTo>
                    <a:pt x="995" y="1"/>
                  </a:moveTo>
                  <a:cubicBezTo>
                    <a:pt x="980" y="1"/>
                    <a:pt x="964" y="2"/>
                    <a:pt x="949" y="3"/>
                  </a:cubicBezTo>
                  <a:cubicBezTo>
                    <a:pt x="866" y="10"/>
                    <a:pt x="783" y="23"/>
                    <a:pt x="719" y="74"/>
                  </a:cubicBezTo>
                  <a:cubicBezTo>
                    <a:pt x="687" y="93"/>
                    <a:pt x="661" y="125"/>
                    <a:pt x="642" y="157"/>
                  </a:cubicBezTo>
                  <a:cubicBezTo>
                    <a:pt x="552" y="298"/>
                    <a:pt x="462" y="439"/>
                    <a:pt x="379" y="580"/>
                  </a:cubicBezTo>
                  <a:cubicBezTo>
                    <a:pt x="251" y="785"/>
                    <a:pt x="123" y="984"/>
                    <a:pt x="1" y="1182"/>
                  </a:cubicBezTo>
                  <a:cubicBezTo>
                    <a:pt x="360" y="1426"/>
                    <a:pt x="719" y="1663"/>
                    <a:pt x="1077" y="1906"/>
                  </a:cubicBezTo>
                  <a:cubicBezTo>
                    <a:pt x="1097" y="1919"/>
                    <a:pt x="1116" y="1932"/>
                    <a:pt x="1135" y="1938"/>
                  </a:cubicBezTo>
                  <a:cubicBezTo>
                    <a:pt x="1180" y="1861"/>
                    <a:pt x="1231" y="1785"/>
                    <a:pt x="1282" y="1708"/>
                  </a:cubicBezTo>
                  <a:cubicBezTo>
                    <a:pt x="1455" y="1432"/>
                    <a:pt x="1628" y="1163"/>
                    <a:pt x="1808" y="894"/>
                  </a:cubicBezTo>
                  <a:cubicBezTo>
                    <a:pt x="1814" y="881"/>
                    <a:pt x="1814" y="868"/>
                    <a:pt x="1808" y="862"/>
                  </a:cubicBezTo>
                  <a:cubicBezTo>
                    <a:pt x="1718" y="663"/>
                    <a:pt x="1622" y="471"/>
                    <a:pt x="1487" y="305"/>
                  </a:cubicBezTo>
                  <a:cubicBezTo>
                    <a:pt x="1417" y="215"/>
                    <a:pt x="1340" y="132"/>
                    <a:pt x="1244" y="74"/>
                  </a:cubicBezTo>
                  <a:cubicBezTo>
                    <a:pt x="1168" y="30"/>
                    <a:pt x="1082" y="1"/>
                    <a:pt x="9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88;p60">
              <a:extLst>
                <a:ext uri="{FF2B5EF4-FFF2-40B4-BE49-F238E27FC236}">
                  <a16:creationId xmlns:a16="http://schemas.microsoft.com/office/drawing/2014/main" id="{9165B716-EE01-464D-B45D-0ABC62136050}"/>
                </a:ext>
              </a:extLst>
            </p:cNvPr>
            <p:cNvSpPr/>
            <p:nvPr/>
          </p:nvSpPr>
          <p:spPr>
            <a:xfrm>
              <a:off x="4660775" y="3358275"/>
              <a:ext cx="47750" cy="45025"/>
            </a:xfrm>
            <a:custGeom>
              <a:avLst/>
              <a:gdLst/>
              <a:ahLst/>
              <a:cxnLst/>
              <a:rect l="l" t="t" r="r" b="b"/>
              <a:pathLst>
                <a:path w="1910" h="1801" extrusionOk="0">
                  <a:moveTo>
                    <a:pt x="1160" y="1"/>
                  </a:moveTo>
                  <a:cubicBezTo>
                    <a:pt x="1102" y="33"/>
                    <a:pt x="1051" y="71"/>
                    <a:pt x="993" y="103"/>
                  </a:cubicBezTo>
                  <a:cubicBezTo>
                    <a:pt x="724" y="257"/>
                    <a:pt x="462" y="404"/>
                    <a:pt x="199" y="558"/>
                  </a:cubicBezTo>
                  <a:cubicBezTo>
                    <a:pt x="135" y="603"/>
                    <a:pt x="64" y="635"/>
                    <a:pt x="0" y="680"/>
                  </a:cubicBezTo>
                  <a:cubicBezTo>
                    <a:pt x="7" y="699"/>
                    <a:pt x="20" y="718"/>
                    <a:pt x="26" y="737"/>
                  </a:cubicBezTo>
                  <a:cubicBezTo>
                    <a:pt x="244" y="1090"/>
                    <a:pt x="455" y="1449"/>
                    <a:pt x="673" y="1801"/>
                  </a:cubicBezTo>
                  <a:lnTo>
                    <a:pt x="1256" y="1801"/>
                  </a:lnTo>
                  <a:cubicBezTo>
                    <a:pt x="1314" y="1801"/>
                    <a:pt x="1371" y="1788"/>
                    <a:pt x="1423" y="1769"/>
                  </a:cubicBezTo>
                  <a:cubicBezTo>
                    <a:pt x="1538" y="1724"/>
                    <a:pt x="1647" y="1647"/>
                    <a:pt x="1737" y="1564"/>
                  </a:cubicBezTo>
                  <a:cubicBezTo>
                    <a:pt x="1820" y="1481"/>
                    <a:pt x="1897" y="1372"/>
                    <a:pt x="1903" y="1250"/>
                  </a:cubicBezTo>
                  <a:cubicBezTo>
                    <a:pt x="1910" y="1179"/>
                    <a:pt x="1884" y="1103"/>
                    <a:pt x="1839" y="1039"/>
                  </a:cubicBezTo>
                  <a:cubicBezTo>
                    <a:pt x="1615" y="693"/>
                    <a:pt x="1391" y="347"/>
                    <a:pt x="11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89;p60">
              <a:extLst>
                <a:ext uri="{FF2B5EF4-FFF2-40B4-BE49-F238E27FC236}">
                  <a16:creationId xmlns:a16="http://schemas.microsoft.com/office/drawing/2014/main" id="{C49B2D4C-3F3E-4D57-A4D7-8FB3AA120E51}"/>
                </a:ext>
              </a:extLst>
            </p:cNvPr>
            <p:cNvSpPr/>
            <p:nvPr/>
          </p:nvSpPr>
          <p:spPr>
            <a:xfrm>
              <a:off x="4568500" y="3367075"/>
              <a:ext cx="49525" cy="67800"/>
            </a:xfrm>
            <a:custGeom>
              <a:avLst/>
              <a:gdLst/>
              <a:ahLst/>
              <a:cxnLst/>
              <a:rect l="l" t="t" r="r" b="b"/>
              <a:pathLst>
                <a:path w="1981" h="2712" extrusionOk="0">
                  <a:moveTo>
                    <a:pt x="1391" y="1"/>
                  </a:moveTo>
                  <a:cubicBezTo>
                    <a:pt x="1314" y="1"/>
                    <a:pt x="1231" y="1"/>
                    <a:pt x="1154" y="7"/>
                  </a:cubicBezTo>
                  <a:lnTo>
                    <a:pt x="917" y="7"/>
                  </a:lnTo>
                  <a:cubicBezTo>
                    <a:pt x="869" y="14"/>
                    <a:pt x="819" y="15"/>
                    <a:pt x="770" y="15"/>
                  </a:cubicBezTo>
                  <a:cubicBezTo>
                    <a:pt x="720" y="15"/>
                    <a:pt x="670" y="14"/>
                    <a:pt x="622" y="14"/>
                  </a:cubicBezTo>
                  <a:cubicBezTo>
                    <a:pt x="520" y="27"/>
                    <a:pt x="424" y="20"/>
                    <a:pt x="328" y="27"/>
                  </a:cubicBezTo>
                  <a:cubicBezTo>
                    <a:pt x="299" y="30"/>
                    <a:pt x="270" y="30"/>
                    <a:pt x="241" y="30"/>
                  </a:cubicBezTo>
                  <a:cubicBezTo>
                    <a:pt x="212" y="30"/>
                    <a:pt x="183" y="30"/>
                    <a:pt x="155" y="33"/>
                  </a:cubicBezTo>
                  <a:cubicBezTo>
                    <a:pt x="110" y="33"/>
                    <a:pt x="78" y="78"/>
                    <a:pt x="91" y="123"/>
                  </a:cubicBezTo>
                  <a:cubicBezTo>
                    <a:pt x="103" y="142"/>
                    <a:pt x="123" y="161"/>
                    <a:pt x="148" y="174"/>
                  </a:cubicBezTo>
                  <a:cubicBezTo>
                    <a:pt x="219" y="212"/>
                    <a:pt x="283" y="257"/>
                    <a:pt x="353" y="296"/>
                  </a:cubicBezTo>
                  <a:cubicBezTo>
                    <a:pt x="366" y="302"/>
                    <a:pt x="379" y="309"/>
                    <a:pt x="392" y="321"/>
                  </a:cubicBezTo>
                  <a:cubicBezTo>
                    <a:pt x="379" y="347"/>
                    <a:pt x="366" y="366"/>
                    <a:pt x="353" y="385"/>
                  </a:cubicBezTo>
                  <a:cubicBezTo>
                    <a:pt x="270" y="514"/>
                    <a:pt x="187" y="635"/>
                    <a:pt x="110" y="763"/>
                  </a:cubicBezTo>
                  <a:cubicBezTo>
                    <a:pt x="52" y="860"/>
                    <a:pt x="1" y="968"/>
                    <a:pt x="14" y="1077"/>
                  </a:cubicBezTo>
                  <a:cubicBezTo>
                    <a:pt x="33" y="1199"/>
                    <a:pt x="103" y="1295"/>
                    <a:pt x="161" y="1398"/>
                  </a:cubicBezTo>
                  <a:cubicBezTo>
                    <a:pt x="392" y="1795"/>
                    <a:pt x="616" y="2192"/>
                    <a:pt x="840" y="2583"/>
                  </a:cubicBezTo>
                  <a:cubicBezTo>
                    <a:pt x="866" y="2628"/>
                    <a:pt x="891" y="2673"/>
                    <a:pt x="917" y="2711"/>
                  </a:cubicBezTo>
                  <a:cubicBezTo>
                    <a:pt x="898" y="2628"/>
                    <a:pt x="891" y="2545"/>
                    <a:pt x="891" y="2461"/>
                  </a:cubicBezTo>
                  <a:cubicBezTo>
                    <a:pt x="885" y="2320"/>
                    <a:pt x="936" y="2173"/>
                    <a:pt x="1013" y="2051"/>
                  </a:cubicBezTo>
                  <a:cubicBezTo>
                    <a:pt x="1225" y="1712"/>
                    <a:pt x="1442" y="1372"/>
                    <a:pt x="1660" y="1033"/>
                  </a:cubicBezTo>
                  <a:cubicBezTo>
                    <a:pt x="1673" y="1039"/>
                    <a:pt x="1686" y="1045"/>
                    <a:pt x="1699" y="1052"/>
                  </a:cubicBezTo>
                  <a:cubicBezTo>
                    <a:pt x="1756" y="1090"/>
                    <a:pt x="1814" y="1122"/>
                    <a:pt x="1865" y="1154"/>
                  </a:cubicBezTo>
                  <a:cubicBezTo>
                    <a:pt x="1884" y="1167"/>
                    <a:pt x="1897" y="1173"/>
                    <a:pt x="1917" y="1180"/>
                  </a:cubicBezTo>
                  <a:cubicBezTo>
                    <a:pt x="1920" y="1181"/>
                    <a:pt x="1924" y="1182"/>
                    <a:pt x="1927" y="1182"/>
                  </a:cubicBezTo>
                  <a:cubicBezTo>
                    <a:pt x="1944" y="1182"/>
                    <a:pt x="1963" y="1170"/>
                    <a:pt x="1968" y="1154"/>
                  </a:cubicBezTo>
                  <a:cubicBezTo>
                    <a:pt x="1981" y="1109"/>
                    <a:pt x="1961" y="1071"/>
                    <a:pt x="1942" y="1033"/>
                  </a:cubicBezTo>
                  <a:cubicBezTo>
                    <a:pt x="1756" y="687"/>
                    <a:pt x="1577" y="347"/>
                    <a:pt x="13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90;p60">
              <a:extLst>
                <a:ext uri="{FF2B5EF4-FFF2-40B4-BE49-F238E27FC236}">
                  <a16:creationId xmlns:a16="http://schemas.microsoft.com/office/drawing/2014/main" id="{9DAF9217-748A-4EDD-A396-3E68E97BAA86}"/>
                </a:ext>
              </a:extLst>
            </p:cNvPr>
            <p:cNvSpPr/>
            <p:nvPr/>
          </p:nvSpPr>
          <p:spPr>
            <a:xfrm>
              <a:off x="4643300" y="3399600"/>
              <a:ext cx="65075" cy="53750"/>
            </a:xfrm>
            <a:custGeom>
              <a:avLst/>
              <a:gdLst/>
              <a:ahLst/>
              <a:cxnLst/>
              <a:rect l="l" t="t" r="r" b="b"/>
              <a:pathLst>
                <a:path w="2603" h="2150" extrusionOk="0">
                  <a:moveTo>
                    <a:pt x="2602" y="1"/>
                  </a:moveTo>
                  <a:cubicBezTo>
                    <a:pt x="2480" y="135"/>
                    <a:pt x="2327" y="250"/>
                    <a:pt x="2154" y="295"/>
                  </a:cubicBezTo>
                  <a:cubicBezTo>
                    <a:pt x="2026" y="334"/>
                    <a:pt x="1891" y="340"/>
                    <a:pt x="1756" y="347"/>
                  </a:cubicBezTo>
                  <a:lnTo>
                    <a:pt x="719" y="347"/>
                  </a:lnTo>
                  <a:cubicBezTo>
                    <a:pt x="719" y="270"/>
                    <a:pt x="725" y="199"/>
                    <a:pt x="719" y="122"/>
                  </a:cubicBezTo>
                  <a:cubicBezTo>
                    <a:pt x="719" y="90"/>
                    <a:pt x="712" y="52"/>
                    <a:pt x="686" y="33"/>
                  </a:cubicBezTo>
                  <a:cubicBezTo>
                    <a:pt x="681" y="32"/>
                    <a:pt x="675" y="31"/>
                    <a:pt x="670" y="31"/>
                  </a:cubicBezTo>
                  <a:cubicBezTo>
                    <a:pt x="644" y="31"/>
                    <a:pt x="619" y="43"/>
                    <a:pt x="603" y="65"/>
                  </a:cubicBezTo>
                  <a:cubicBezTo>
                    <a:pt x="411" y="411"/>
                    <a:pt x="212" y="750"/>
                    <a:pt x="14" y="1090"/>
                  </a:cubicBezTo>
                  <a:cubicBezTo>
                    <a:pt x="7" y="1103"/>
                    <a:pt x="1" y="1109"/>
                    <a:pt x="14" y="1122"/>
                  </a:cubicBezTo>
                  <a:cubicBezTo>
                    <a:pt x="219" y="1436"/>
                    <a:pt x="424" y="1756"/>
                    <a:pt x="629" y="2070"/>
                  </a:cubicBezTo>
                  <a:cubicBezTo>
                    <a:pt x="648" y="2096"/>
                    <a:pt x="667" y="2128"/>
                    <a:pt x="693" y="2147"/>
                  </a:cubicBezTo>
                  <a:cubicBezTo>
                    <a:pt x="701" y="2149"/>
                    <a:pt x="710" y="2150"/>
                    <a:pt x="719" y="2150"/>
                  </a:cubicBezTo>
                  <a:cubicBezTo>
                    <a:pt x="736" y="2150"/>
                    <a:pt x="753" y="2147"/>
                    <a:pt x="770" y="2147"/>
                  </a:cubicBezTo>
                  <a:cubicBezTo>
                    <a:pt x="795" y="2147"/>
                    <a:pt x="808" y="2121"/>
                    <a:pt x="802" y="2102"/>
                  </a:cubicBezTo>
                  <a:cubicBezTo>
                    <a:pt x="802" y="1993"/>
                    <a:pt x="802" y="1884"/>
                    <a:pt x="802" y="1775"/>
                  </a:cubicBezTo>
                  <a:lnTo>
                    <a:pt x="1212" y="1775"/>
                  </a:lnTo>
                  <a:cubicBezTo>
                    <a:pt x="1248" y="1775"/>
                    <a:pt x="1283" y="1776"/>
                    <a:pt x="1317" y="1776"/>
                  </a:cubicBezTo>
                  <a:cubicBezTo>
                    <a:pt x="1368" y="1776"/>
                    <a:pt x="1418" y="1774"/>
                    <a:pt x="1468" y="1763"/>
                  </a:cubicBezTo>
                  <a:cubicBezTo>
                    <a:pt x="1577" y="1737"/>
                    <a:pt x="1667" y="1679"/>
                    <a:pt x="1724" y="1583"/>
                  </a:cubicBezTo>
                  <a:cubicBezTo>
                    <a:pt x="1776" y="1506"/>
                    <a:pt x="1814" y="1429"/>
                    <a:pt x="1859" y="1346"/>
                  </a:cubicBezTo>
                  <a:cubicBezTo>
                    <a:pt x="2102" y="898"/>
                    <a:pt x="2352" y="449"/>
                    <a:pt x="26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91;p60">
              <a:extLst>
                <a:ext uri="{FF2B5EF4-FFF2-40B4-BE49-F238E27FC236}">
                  <a16:creationId xmlns:a16="http://schemas.microsoft.com/office/drawing/2014/main" id="{0BB6DF37-B5E5-49FB-95BD-84220DECA690}"/>
                </a:ext>
              </a:extLst>
            </p:cNvPr>
            <p:cNvSpPr/>
            <p:nvPr/>
          </p:nvSpPr>
          <p:spPr>
            <a:xfrm>
              <a:off x="4595250" y="3409225"/>
              <a:ext cx="42000" cy="34450"/>
            </a:xfrm>
            <a:custGeom>
              <a:avLst/>
              <a:gdLst/>
              <a:ahLst/>
              <a:cxnLst/>
              <a:rect l="l" t="t" r="r" b="b"/>
              <a:pathLst>
                <a:path w="1680" h="1378" extrusionOk="0">
                  <a:moveTo>
                    <a:pt x="398" y="0"/>
                  </a:moveTo>
                  <a:cubicBezTo>
                    <a:pt x="328" y="103"/>
                    <a:pt x="257" y="205"/>
                    <a:pt x="193" y="308"/>
                  </a:cubicBezTo>
                  <a:cubicBezTo>
                    <a:pt x="135" y="391"/>
                    <a:pt x="84" y="481"/>
                    <a:pt x="52" y="577"/>
                  </a:cubicBezTo>
                  <a:cubicBezTo>
                    <a:pt x="1" y="730"/>
                    <a:pt x="1" y="891"/>
                    <a:pt x="26" y="1051"/>
                  </a:cubicBezTo>
                  <a:cubicBezTo>
                    <a:pt x="39" y="1140"/>
                    <a:pt x="71" y="1224"/>
                    <a:pt x="135" y="1294"/>
                  </a:cubicBezTo>
                  <a:cubicBezTo>
                    <a:pt x="193" y="1352"/>
                    <a:pt x="276" y="1378"/>
                    <a:pt x="353" y="1378"/>
                  </a:cubicBezTo>
                  <a:lnTo>
                    <a:pt x="1679" y="1378"/>
                  </a:lnTo>
                  <a:cubicBezTo>
                    <a:pt x="1679" y="916"/>
                    <a:pt x="1679" y="455"/>
                    <a:pt x="16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92;p60">
              <a:extLst>
                <a:ext uri="{FF2B5EF4-FFF2-40B4-BE49-F238E27FC236}">
                  <a16:creationId xmlns:a16="http://schemas.microsoft.com/office/drawing/2014/main" id="{8B6DBADC-CE0B-417A-9B9B-DC4EC1D02F12}"/>
                </a:ext>
              </a:extLst>
            </p:cNvPr>
            <p:cNvSpPr/>
            <p:nvPr/>
          </p:nvSpPr>
          <p:spPr>
            <a:xfrm>
              <a:off x="4485850" y="3198900"/>
              <a:ext cx="312525" cy="33350"/>
            </a:xfrm>
            <a:custGeom>
              <a:avLst/>
              <a:gdLst/>
              <a:ahLst/>
              <a:cxnLst/>
              <a:rect l="l" t="t" r="r" b="b"/>
              <a:pathLst>
                <a:path w="12501" h="1334" extrusionOk="0">
                  <a:moveTo>
                    <a:pt x="802" y="1"/>
                  </a:moveTo>
                  <a:cubicBezTo>
                    <a:pt x="693" y="1"/>
                    <a:pt x="597" y="20"/>
                    <a:pt x="590" y="39"/>
                  </a:cubicBezTo>
                  <a:lnTo>
                    <a:pt x="14" y="1288"/>
                  </a:lnTo>
                  <a:cubicBezTo>
                    <a:pt x="1" y="1314"/>
                    <a:pt x="90" y="1333"/>
                    <a:pt x="212" y="1333"/>
                  </a:cubicBezTo>
                  <a:lnTo>
                    <a:pt x="12296" y="1333"/>
                  </a:lnTo>
                  <a:cubicBezTo>
                    <a:pt x="12418" y="1333"/>
                    <a:pt x="12501" y="1314"/>
                    <a:pt x="12482" y="1288"/>
                  </a:cubicBezTo>
                  <a:lnTo>
                    <a:pt x="11745" y="39"/>
                  </a:lnTo>
                  <a:cubicBezTo>
                    <a:pt x="11732" y="20"/>
                    <a:pt x="11636" y="1"/>
                    <a:pt x="115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93;p60">
              <a:extLst>
                <a:ext uri="{FF2B5EF4-FFF2-40B4-BE49-F238E27FC236}">
                  <a16:creationId xmlns:a16="http://schemas.microsoft.com/office/drawing/2014/main" id="{0B0E61A8-49EC-40B1-A397-A62EB12BF63A}"/>
                </a:ext>
              </a:extLst>
            </p:cNvPr>
            <p:cNvSpPr/>
            <p:nvPr/>
          </p:nvSpPr>
          <p:spPr>
            <a:xfrm>
              <a:off x="4508925" y="3242125"/>
              <a:ext cx="42800" cy="17375"/>
            </a:xfrm>
            <a:custGeom>
              <a:avLst/>
              <a:gdLst/>
              <a:ahLst/>
              <a:cxnLst/>
              <a:rect l="l" t="t" r="r" b="b"/>
              <a:pathLst>
                <a:path w="1712" h="695" extrusionOk="0">
                  <a:moveTo>
                    <a:pt x="1550" y="1"/>
                  </a:moveTo>
                  <a:cubicBezTo>
                    <a:pt x="1536" y="1"/>
                    <a:pt x="1521" y="3"/>
                    <a:pt x="1506" y="8"/>
                  </a:cubicBezTo>
                  <a:lnTo>
                    <a:pt x="122" y="412"/>
                  </a:lnTo>
                  <a:cubicBezTo>
                    <a:pt x="45" y="431"/>
                    <a:pt x="0" y="514"/>
                    <a:pt x="26" y="591"/>
                  </a:cubicBezTo>
                  <a:cubicBezTo>
                    <a:pt x="42" y="653"/>
                    <a:pt x="99" y="694"/>
                    <a:pt x="158" y="694"/>
                  </a:cubicBezTo>
                  <a:cubicBezTo>
                    <a:pt x="171" y="694"/>
                    <a:pt x="185" y="692"/>
                    <a:pt x="199" y="687"/>
                  </a:cubicBezTo>
                  <a:lnTo>
                    <a:pt x="1589" y="283"/>
                  </a:lnTo>
                  <a:cubicBezTo>
                    <a:pt x="1666" y="264"/>
                    <a:pt x="1711" y="181"/>
                    <a:pt x="1685" y="104"/>
                  </a:cubicBezTo>
                  <a:cubicBezTo>
                    <a:pt x="1670" y="42"/>
                    <a:pt x="1613" y="1"/>
                    <a:pt x="155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94;p60">
              <a:extLst>
                <a:ext uri="{FF2B5EF4-FFF2-40B4-BE49-F238E27FC236}">
                  <a16:creationId xmlns:a16="http://schemas.microsoft.com/office/drawing/2014/main" id="{C9C79BFA-9007-4FB7-B7BE-BE70C8575D2D}"/>
                </a:ext>
              </a:extLst>
            </p:cNvPr>
            <p:cNvSpPr/>
            <p:nvPr/>
          </p:nvSpPr>
          <p:spPr>
            <a:xfrm>
              <a:off x="4488100" y="3172550"/>
              <a:ext cx="62975" cy="81100"/>
            </a:xfrm>
            <a:custGeom>
              <a:avLst/>
              <a:gdLst/>
              <a:ahLst/>
              <a:cxnLst/>
              <a:rect l="l" t="t" r="r" b="b"/>
              <a:pathLst>
                <a:path w="2519" h="3244" extrusionOk="0">
                  <a:moveTo>
                    <a:pt x="1555" y="0"/>
                  </a:moveTo>
                  <a:cubicBezTo>
                    <a:pt x="1532" y="0"/>
                    <a:pt x="1509" y="4"/>
                    <a:pt x="1487" y="10"/>
                  </a:cubicBezTo>
                  <a:lnTo>
                    <a:pt x="205" y="382"/>
                  </a:lnTo>
                  <a:cubicBezTo>
                    <a:pt x="77" y="420"/>
                    <a:pt x="0" y="555"/>
                    <a:pt x="39" y="689"/>
                  </a:cubicBezTo>
                  <a:lnTo>
                    <a:pt x="731" y="3066"/>
                  </a:lnTo>
                  <a:cubicBezTo>
                    <a:pt x="762" y="3176"/>
                    <a:pt x="858" y="3243"/>
                    <a:pt x="965" y="3243"/>
                  </a:cubicBezTo>
                  <a:cubicBezTo>
                    <a:pt x="989" y="3243"/>
                    <a:pt x="1014" y="3240"/>
                    <a:pt x="1038" y="3233"/>
                  </a:cubicBezTo>
                  <a:lnTo>
                    <a:pt x="2313" y="2861"/>
                  </a:lnTo>
                  <a:cubicBezTo>
                    <a:pt x="2448" y="2823"/>
                    <a:pt x="2518" y="2688"/>
                    <a:pt x="2486" y="2560"/>
                  </a:cubicBezTo>
                  <a:lnTo>
                    <a:pt x="1788" y="177"/>
                  </a:lnTo>
                  <a:cubicBezTo>
                    <a:pt x="1762" y="71"/>
                    <a:pt x="1661" y="0"/>
                    <a:pt x="1555" y="0"/>
                  </a:cubicBezTo>
                  <a:close/>
                </a:path>
              </a:pathLst>
            </a:custGeom>
            <a:solidFill>
              <a:srgbClr val="156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95;p60">
              <a:extLst>
                <a:ext uri="{FF2B5EF4-FFF2-40B4-BE49-F238E27FC236}">
                  <a16:creationId xmlns:a16="http://schemas.microsoft.com/office/drawing/2014/main" id="{89F3F3DD-A098-4F38-AC78-BB39BA2C7F9B}"/>
                </a:ext>
              </a:extLst>
            </p:cNvPr>
            <p:cNvSpPr/>
            <p:nvPr/>
          </p:nvSpPr>
          <p:spPr>
            <a:xfrm>
              <a:off x="4487450" y="3168350"/>
              <a:ext cx="42800" cy="17400"/>
            </a:xfrm>
            <a:custGeom>
              <a:avLst/>
              <a:gdLst/>
              <a:ahLst/>
              <a:cxnLst/>
              <a:rect l="l" t="t" r="r" b="b"/>
              <a:pathLst>
                <a:path w="1712" h="696" extrusionOk="0">
                  <a:moveTo>
                    <a:pt x="1543" y="1"/>
                  </a:moveTo>
                  <a:cubicBezTo>
                    <a:pt x="1531" y="1"/>
                    <a:pt x="1518" y="2"/>
                    <a:pt x="1506" y="5"/>
                  </a:cubicBezTo>
                  <a:lnTo>
                    <a:pt x="123" y="409"/>
                  </a:lnTo>
                  <a:cubicBezTo>
                    <a:pt x="46" y="435"/>
                    <a:pt x="1" y="511"/>
                    <a:pt x="20" y="588"/>
                  </a:cubicBezTo>
                  <a:cubicBezTo>
                    <a:pt x="42" y="653"/>
                    <a:pt x="100" y="695"/>
                    <a:pt x="164" y="695"/>
                  </a:cubicBezTo>
                  <a:cubicBezTo>
                    <a:pt x="175" y="695"/>
                    <a:pt x="187" y="694"/>
                    <a:pt x="199" y="691"/>
                  </a:cubicBezTo>
                  <a:lnTo>
                    <a:pt x="1590" y="287"/>
                  </a:lnTo>
                  <a:cubicBezTo>
                    <a:pt x="1667" y="262"/>
                    <a:pt x="1712" y="185"/>
                    <a:pt x="1686" y="108"/>
                  </a:cubicBezTo>
                  <a:cubicBezTo>
                    <a:pt x="1670" y="43"/>
                    <a:pt x="1608" y="1"/>
                    <a:pt x="1543"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96;p60">
              <a:extLst>
                <a:ext uri="{FF2B5EF4-FFF2-40B4-BE49-F238E27FC236}">
                  <a16:creationId xmlns:a16="http://schemas.microsoft.com/office/drawing/2014/main" id="{3739C39A-56B9-4020-B8CC-CD398F54E46E}"/>
                </a:ext>
              </a:extLst>
            </p:cNvPr>
            <p:cNvSpPr/>
            <p:nvPr/>
          </p:nvSpPr>
          <p:spPr>
            <a:xfrm>
              <a:off x="4626650" y="3156300"/>
              <a:ext cx="20700" cy="19075"/>
            </a:xfrm>
            <a:custGeom>
              <a:avLst/>
              <a:gdLst/>
              <a:ahLst/>
              <a:cxnLst/>
              <a:rect l="l" t="t" r="r" b="b"/>
              <a:pathLst>
                <a:path w="828" h="763" extrusionOk="0">
                  <a:moveTo>
                    <a:pt x="186" y="0"/>
                  </a:moveTo>
                  <a:cubicBezTo>
                    <a:pt x="135" y="167"/>
                    <a:pt x="45" y="340"/>
                    <a:pt x="1" y="519"/>
                  </a:cubicBezTo>
                  <a:lnTo>
                    <a:pt x="577" y="763"/>
                  </a:lnTo>
                  <a:cubicBezTo>
                    <a:pt x="609" y="628"/>
                    <a:pt x="827" y="289"/>
                    <a:pt x="750" y="199"/>
                  </a:cubicBezTo>
                  <a:cubicBezTo>
                    <a:pt x="705" y="141"/>
                    <a:pt x="520" y="109"/>
                    <a:pt x="455" y="90"/>
                  </a:cubicBezTo>
                  <a:cubicBezTo>
                    <a:pt x="366" y="64"/>
                    <a:pt x="276" y="13"/>
                    <a:pt x="186"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97;p60">
              <a:extLst>
                <a:ext uri="{FF2B5EF4-FFF2-40B4-BE49-F238E27FC236}">
                  <a16:creationId xmlns:a16="http://schemas.microsoft.com/office/drawing/2014/main" id="{E38E31A0-8291-49A6-BCA7-F29CA7584BF7}"/>
                </a:ext>
              </a:extLst>
            </p:cNvPr>
            <p:cNvSpPr/>
            <p:nvPr/>
          </p:nvSpPr>
          <p:spPr>
            <a:xfrm>
              <a:off x="4626325" y="3148300"/>
              <a:ext cx="26150" cy="15950"/>
            </a:xfrm>
            <a:custGeom>
              <a:avLst/>
              <a:gdLst/>
              <a:ahLst/>
              <a:cxnLst/>
              <a:rect l="l" t="t" r="r" b="b"/>
              <a:pathLst>
                <a:path w="1046" h="638" extrusionOk="0">
                  <a:moveTo>
                    <a:pt x="162" y="1"/>
                  </a:moveTo>
                  <a:cubicBezTo>
                    <a:pt x="129" y="1"/>
                    <a:pt x="94" y="28"/>
                    <a:pt x="84" y="64"/>
                  </a:cubicBezTo>
                  <a:lnTo>
                    <a:pt x="20" y="243"/>
                  </a:lnTo>
                  <a:cubicBezTo>
                    <a:pt x="1" y="295"/>
                    <a:pt x="20" y="346"/>
                    <a:pt x="65" y="359"/>
                  </a:cubicBezTo>
                  <a:lnTo>
                    <a:pt x="853" y="634"/>
                  </a:lnTo>
                  <a:cubicBezTo>
                    <a:pt x="861" y="636"/>
                    <a:pt x="868" y="638"/>
                    <a:pt x="876" y="638"/>
                  </a:cubicBezTo>
                  <a:cubicBezTo>
                    <a:pt x="914" y="638"/>
                    <a:pt x="951" y="613"/>
                    <a:pt x="962" y="570"/>
                  </a:cubicBezTo>
                  <a:lnTo>
                    <a:pt x="1026" y="397"/>
                  </a:lnTo>
                  <a:cubicBezTo>
                    <a:pt x="1045" y="346"/>
                    <a:pt x="1019" y="295"/>
                    <a:pt x="981" y="275"/>
                  </a:cubicBezTo>
                  <a:lnTo>
                    <a:pt x="187" y="6"/>
                  </a:lnTo>
                  <a:cubicBezTo>
                    <a:pt x="179" y="2"/>
                    <a:pt x="170" y="1"/>
                    <a:pt x="162" y="1"/>
                  </a:cubicBezTo>
                  <a:close/>
                </a:path>
              </a:pathLst>
            </a:custGeom>
            <a:solidFill>
              <a:srgbClr val="7B5B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98;p60">
              <a:extLst>
                <a:ext uri="{FF2B5EF4-FFF2-40B4-BE49-F238E27FC236}">
                  <a16:creationId xmlns:a16="http://schemas.microsoft.com/office/drawing/2014/main" id="{738C1379-0A2D-4AF8-898D-2210427DB96E}"/>
                </a:ext>
              </a:extLst>
            </p:cNvPr>
            <p:cNvSpPr/>
            <p:nvPr/>
          </p:nvSpPr>
          <p:spPr>
            <a:xfrm>
              <a:off x="4568175" y="3166225"/>
              <a:ext cx="91025" cy="128350"/>
            </a:xfrm>
            <a:custGeom>
              <a:avLst/>
              <a:gdLst/>
              <a:ahLst/>
              <a:cxnLst/>
              <a:rect l="l" t="t" r="r" b="b"/>
              <a:pathLst>
                <a:path w="3641" h="5134" extrusionOk="0">
                  <a:moveTo>
                    <a:pt x="2201" y="0"/>
                  </a:moveTo>
                  <a:cubicBezTo>
                    <a:pt x="2089" y="0"/>
                    <a:pt x="1979" y="15"/>
                    <a:pt x="1878" y="45"/>
                  </a:cubicBezTo>
                  <a:cubicBezTo>
                    <a:pt x="1481" y="167"/>
                    <a:pt x="1481" y="718"/>
                    <a:pt x="1302" y="1026"/>
                  </a:cubicBezTo>
                  <a:lnTo>
                    <a:pt x="257" y="3781"/>
                  </a:lnTo>
                  <a:cubicBezTo>
                    <a:pt x="200" y="4050"/>
                    <a:pt x="1" y="4312"/>
                    <a:pt x="142" y="4601"/>
                  </a:cubicBezTo>
                  <a:cubicBezTo>
                    <a:pt x="289" y="4896"/>
                    <a:pt x="783" y="5043"/>
                    <a:pt x="1084" y="5094"/>
                  </a:cubicBezTo>
                  <a:cubicBezTo>
                    <a:pt x="1181" y="5116"/>
                    <a:pt x="1293" y="5133"/>
                    <a:pt x="1405" y="5133"/>
                  </a:cubicBezTo>
                  <a:cubicBezTo>
                    <a:pt x="1521" y="5133"/>
                    <a:pt x="1636" y="5114"/>
                    <a:pt x="1731" y="5062"/>
                  </a:cubicBezTo>
                  <a:cubicBezTo>
                    <a:pt x="1930" y="4940"/>
                    <a:pt x="3070" y="1987"/>
                    <a:pt x="3166" y="1788"/>
                  </a:cubicBezTo>
                  <a:cubicBezTo>
                    <a:pt x="3378" y="1359"/>
                    <a:pt x="3640" y="801"/>
                    <a:pt x="3243" y="411"/>
                  </a:cubicBezTo>
                  <a:cubicBezTo>
                    <a:pt x="2996" y="164"/>
                    <a:pt x="2581" y="0"/>
                    <a:pt x="2201"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99;p60">
              <a:extLst>
                <a:ext uri="{FF2B5EF4-FFF2-40B4-BE49-F238E27FC236}">
                  <a16:creationId xmlns:a16="http://schemas.microsoft.com/office/drawing/2014/main" id="{9C63743C-6E3A-4136-A130-1F6041090A56}"/>
                </a:ext>
              </a:extLst>
            </p:cNvPr>
            <p:cNvSpPr/>
            <p:nvPr/>
          </p:nvSpPr>
          <p:spPr>
            <a:xfrm>
              <a:off x="4555375" y="3183800"/>
              <a:ext cx="29325" cy="26000"/>
            </a:xfrm>
            <a:custGeom>
              <a:avLst/>
              <a:gdLst/>
              <a:ahLst/>
              <a:cxnLst/>
              <a:rect l="l" t="t" r="r" b="b"/>
              <a:pathLst>
                <a:path w="1173" h="1040" extrusionOk="0">
                  <a:moveTo>
                    <a:pt x="500" y="1"/>
                  </a:moveTo>
                  <a:cubicBezTo>
                    <a:pt x="380" y="1"/>
                    <a:pt x="268" y="43"/>
                    <a:pt x="186" y="130"/>
                  </a:cubicBezTo>
                  <a:cubicBezTo>
                    <a:pt x="0" y="316"/>
                    <a:pt x="32" y="643"/>
                    <a:pt x="250" y="861"/>
                  </a:cubicBezTo>
                  <a:cubicBezTo>
                    <a:pt x="372" y="979"/>
                    <a:pt x="524" y="1039"/>
                    <a:pt x="668" y="1039"/>
                  </a:cubicBezTo>
                  <a:cubicBezTo>
                    <a:pt x="788" y="1039"/>
                    <a:pt x="902" y="997"/>
                    <a:pt x="987" y="912"/>
                  </a:cubicBezTo>
                  <a:cubicBezTo>
                    <a:pt x="1173" y="720"/>
                    <a:pt x="1141" y="393"/>
                    <a:pt x="917" y="182"/>
                  </a:cubicBezTo>
                  <a:cubicBezTo>
                    <a:pt x="798" y="63"/>
                    <a:pt x="644" y="1"/>
                    <a:pt x="500" y="1"/>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800;p60">
              <a:extLst>
                <a:ext uri="{FF2B5EF4-FFF2-40B4-BE49-F238E27FC236}">
                  <a16:creationId xmlns:a16="http://schemas.microsoft.com/office/drawing/2014/main" id="{FDDF871B-4772-429A-B080-6EBA8C8A7A92}"/>
                </a:ext>
              </a:extLst>
            </p:cNvPr>
            <p:cNvSpPr/>
            <p:nvPr/>
          </p:nvSpPr>
          <p:spPr>
            <a:xfrm>
              <a:off x="4560500" y="3192675"/>
              <a:ext cx="17975" cy="15900"/>
            </a:xfrm>
            <a:custGeom>
              <a:avLst/>
              <a:gdLst/>
              <a:ahLst/>
              <a:cxnLst/>
              <a:rect l="l" t="t" r="r" b="b"/>
              <a:pathLst>
                <a:path w="719" h="636" extrusionOk="0">
                  <a:moveTo>
                    <a:pt x="302" y="0"/>
                  </a:moveTo>
                  <a:cubicBezTo>
                    <a:pt x="229" y="0"/>
                    <a:pt x="161" y="25"/>
                    <a:pt x="109" y="77"/>
                  </a:cubicBezTo>
                  <a:cubicBezTo>
                    <a:pt x="0" y="192"/>
                    <a:pt x="20" y="391"/>
                    <a:pt x="161" y="525"/>
                  </a:cubicBezTo>
                  <a:cubicBezTo>
                    <a:pt x="234" y="598"/>
                    <a:pt x="326" y="636"/>
                    <a:pt x="414" y="636"/>
                  </a:cubicBezTo>
                  <a:cubicBezTo>
                    <a:pt x="487" y="636"/>
                    <a:pt x="557" y="610"/>
                    <a:pt x="609" y="557"/>
                  </a:cubicBezTo>
                  <a:cubicBezTo>
                    <a:pt x="718" y="448"/>
                    <a:pt x="699" y="243"/>
                    <a:pt x="564" y="109"/>
                  </a:cubicBezTo>
                  <a:cubicBezTo>
                    <a:pt x="486" y="38"/>
                    <a:pt x="391" y="0"/>
                    <a:pt x="302" y="0"/>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801;p60">
              <a:extLst>
                <a:ext uri="{FF2B5EF4-FFF2-40B4-BE49-F238E27FC236}">
                  <a16:creationId xmlns:a16="http://schemas.microsoft.com/office/drawing/2014/main" id="{7ABE7ADF-A55B-4826-937F-3CE2C0FCC32E}"/>
                </a:ext>
              </a:extLst>
            </p:cNvPr>
            <p:cNvSpPr/>
            <p:nvPr/>
          </p:nvSpPr>
          <p:spPr>
            <a:xfrm>
              <a:off x="4545125" y="3200350"/>
              <a:ext cx="52725" cy="97950"/>
            </a:xfrm>
            <a:custGeom>
              <a:avLst/>
              <a:gdLst/>
              <a:ahLst/>
              <a:cxnLst/>
              <a:rect l="l" t="t" r="r" b="b"/>
              <a:pathLst>
                <a:path w="2109" h="3918" extrusionOk="0">
                  <a:moveTo>
                    <a:pt x="763" y="1"/>
                  </a:moveTo>
                  <a:cubicBezTo>
                    <a:pt x="535" y="1"/>
                    <a:pt x="306" y="60"/>
                    <a:pt x="193" y="250"/>
                  </a:cubicBezTo>
                  <a:cubicBezTo>
                    <a:pt x="103" y="430"/>
                    <a:pt x="96" y="635"/>
                    <a:pt x="77" y="808"/>
                  </a:cubicBezTo>
                  <a:cubicBezTo>
                    <a:pt x="77" y="808"/>
                    <a:pt x="0" y="2710"/>
                    <a:pt x="7" y="2819"/>
                  </a:cubicBezTo>
                  <a:cubicBezTo>
                    <a:pt x="32" y="3210"/>
                    <a:pt x="45" y="3492"/>
                    <a:pt x="366" y="3736"/>
                  </a:cubicBezTo>
                  <a:cubicBezTo>
                    <a:pt x="518" y="3851"/>
                    <a:pt x="784" y="3918"/>
                    <a:pt x="1044" y="3918"/>
                  </a:cubicBezTo>
                  <a:cubicBezTo>
                    <a:pt x="1288" y="3918"/>
                    <a:pt x="1527" y="3859"/>
                    <a:pt x="1660" y="3729"/>
                  </a:cubicBezTo>
                  <a:cubicBezTo>
                    <a:pt x="2108" y="3287"/>
                    <a:pt x="1769" y="1128"/>
                    <a:pt x="1737" y="692"/>
                  </a:cubicBezTo>
                  <a:cubicBezTo>
                    <a:pt x="1711" y="276"/>
                    <a:pt x="1404" y="84"/>
                    <a:pt x="1038" y="26"/>
                  </a:cubicBezTo>
                  <a:cubicBezTo>
                    <a:pt x="952" y="11"/>
                    <a:pt x="858" y="1"/>
                    <a:pt x="763" y="1"/>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802;p60">
              <a:extLst>
                <a:ext uri="{FF2B5EF4-FFF2-40B4-BE49-F238E27FC236}">
                  <a16:creationId xmlns:a16="http://schemas.microsoft.com/office/drawing/2014/main" id="{190C429A-FA59-41C2-9162-0E03847706A3}"/>
                </a:ext>
              </a:extLst>
            </p:cNvPr>
            <p:cNvSpPr/>
            <p:nvPr/>
          </p:nvSpPr>
          <p:spPr>
            <a:xfrm>
              <a:off x="4552650" y="3269375"/>
              <a:ext cx="32700" cy="14275"/>
            </a:xfrm>
            <a:custGeom>
              <a:avLst/>
              <a:gdLst/>
              <a:ahLst/>
              <a:cxnLst/>
              <a:rect l="l" t="t" r="r" b="b"/>
              <a:pathLst>
                <a:path w="1308" h="571" extrusionOk="0">
                  <a:moveTo>
                    <a:pt x="548" y="0"/>
                  </a:moveTo>
                  <a:cubicBezTo>
                    <a:pt x="325" y="0"/>
                    <a:pt x="111" y="82"/>
                    <a:pt x="1" y="263"/>
                  </a:cubicBezTo>
                  <a:cubicBezTo>
                    <a:pt x="126" y="151"/>
                    <a:pt x="309" y="99"/>
                    <a:pt x="499" y="99"/>
                  </a:cubicBezTo>
                  <a:cubicBezTo>
                    <a:pt x="842" y="99"/>
                    <a:pt x="1209" y="270"/>
                    <a:pt x="1308" y="571"/>
                  </a:cubicBezTo>
                  <a:cubicBezTo>
                    <a:pt x="1296" y="215"/>
                    <a:pt x="910" y="0"/>
                    <a:pt x="548" y="0"/>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803;p60">
              <a:extLst>
                <a:ext uri="{FF2B5EF4-FFF2-40B4-BE49-F238E27FC236}">
                  <a16:creationId xmlns:a16="http://schemas.microsoft.com/office/drawing/2014/main" id="{CAFF8A49-4435-471F-B6FD-F5942322447F}"/>
                </a:ext>
              </a:extLst>
            </p:cNvPr>
            <p:cNvSpPr/>
            <p:nvPr/>
          </p:nvSpPr>
          <p:spPr>
            <a:xfrm>
              <a:off x="4626500" y="3221450"/>
              <a:ext cx="18750" cy="41725"/>
            </a:xfrm>
            <a:custGeom>
              <a:avLst/>
              <a:gdLst/>
              <a:ahLst/>
              <a:cxnLst/>
              <a:rect l="l" t="t" r="r" b="b"/>
              <a:pathLst>
                <a:path w="750" h="1669" extrusionOk="0">
                  <a:moveTo>
                    <a:pt x="164" y="0"/>
                  </a:moveTo>
                  <a:cubicBezTo>
                    <a:pt x="148" y="0"/>
                    <a:pt x="132" y="3"/>
                    <a:pt x="115" y="8"/>
                  </a:cubicBezTo>
                  <a:cubicBezTo>
                    <a:pt x="39" y="28"/>
                    <a:pt x="0" y="111"/>
                    <a:pt x="19" y="188"/>
                  </a:cubicBezTo>
                  <a:lnTo>
                    <a:pt x="449" y="1565"/>
                  </a:lnTo>
                  <a:cubicBezTo>
                    <a:pt x="464" y="1627"/>
                    <a:pt x="522" y="1669"/>
                    <a:pt x="584" y="1669"/>
                  </a:cubicBezTo>
                  <a:cubicBezTo>
                    <a:pt x="598" y="1669"/>
                    <a:pt x="613" y="1666"/>
                    <a:pt x="628" y="1661"/>
                  </a:cubicBezTo>
                  <a:cubicBezTo>
                    <a:pt x="705" y="1642"/>
                    <a:pt x="750" y="1559"/>
                    <a:pt x="724" y="1482"/>
                  </a:cubicBezTo>
                  <a:lnTo>
                    <a:pt x="295" y="98"/>
                  </a:lnTo>
                  <a:cubicBezTo>
                    <a:pt x="280" y="37"/>
                    <a:pt x="224" y="0"/>
                    <a:pt x="164"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804;p60">
              <a:extLst>
                <a:ext uri="{FF2B5EF4-FFF2-40B4-BE49-F238E27FC236}">
                  <a16:creationId xmlns:a16="http://schemas.microsoft.com/office/drawing/2014/main" id="{36C6E1A4-9828-49DC-BEC4-B753D8E51ED2}"/>
                </a:ext>
              </a:extLst>
            </p:cNvPr>
            <p:cNvSpPr/>
            <p:nvPr/>
          </p:nvSpPr>
          <p:spPr>
            <a:xfrm>
              <a:off x="4631775" y="3199275"/>
              <a:ext cx="82850" cy="62375"/>
            </a:xfrm>
            <a:custGeom>
              <a:avLst/>
              <a:gdLst/>
              <a:ahLst/>
              <a:cxnLst/>
              <a:rect l="l" t="t" r="r" b="b"/>
              <a:pathLst>
                <a:path w="3314" h="2495" extrusionOk="0">
                  <a:moveTo>
                    <a:pt x="2641" y="1"/>
                  </a:moveTo>
                  <a:cubicBezTo>
                    <a:pt x="2617" y="1"/>
                    <a:pt x="2593" y="4"/>
                    <a:pt x="2570" y="11"/>
                  </a:cubicBezTo>
                  <a:lnTo>
                    <a:pt x="199" y="742"/>
                  </a:lnTo>
                  <a:cubicBezTo>
                    <a:pt x="71" y="780"/>
                    <a:pt x="1" y="921"/>
                    <a:pt x="39" y="1049"/>
                  </a:cubicBezTo>
                  <a:lnTo>
                    <a:pt x="430" y="2324"/>
                  </a:lnTo>
                  <a:cubicBezTo>
                    <a:pt x="461" y="2429"/>
                    <a:pt x="561" y="2495"/>
                    <a:pt x="666" y="2495"/>
                  </a:cubicBezTo>
                  <a:cubicBezTo>
                    <a:pt x="690" y="2495"/>
                    <a:pt x="714" y="2491"/>
                    <a:pt x="737" y="2484"/>
                  </a:cubicBezTo>
                  <a:lnTo>
                    <a:pt x="3108" y="1754"/>
                  </a:lnTo>
                  <a:cubicBezTo>
                    <a:pt x="3236" y="1715"/>
                    <a:pt x="3313" y="1575"/>
                    <a:pt x="3268" y="1446"/>
                  </a:cubicBezTo>
                  <a:lnTo>
                    <a:pt x="2877" y="178"/>
                  </a:lnTo>
                  <a:cubicBezTo>
                    <a:pt x="2846" y="68"/>
                    <a:pt x="2746" y="1"/>
                    <a:pt x="2641" y="1"/>
                  </a:cubicBezTo>
                  <a:close/>
                </a:path>
              </a:pathLst>
            </a:custGeom>
            <a:solidFill>
              <a:srgbClr val="D16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805;p60">
              <a:extLst>
                <a:ext uri="{FF2B5EF4-FFF2-40B4-BE49-F238E27FC236}">
                  <a16:creationId xmlns:a16="http://schemas.microsoft.com/office/drawing/2014/main" id="{9EBECD92-8E0B-422A-94A8-B279BD4837E7}"/>
                </a:ext>
              </a:extLst>
            </p:cNvPr>
            <p:cNvSpPr/>
            <p:nvPr/>
          </p:nvSpPr>
          <p:spPr>
            <a:xfrm>
              <a:off x="4699850" y="3198775"/>
              <a:ext cx="18775" cy="41825"/>
            </a:xfrm>
            <a:custGeom>
              <a:avLst/>
              <a:gdLst/>
              <a:ahLst/>
              <a:cxnLst/>
              <a:rect l="l" t="t" r="r" b="b"/>
              <a:pathLst>
                <a:path w="751" h="1673" extrusionOk="0">
                  <a:moveTo>
                    <a:pt x="159" y="1"/>
                  </a:moveTo>
                  <a:cubicBezTo>
                    <a:pt x="147" y="1"/>
                    <a:pt x="134" y="2"/>
                    <a:pt x="122" y="6"/>
                  </a:cubicBezTo>
                  <a:cubicBezTo>
                    <a:pt x="45" y="31"/>
                    <a:pt x="1" y="115"/>
                    <a:pt x="26" y="185"/>
                  </a:cubicBezTo>
                  <a:lnTo>
                    <a:pt x="449" y="1569"/>
                  </a:lnTo>
                  <a:cubicBezTo>
                    <a:pt x="470" y="1631"/>
                    <a:pt x="524" y="1672"/>
                    <a:pt x="585" y="1672"/>
                  </a:cubicBezTo>
                  <a:cubicBezTo>
                    <a:pt x="599" y="1672"/>
                    <a:pt x="614" y="1670"/>
                    <a:pt x="629" y="1665"/>
                  </a:cubicBezTo>
                  <a:cubicBezTo>
                    <a:pt x="705" y="1639"/>
                    <a:pt x="750" y="1562"/>
                    <a:pt x="725" y="1486"/>
                  </a:cubicBezTo>
                  <a:lnTo>
                    <a:pt x="302" y="102"/>
                  </a:lnTo>
                  <a:cubicBezTo>
                    <a:pt x="281" y="38"/>
                    <a:pt x="220" y="1"/>
                    <a:pt x="159"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806;p60">
              <a:extLst>
                <a:ext uri="{FF2B5EF4-FFF2-40B4-BE49-F238E27FC236}">
                  <a16:creationId xmlns:a16="http://schemas.microsoft.com/office/drawing/2014/main" id="{3641C81B-BEB7-4855-975D-01B5E12D7DBC}"/>
                </a:ext>
              </a:extLst>
            </p:cNvPr>
            <p:cNvSpPr/>
            <p:nvPr/>
          </p:nvSpPr>
          <p:spPr>
            <a:xfrm>
              <a:off x="4728675" y="3249000"/>
              <a:ext cx="28075" cy="27400"/>
            </a:xfrm>
            <a:custGeom>
              <a:avLst/>
              <a:gdLst/>
              <a:ahLst/>
              <a:cxnLst/>
              <a:rect l="l" t="t" r="r" b="b"/>
              <a:pathLst>
                <a:path w="1123" h="1096" extrusionOk="0">
                  <a:moveTo>
                    <a:pt x="623" y="1"/>
                  </a:moveTo>
                  <a:cubicBezTo>
                    <a:pt x="424" y="1"/>
                    <a:pt x="224" y="135"/>
                    <a:pt x="129" y="354"/>
                  </a:cubicBezTo>
                  <a:cubicBezTo>
                    <a:pt x="1" y="643"/>
                    <a:pt x="97" y="957"/>
                    <a:pt x="340" y="1059"/>
                  </a:cubicBezTo>
                  <a:cubicBezTo>
                    <a:pt x="394" y="1084"/>
                    <a:pt x="450" y="1095"/>
                    <a:pt x="506" y="1095"/>
                  </a:cubicBezTo>
                  <a:cubicBezTo>
                    <a:pt x="701" y="1095"/>
                    <a:pt x="901" y="957"/>
                    <a:pt x="1000" y="739"/>
                  </a:cubicBezTo>
                  <a:cubicBezTo>
                    <a:pt x="1122" y="457"/>
                    <a:pt x="1026" y="143"/>
                    <a:pt x="789" y="34"/>
                  </a:cubicBezTo>
                  <a:cubicBezTo>
                    <a:pt x="735" y="11"/>
                    <a:pt x="679" y="1"/>
                    <a:pt x="623"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807;p60">
              <a:extLst>
                <a:ext uri="{FF2B5EF4-FFF2-40B4-BE49-F238E27FC236}">
                  <a16:creationId xmlns:a16="http://schemas.microsoft.com/office/drawing/2014/main" id="{C77684A3-4A1E-45AE-8FF1-76FE3DDADD93}"/>
                </a:ext>
              </a:extLst>
            </p:cNvPr>
            <p:cNvSpPr/>
            <p:nvPr/>
          </p:nvSpPr>
          <p:spPr>
            <a:xfrm>
              <a:off x="4732200" y="3250925"/>
              <a:ext cx="17175" cy="16925"/>
            </a:xfrm>
            <a:custGeom>
              <a:avLst/>
              <a:gdLst/>
              <a:ahLst/>
              <a:cxnLst/>
              <a:rect l="l" t="t" r="r" b="b"/>
              <a:pathLst>
                <a:path w="687" h="677" extrusionOk="0">
                  <a:moveTo>
                    <a:pt x="381" y="0"/>
                  </a:moveTo>
                  <a:cubicBezTo>
                    <a:pt x="260" y="0"/>
                    <a:pt x="138" y="85"/>
                    <a:pt x="78" y="220"/>
                  </a:cubicBezTo>
                  <a:cubicBezTo>
                    <a:pt x="1" y="399"/>
                    <a:pt x="59" y="591"/>
                    <a:pt x="206" y="655"/>
                  </a:cubicBezTo>
                  <a:cubicBezTo>
                    <a:pt x="238" y="669"/>
                    <a:pt x="272" y="676"/>
                    <a:pt x="306" y="676"/>
                  </a:cubicBezTo>
                  <a:cubicBezTo>
                    <a:pt x="427" y="676"/>
                    <a:pt x="549" y="591"/>
                    <a:pt x="610" y="450"/>
                  </a:cubicBezTo>
                  <a:cubicBezTo>
                    <a:pt x="686" y="277"/>
                    <a:pt x="629" y="85"/>
                    <a:pt x="481" y="21"/>
                  </a:cubicBezTo>
                  <a:cubicBezTo>
                    <a:pt x="449" y="7"/>
                    <a:pt x="415" y="0"/>
                    <a:pt x="381"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808;p60">
              <a:extLst>
                <a:ext uri="{FF2B5EF4-FFF2-40B4-BE49-F238E27FC236}">
                  <a16:creationId xmlns:a16="http://schemas.microsoft.com/office/drawing/2014/main" id="{B83AF0D8-2BED-4CD7-923C-1CB841AF9B76}"/>
                </a:ext>
              </a:extLst>
            </p:cNvPr>
            <p:cNvSpPr/>
            <p:nvPr/>
          </p:nvSpPr>
          <p:spPr>
            <a:xfrm>
              <a:off x="4686725" y="3165825"/>
              <a:ext cx="68725" cy="97575"/>
            </a:xfrm>
            <a:custGeom>
              <a:avLst/>
              <a:gdLst/>
              <a:ahLst/>
              <a:cxnLst/>
              <a:rect l="l" t="t" r="r" b="b"/>
              <a:pathLst>
                <a:path w="2749" h="3903" extrusionOk="0">
                  <a:moveTo>
                    <a:pt x="1196" y="0"/>
                  </a:moveTo>
                  <a:cubicBezTo>
                    <a:pt x="836" y="0"/>
                    <a:pt x="358" y="252"/>
                    <a:pt x="199" y="516"/>
                  </a:cubicBezTo>
                  <a:cubicBezTo>
                    <a:pt x="0" y="862"/>
                    <a:pt x="90" y="1131"/>
                    <a:pt x="212" y="1503"/>
                  </a:cubicBezTo>
                  <a:cubicBezTo>
                    <a:pt x="250" y="1605"/>
                    <a:pt x="1032" y="3335"/>
                    <a:pt x="1032" y="3335"/>
                  </a:cubicBezTo>
                  <a:cubicBezTo>
                    <a:pt x="1115" y="3489"/>
                    <a:pt x="1205" y="3681"/>
                    <a:pt x="1346" y="3810"/>
                  </a:cubicBezTo>
                  <a:cubicBezTo>
                    <a:pt x="1432" y="3876"/>
                    <a:pt x="1532" y="3903"/>
                    <a:pt x="1637" y="3903"/>
                  </a:cubicBezTo>
                  <a:cubicBezTo>
                    <a:pt x="1835" y="3903"/>
                    <a:pt x="2049" y="3808"/>
                    <a:pt x="2217" y="3707"/>
                  </a:cubicBezTo>
                  <a:cubicBezTo>
                    <a:pt x="2537" y="3508"/>
                    <a:pt x="2749" y="3214"/>
                    <a:pt x="2614" y="2823"/>
                  </a:cubicBezTo>
                  <a:cubicBezTo>
                    <a:pt x="2480" y="2413"/>
                    <a:pt x="1986" y="279"/>
                    <a:pt x="1403" y="36"/>
                  </a:cubicBezTo>
                  <a:cubicBezTo>
                    <a:pt x="1342" y="11"/>
                    <a:pt x="1272" y="0"/>
                    <a:pt x="1196"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809;p60">
              <a:extLst>
                <a:ext uri="{FF2B5EF4-FFF2-40B4-BE49-F238E27FC236}">
                  <a16:creationId xmlns:a16="http://schemas.microsoft.com/office/drawing/2014/main" id="{EE2BDC7A-4DAF-41A4-A3AA-BA6367B99A51}"/>
                </a:ext>
              </a:extLst>
            </p:cNvPr>
            <p:cNvSpPr/>
            <p:nvPr/>
          </p:nvSpPr>
          <p:spPr>
            <a:xfrm>
              <a:off x="4696975" y="3176475"/>
              <a:ext cx="31350" cy="21825"/>
            </a:xfrm>
            <a:custGeom>
              <a:avLst/>
              <a:gdLst/>
              <a:ahLst/>
              <a:cxnLst/>
              <a:rect l="l" t="t" r="r" b="b"/>
              <a:pathLst>
                <a:path w="1254" h="873" extrusionOk="0">
                  <a:moveTo>
                    <a:pt x="1096" y="1"/>
                  </a:moveTo>
                  <a:lnTo>
                    <a:pt x="1096" y="1"/>
                  </a:lnTo>
                  <a:cubicBezTo>
                    <a:pt x="1123" y="419"/>
                    <a:pt x="621" y="809"/>
                    <a:pt x="199" y="809"/>
                  </a:cubicBezTo>
                  <a:cubicBezTo>
                    <a:pt x="130" y="809"/>
                    <a:pt x="63" y="798"/>
                    <a:pt x="0" y="776"/>
                  </a:cubicBezTo>
                  <a:lnTo>
                    <a:pt x="0" y="776"/>
                  </a:lnTo>
                  <a:cubicBezTo>
                    <a:pt x="91" y="843"/>
                    <a:pt x="199" y="872"/>
                    <a:pt x="311" y="872"/>
                  </a:cubicBezTo>
                  <a:cubicBezTo>
                    <a:pt x="748" y="872"/>
                    <a:pt x="1254" y="428"/>
                    <a:pt x="1096"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810;p60">
              <a:extLst>
                <a:ext uri="{FF2B5EF4-FFF2-40B4-BE49-F238E27FC236}">
                  <a16:creationId xmlns:a16="http://schemas.microsoft.com/office/drawing/2014/main" id="{5C07EBD2-34F8-45AB-9F06-0A64023D9B32}"/>
                </a:ext>
              </a:extLst>
            </p:cNvPr>
            <p:cNvSpPr/>
            <p:nvPr/>
          </p:nvSpPr>
          <p:spPr>
            <a:xfrm>
              <a:off x="4751600" y="3189025"/>
              <a:ext cx="42950" cy="15950"/>
            </a:xfrm>
            <a:custGeom>
              <a:avLst/>
              <a:gdLst/>
              <a:ahLst/>
              <a:cxnLst/>
              <a:rect l="l" t="t" r="r" b="b"/>
              <a:pathLst>
                <a:path w="1718" h="638" extrusionOk="0">
                  <a:moveTo>
                    <a:pt x="157" y="0"/>
                  </a:moveTo>
                  <a:cubicBezTo>
                    <a:pt x="93" y="0"/>
                    <a:pt x="36" y="42"/>
                    <a:pt x="19" y="107"/>
                  </a:cubicBezTo>
                  <a:cubicBezTo>
                    <a:pt x="0" y="184"/>
                    <a:pt x="45" y="267"/>
                    <a:pt x="122" y="287"/>
                  </a:cubicBezTo>
                  <a:lnTo>
                    <a:pt x="1525" y="633"/>
                  </a:lnTo>
                  <a:cubicBezTo>
                    <a:pt x="1537" y="636"/>
                    <a:pt x="1549" y="637"/>
                    <a:pt x="1561" y="637"/>
                  </a:cubicBezTo>
                  <a:cubicBezTo>
                    <a:pt x="1624" y="637"/>
                    <a:pt x="1682" y="595"/>
                    <a:pt x="1698" y="530"/>
                  </a:cubicBezTo>
                  <a:cubicBezTo>
                    <a:pt x="1717" y="453"/>
                    <a:pt x="1672" y="376"/>
                    <a:pt x="1595" y="357"/>
                  </a:cubicBezTo>
                  <a:lnTo>
                    <a:pt x="192" y="5"/>
                  </a:lnTo>
                  <a:cubicBezTo>
                    <a:pt x="180" y="2"/>
                    <a:pt x="168" y="0"/>
                    <a:pt x="157"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811;p60">
              <a:extLst>
                <a:ext uri="{FF2B5EF4-FFF2-40B4-BE49-F238E27FC236}">
                  <a16:creationId xmlns:a16="http://schemas.microsoft.com/office/drawing/2014/main" id="{B6C07A05-F47C-4F1A-A41D-DB1D1827F4C7}"/>
                </a:ext>
              </a:extLst>
            </p:cNvPr>
            <p:cNvSpPr/>
            <p:nvPr/>
          </p:nvSpPr>
          <p:spPr>
            <a:xfrm>
              <a:off x="4733500" y="3194875"/>
              <a:ext cx="60875" cy="80475"/>
            </a:xfrm>
            <a:custGeom>
              <a:avLst/>
              <a:gdLst/>
              <a:ahLst/>
              <a:cxnLst/>
              <a:rect l="l" t="t" r="r" b="b"/>
              <a:pathLst>
                <a:path w="2435" h="3219" extrusionOk="0">
                  <a:moveTo>
                    <a:pt x="868" y="1"/>
                  </a:moveTo>
                  <a:cubicBezTo>
                    <a:pt x="758" y="1"/>
                    <a:pt x="661" y="73"/>
                    <a:pt x="628" y="187"/>
                  </a:cubicBezTo>
                  <a:lnTo>
                    <a:pt x="32" y="2590"/>
                  </a:lnTo>
                  <a:cubicBezTo>
                    <a:pt x="0" y="2724"/>
                    <a:pt x="77" y="2853"/>
                    <a:pt x="212" y="2891"/>
                  </a:cubicBezTo>
                  <a:lnTo>
                    <a:pt x="1499" y="3211"/>
                  </a:lnTo>
                  <a:cubicBezTo>
                    <a:pt x="1520" y="3216"/>
                    <a:pt x="1540" y="3219"/>
                    <a:pt x="1561" y="3219"/>
                  </a:cubicBezTo>
                  <a:cubicBezTo>
                    <a:pt x="1673" y="3219"/>
                    <a:pt x="1773" y="3146"/>
                    <a:pt x="1801" y="3032"/>
                  </a:cubicBezTo>
                  <a:lnTo>
                    <a:pt x="2403" y="629"/>
                  </a:lnTo>
                  <a:cubicBezTo>
                    <a:pt x="2435" y="495"/>
                    <a:pt x="2352" y="360"/>
                    <a:pt x="2223" y="328"/>
                  </a:cubicBezTo>
                  <a:lnTo>
                    <a:pt x="929" y="8"/>
                  </a:lnTo>
                  <a:cubicBezTo>
                    <a:pt x="909" y="3"/>
                    <a:pt x="888" y="1"/>
                    <a:pt x="868" y="1"/>
                  </a:cubicBezTo>
                  <a:close/>
                </a:path>
              </a:pathLst>
            </a:custGeom>
            <a:solidFill>
              <a:srgbClr val="FA74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812;p60">
              <a:extLst>
                <a:ext uri="{FF2B5EF4-FFF2-40B4-BE49-F238E27FC236}">
                  <a16:creationId xmlns:a16="http://schemas.microsoft.com/office/drawing/2014/main" id="{EA9E5C26-0978-4FCE-BE24-B112EA3EE33A}"/>
                </a:ext>
              </a:extLst>
            </p:cNvPr>
            <p:cNvSpPr/>
            <p:nvPr/>
          </p:nvSpPr>
          <p:spPr>
            <a:xfrm>
              <a:off x="4733000" y="3263500"/>
              <a:ext cx="42950" cy="16100"/>
            </a:xfrm>
            <a:custGeom>
              <a:avLst/>
              <a:gdLst/>
              <a:ahLst/>
              <a:cxnLst/>
              <a:rect l="l" t="t" r="r" b="b"/>
              <a:pathLst>
                <a:path w="1718" h="644" extrusionOk="0">
                  <a:moveTo>
                    <a:pt x="160" y="1"/>
                  </a:moveTo>
                  <a:cubicBezTo>
                    <a:pt x="95" y="1"/>
                    <a:pt x="37" y="48"/>
                    <a:pt x="20" y="114"/>
                  </a:cubicBezTo>
                  <a:cubicBezTo>
                    <a:pt x="1" y="191"/>
                    <a:pt x="46" y="268"/>
                    <a:pt x="123" y="287"/>
                  </a:cubicBezTo>
                  <a:lnTo>
                    <a:pt x="1526" y="639"/>
                  </a:lnTo>
                  <a:cubicBezTo>
                    <a:pt x="1537" y="642"/>
                    <a:pt x="1548" y="643"/>
                    <a:pt x="1559" y="643"/>
                  </a:cubicBezTo>
                  <a:cubicBezTo>
                    <a:pt x="1623" y="643"/>
                    <a:pt x="1682" y="596"/>
                    <a:pt x="1699" y="530"/>
                  </a:cubicBezTo>
                  <a:cubicBezTo>
                    <a:pt x="1718" y="454"/>
                    <a:pt x="1673" y="377"/>
                    <a:pt x="1596" y="357"/>
                  </a:cubicBezTo>
                  <a:lnTo>
                    <a:pt x="193" y="5"/>
                  </a:lnTo>
                  <a:cubicBezTo>
                    <a:pt x="182" y="2"/>
                    <a:pt x="171" y="1"/>
                    <a:pt x="16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813;p60">
              <a:extLst>
                <a:ext uri="{FF2B5EF4-FFF2-40B4-BE49-F238E27FC236}">
                  <a16:creationId xmlns:a16="http://schemas.microsoft.com/office/drawing/2014/main" id="{6F64A75A-4450-45DC-914E-94FD3BF1E10D}"/>
                </a:ext>
              </a:extLst>
            </p:cNvPr>
            <p:cNvSpPr/>
            <p:nvPr/>
          </p:nvSpPr>
          <p:spPr>
            <a:xfrm>
              <a:off x="4496063" y="3251463"/>
              <a:ext cx="293400" cy="486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814;p60">
              <a:extLst>
                <a:ext uri="{FF2B5EF4-FFF2-40B4-BE49-F238E27FC236}">
                  <a16:creationId xmlns:a16="http://schemas.microsoft.com/office/drawing/2014/main" id="{DF9897AB-1C65-4777-B0B0-52CAA2F839C7}"/>
                </a:ext>
              </a:extLst>
            </p:cNvPr>
            <p:cNvSpPr/>
            <p:nvPr/>
          </p:nvSpPr>
          <p:spPr>
            <a:xfrm>
              <a:off x="4490650" y="3232350"/>
              <a:ext cx="299400" cy="213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 name="Google Shape;2373;p74">
            <a:extLst>
              <a:ext uri="{FF2B5EF4-FFF2-40B4-BE49-F238E27FC236}">
                <a16:creationId xmlns:a16="http://schemas.microsoft.com/office/drawing/2014/main" id="{EBA94A12-633B-48AE-87FC-0E2DC8FE620D}"/>
              </a:ext>
            </a:extLst>
          </p:cNvPr>
          <p:cNvSpPr/>
          <p:nvPr/>
        </p:nvSpPr>
        <p:spPr>
          <a:xfrm>
            <a:off x="5660444" y="4135250"/>
            <a:ext cx="656450" cy="937500"/>
          </a:xfrm>
          <a:custGeom>
            <a:avLst/>
            <a:gdLst/>
            <a:ahLst/>
            <a:cxnLst/>
            <a:rect l="l" t="t" r="r" b="b"/>
            <a:pathLst>
              <a:path w="26258" h="37500" extrusionOk="0">
                <a:moveTo>
                  <a:pt x="12314" y="1"/>
                </a:moveTo>
                <a:cubicBezTo>
                  <a:pt x="12080" y="1"/>
                  <a:pt x="11839" y="43"/>
                  <a:pt x="11611" y="79"/>
                </a:cubicBezTo>
                <a:cubicBezTo>
                  <a:pt x="10753" y="241"/>
                  <a:pt x="9873" y="427"/>
                  <a:pt x="9247" y="1029"/>
                </a:cubicBezTo>
                <a:cubicBezTo>
                  <a:pt x="8946" y="1331"/>
                  <a:pt x="8737" y="1701"/>
                  <a:pt x="8459" y="2026"/>
                </a:cubicBezTo>
                <a:cubicBezTo>
                  <a:pt x="8181" y="2350"/>
                  <a:pt x="7810" y="2628"/>
                  <a:pt x="7393" y="2652"/>
                </a:cubicBezTo>
                <a:cubicBezTo>
                  <a:pt x="7068" y="2652"/>
                  <a:pt x="6767" y="2513"/>
                  <a:pt x="6443" y="2466"/>
                </a:cubicBezTo>
                <a:cubicBezTo>
                  <a:pt x="6402" y="2460"/>
                  <a:pt x="6361" y="2457"/>
                  <a:pt x="6319" y="2457"/>
                </a:cubicBezTo>
                <a:cubicBezTo>
                  <a:pt x="6025" y="2457"/>
                  <a:pt x="5719" y="2599"/>
                  <a:pt x="5678" y="2883"/>
                </a:cubicBezTo>
                <a:cubicBezTo>
                  <a:pt x="5632" y="3161"/>
                  <a:pt x="5887" y="3416"/>
                  <a:pt x="6118" y="3579"/>
                </a:cubicBezTo>
                <a:cubicBezTo>
                  <a:pt x="6744" y="4065"/>
                  <a:pt x="7370" y="4552"/>
                  <a:pt x="7995" y="5039"/>
                </a:cubicBezTo>
                <a:cubicBezTo>
                  <a:pt x="5910" y="6151"/>
                  <a:pt x="4287" y="6985"/>
                  <a:pt x="3245" y="9419"/>
                </a:cubicBezTo>
                <a:cubicBezTo>
                  <a:pt x="2433" y="11365"/>
                  <a:pt x="2179" y="13474"/>
                  <a:pt x="1877" y="15560"/>
                </a:cubicBezTo>
                <a:cubicBezTo>
                  <a:pt x="1831" y="15885"/>
                  <a:pt x="1761" y="16209"/>
                  <a:pt x="1715" y="16533"/>
                </a:cubicBezTo>
                <a:cubicBezTo>
                  <a:pt x="1112" y="20033"/>
                  <a:pt x="0" y="23463"/>
                  <a:pt x="0" y="27032"/>
                </a:cubicBezTo>
                <a:cubicBezTo>
                  <a:pt x="0" y="30577"/>
                  <a:pt x="1391" y="34425"/>
                  <a:pt x="4519" y="36093"/>
                </a:cubicBezTo>
                <a:cubicBezTo>
                  <a:pt x="6118" y="36927"/>
                  <a:pt x="7972" y="37113"/>
                  <a:pt x="9780" y="37298"/>
                </a:cubicBezTo>
                <a:cubicBezTo>
                  <a:pt x="10924" y="37396"/>
                  <a:pt x="12088" y="37499"/>
                  <a:pt x="13241" y="37499"/>
                </a:cubicBezTo>
                <a:cubicBezTo>
                  <a:pt x="14542" y="37499"/>
                  <a:pt x="15829" y="37368"/>
                  <a:pt x="17057" y="36951"/>
                </a:cubicBezTo>
                <a:cubicBezTo>
                  <a:pt x="18702" y="36418"/>
                  <a:pt x="20139" y="35375"/>
                  <a:pt x="21507" y="34309"/>
                </a:cubicBezTo>
                <a:cubicBezTo>
                  <a:pt x="22897" y="33173"/>
                  <a:pt x="24264" y="31945"/>
                  <a:pt x="25168" y="30415"/>
                </a:cubicBezTo>
                <a:cubicBezTo>
                  <a:pt x="25516" y="29813"/>
                  <a:pt x="25794" y="29187"/>
                  <a:pt x="25956" y="28515"/>
                </a:cubicBezTo>
                <a:cubicBezTo>
                  <a:pt x="26234" y="27426"/>
                  <a:pt x="26258" y="26290"/>
                  <a:pt x="25887" y="25247"/>
                </a:cubicBezTo>
                <a:cubicBezTo>
                  <a:pt x="25354" y="23741"/>
                  <a:pt x="24079" y="22582"/>
                  <a:pt x="23453" y="21122"/>
                </a:cubicBezTo>
                <a:cubicBezTo>
                  <a:pt x="22434" y="18735"/>
                  <a:pt x="23175" y="15838"/>
                  <a:pt x="22016" y="13521"/>
                </a:cubicBezTo>
                <a:cubicBezTo>
                  <a:pt x="21901" y="13266"/>
                  <a:pt x="21762" y="13034"/>
                  <a:pt x="21599" y="12825"/>
                </a:cubicBezTo>
                <a:cubicBezTo>
                  <a:pt x="20904" y="11806"/>
                  <a:pt x="19931" y="10995"/>
                  <a:pt x="19073" y="10091"/>
                </a:cubicBezTo>
                <a:cubicBezTo>
                  <a:pt x="17520" y="8468"/>
                  <a:pt x="16339" y="6475"/>
                  <a:pt x="14554" y="5108"/>
                </a:cubicBezTo>
                <a:cubicBezTo>
                  <a:pt x="13975" y="4668"/>
                  <a:pt x="13395" y="4367"/>
                  <a:pt x="12816" y="4181"/>
                </a:cubicBezTo>
                <a:cubicBezTo>
                  <a:pt x="12677" y="4135"/>
                  <a:pt x="12538" y="4112"/>
                  <a:pt x="12422" y="4065"/>
                </a:cubicBezTo>
                <a:cubicBezTo>
                  <a:pt x="13140" y="3393"/>
                  <a:pt x="13558" y="2420"/>
                  <a:pt x="13534" y="1423"/>
                </a:cubicBezTo>
                <a:cubicBezTo>
                  <a:pt x="13511" y="937"/>
                  <a:pt x="13349" y="404"/>
                  <a:pt x="12932" y="149"/>
                </a:cubicBezTo>
                <a:cubicBezTo>
                  <a:pt x="12742" y="37"/>
                  <a:pt x="12531" y="1"/>
                  <a:pt x="12314"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3"/>
        <p:cNvGrpSpPr/>
        <p:nvPr/>
      </p:nvGrpSpPr>
      <p:grpSpPr>
        <a:xfrm>
          <a:off x="0" y="0"/>
          <a:ext cx="0" cy="0"/>
          <a:chOff x="0" y="0"/>
          <a:chExt cx="0" cy="0"/>
        </a:xfrm>
      </p:grpSpPr>
      <p:sp>
        <p:nvSpPr>
          <p:cNvPr id="1322" name="Google Shape;1322;p52"/>
          <p:cNvSpPr txBox="1">
            <a:spLocks noGrp="1"/>
          </p:cNvSpPr>
          <p:nvPr>
            <p:ph type="title" idx="8"/>
          </p:nvPr>
        </p:nvSpPr>
        <p:spPr>
          <a:xfrm>
            <a:off x="1103506" y="338521"/>
            <a:ext cx="1714814" cy="55778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latin typeface="Bahnschrift" panose="020B0502040204020203" pitchFamily="34" charset="0"/>
              </a:rPr>
              <a:t>Цель</a:t>
            </a:r>
            <a:endParaRPr dirty="0">
              <a:latin typeface="Bahnschrift" panose="020B0502040204020203" pitchFamily="34" charset="0"/>
            </a:endParaRPr>
          </a:p>
        </p:txBody>
      </p:sp>
      <p:sp>
        <p:nvSpPr>
          <p:cNvPr id="1323" name="Google Shape;1323;p52"/>
          <p:cNvSpPr/>
          <p:nvPr/>
        </p:nvSpPr>
        <p:spPr>
          <a:xfrm rot="10800000" flipH="1">
            <a:off x="11053550" y="3210498"/>
            <a:ext cx="44164" cy="35617"/>
          </a:xfrm>
          <a:custGeom>
            <a:avLst/>
            <a:gdLst/>
            <a:ahLst/>
            <a:cxnLst/>
            <a:rect l="l" t="t" r="r" b="b"/>
            <a:pathLst>
              <a:path w="403" h="325" extrusionOk="0">
                <a:moveTo>
                  <a:pt x="267" y="46"/>
                </a:moveTo>
                <a:cubicBezTo>
                  <a:pt x="176" y="110"/>
                  <a:pt x="92" y="175"/>
                  <a:pt x="1" y="234"/>
                </a:cubicBezTo>
                <a:cubicBezTo>
                  <a:pt x="72" y="311"/>
                  <a:pt x="195" y="324"/>
                  <a:pt x="280" y="273"/>
                </a:cubicBezTo>
                <a:cubicBezTo>
                  <a:pt x="364" y="221"/>
                  <a:pt x="403" y="104"/>
                  <a:pt x="371" y="7"/>
                </a:cubicBezTo>
                <a:lnTo>
                  <a:pt x="228" y="0"/>
                </a:lnTo>
                <a:close/>
              </a:path>
            </a:pathLst>
          </a:custGeom>
          <a:solidFill>
            <a:srgbClr val="FFFF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52"/>
          <p:cNvSpPr/>
          <p:nvPr/>
        </p:nvSpPr>
        <p:spPr>
          <a:xfrm rot="10800000" flipH="1">
            <a:off x="10680363" y="4030271"/>
            <a:ext cx="37698" cy="64110"/>
          </a:xfrm>
          <a:custGeom>
            <a:avLst/>
            <a:gdLst/>
            <a:ahLst/>
            <a:cxnLst/>
            <a:rect l="l" t="t" r="r" b="b"/>
            <a:pathLst>
              <a:path w="344" h="585" extrusionOk="0">
                <a:moveTo>
                  <a:pt x="39" y="584"/>
                </a:moveTo>
                <a:cubicBezTo>
                  <a:pt x="0" y="377"/>
                  <a:pt x="65" y="150"/>
                  <a:pt x="208" y="0"/>
                </a:cubicBezTo>
                <a:cubicBezTo>
                  <a:pt x="305" y="65"/>
                  <a:pt x="344" y="201"/>
                  <a:pt x="305" y="312"/>
                </a:cubicBezTo>
                <a:cubicBezTo>
                  <a:pt x="266" y="422"/>
                  <a:pt x="149" y="500"/>
                  <a:pt x="32" y="487"/>
                </a:cubicBezTo>
                <a:close/>
              </a:path>
            </a:pathLst>
          </a:custGeom>
          <a:solidFill>
            <a:srgbClr val="FFFF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52"/>
          <p:cNvSpPr/>
          <p:nvPr/>
        </p:nvSpPr>
        <p:spPr>
          <a:xfrm rot="10800000" flipH="1">
            <a:off x="10703815" y="3841229"/>
            <a:ext cx="69040" cy="40000"/>
          </a:xfrm>
          <a:custGeom>
            <a:avLst/>
            <a:gdLst/>
            <a:ahLst/>
            <a:cxnLst/>
            <a:rect l="l" t="t" r="r" b="b"/>
            <a:pathLst>
              <a:path w="630" h="365" extrusionOk="0">
                <a:moveTo>
                  <a:pt x="370" y="46"/>
                </a:moveTo>
                <a:cubicBezTo>
                  <a:pt x="279" y="33"/>
                  <a:pt x="182" y="27"/>
                  <a:pt x="84" y="14"/>
                </a:cubicBezTo>
                <a:cubicBezTo>
                  <a:pt x="0" y="144"/>
                  <a:pt x="143" y="319"/>
                  <a:pt x="298" y="345"/>
                </a:cubicBezTo>
                <a:cubicBezTo>
                  <a:pt x="402" y="364"/>
                  <a:pt x="532" y="338"/>
                  <a:pt x="577" y="241"/>
                </a:cubicBezTo>
                <a:cubicBezTo>
                  <a:pt x="629" y="144"/>
                  <a:pt x="525" y="1"/>
                  <a:pt x="428" y="46"/>
                </a:cubicBezTo>
                <a:close/>
              </a:path>
            </a:pathLst>
          </a:custGeom>
          <a:solidFill>
            <a:srgbClr val="FFFF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52"/>
          <p:cNvSpPr/>
          <p:nvPr/>
        </p:nvSpPr>
        <p:spPr>
          <a:xfrm rot="10800000" flipH="1">
            <a:off x="10683870" y="3975586"/>
            <a:ext cx="36383" cy="48439"/>
          </a:xfrm>
          <a:custGeom>
            <a:avLst/>
            <a:gdLst/>
            <a:ahLst/>
            <a:cxnLst/>
            <a:rect l="l" t="t" r="r" b="b"/>
            <a:pathLst>
              <a:path w="332" h="442" extrusionOk="0">
                <a:moveTo>
                  <a:pt x="72" y="441"/>
                </a:moveTo>
                <a:cubicBezTo>
                  <a:pt x="33" y="364"/>
                  <a:pt x="0" y="279"/>
                  <a:pt x="0" y="188"/>
                </a:cubicBezTo>
                <a:cubicBezTo>
                  <a:pt x="7" y="98"/>
                  <a:pt x="72" y="7"/>
                  <a:pt x="163" y="0"/>
                </a:cubicBezTo>
                <a:cubicBezTo>
                  <a:pt x="260" y="0"/>
                  <a:pt x="331" y="104"/>
                  <a:pt x="318" y="195"/>
                </a:cubicBezTo>
                <a:cubicBezTo>
                  <a:pt x="305" y="292"/>
                  <a:pt x="227" y="370"/>
                  <a:pt x="143" y="402"/>
                </a:cubicBezTo>
                <a:close/>
              </a:path>
            </a:pathLst>
          </a:custGeom>
          <a:solidFill>
            <a:srgbClr val="FFFF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7" name="Google Shape;1327;p52"/>
          <p:cNvGrpSpPr/>
          <p:nvPr/>
        </p:nvGrpSpPr>
        <p:grpSpPr>
          <a:xfrm>
            <a:off x="5959940" y="2668268"/>
            <a:ext cx="1072980" cy="2184663"/>
            <a:chOff x="4147275" y="2403700"/>
            <a:chExt cx="654975" cy="1333575"/>
          </a:xfrm>
        </p:grpSpPr>
        <p:sp>
          <p:nvSpPr>
            <p:cNvPr id="1328" name="Google Shape;1328;p52"/>
            <p:cNvSpPr/>
            <p:nvPr/>
          </p:nvSpPr>
          <p:spPr>
            <a:xfrm>
              <a:off x="4260100" y="3078850"/>
              <a:ext cx="140675" cy="295025"/>
            </a:xfrm>
            <a:custGeom>
              <a:avLst/>
              <a:gdLst/>
              <a:ahLst/>
              <a:cxnLst/>
              <a:rect l="l" t="t" r="r" b="b"/>
              <a:pathLst>
                <a:path w="5627" h="11801" extrusionOk="0">
                  <a:moveTo>
                    <a:pt x="1768" y="0"/>
                  </a:moveTo>
                  <a:cubicBezTo>
                    <a:pt x="1192" y="0"/>
                    <a:pt x="767" y="124"/>
                    <a:pt x="704" y="471"/>
                  </a:cubicBezTo>
                  <a:cubicBezTo>
                    <a:pt x="0" y="4315"/>
                    <a:pt x="809" y="10492"/>
                    <a:pt x="809" y="10492"/>
                  </a:cubicBezTo>
                  <a:cubicBezTo>
                    <a:pt x="844" y="11290"/>
                    <a:pt x="1970" y="11735"/>
                    <a:pt x="2767" y="11794"/>
                  </a:cubicBezTo>
                  <a:cubicBezTo>
                    <a:pt x="2818" y="11799"/>
                    <a:pt x="2869" y="11801"/>
                    <a:pt x="2919" y="11801"/>
                  </a:cubicBezTo>
                  <a:cubicBezTo>
                    <a:pt x="3699" y="11801"/>
                    <a:pt x="4368" y="11216"/>
                    <a:pt x="4478" y="10434"/>
                  </a:cubicBezTo>
                  <a:lnTo>
                    <a:pt x="5627" y="787"/>
                  </a:lnTo>
                  <a:cubicBezTo>
                    <a:pt x="5627" y="787"/>
                    <a:pt x="3218" y="0"/>
                    <a:pt x="17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52"/>
            <p:cNvSpPr/>
            <p:nvPr/>
          </p:nvSpPr>
          <p:spPr>
            <a:xfrm>
              <a:off x="4178350" y="3318300"/>
              <a:ext cx="188450" cy="329975"/>
            </a:xfrm>
            <a:custGeom>
              <a:avLst/>
              <a:gdLst/>
              <a:ahLst/>
              <a:cxnLst/>
              <a:rect l="l" t="t" r="r" b="b"/>
              <a:pathLst>
                <a:path w="7538" h="13199" extrusionOk="0">
                  <a:moveTo>
                    <a:pt x="4525" y="0"/>
                  </a:moveTo>
                  <a:cubicBezTo>
                    <a:pt x="1958" y="2919"/>
                    <a:pt x="0" y="12355"/>
                    <a:pt x="0" y="12355"/>
                  </a:cubicBezTo>
                  <a:lnTo>
                    <a:pt x="1993" y="13199"/>
                  </a:lnTo>
                  <a:lnTo>
                    <a:pt x="7537" y="1454"/>
                  </a:lnTo>
                  <a:lnTo>
                    <a:pt x="45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52"/>
            <p:cNvSpPr/>
            <p:nvPr/>
          </p:nvSpPr>
          <p:spPr>
            <a:xfrm>
              <a:off x="4391100" y="3080350"/>
              <a:ext cx="210425" cy="282150"/>
            </a:xfrm>
            <a:custGeom>
              <a:avLst/>
              <a:gdLst/>
              <a:ahLst/>
              <a:cxnLst/>
              <a:rect l="l" t="t" r="r" b="b"/>
              <a:pathLst>
                <a:path w="8417" h="11286" extrusionOk="0">
                  <a:moveTo>
                    <a:pt x="4419" y="0"/>
                  </a:moveTo>
                  <a:lnTo>
                    <a:pt x="0" y="2204"/>
                  </a:lnTo>
                  <a:lnTo>
                    <a:pt x="4911" y="10725"/>
                  </a:lnTo>
                  <a:cubicBezTo>
                    <a:pt x="5167" y="11119"/>
                    <a:pt x="5704" y="11285"/>
                    <a:pt x="6248" y="11285"/>
                  </a:cubicBezTo>
                  <a:cubicBezTo>
                    <a:pt x="6627" y="11285"/>
                    <a:pt x="7009" y="11205"/>
                    <a:pt x="7303" y="11065"/>
                  </a:cubicBezTo>
                  <a:cubicBezTo>
                    <a:pt x="8076" y="10702"/>
                    <a:pt x="8416" y="9799"/>
                    <a:pt x="8100" y="9014"/>
                  </a:cubicBezTo>
                  <a:lnTo>
                    <a:pt x="4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52"/>
            <p:cNvSpPr/>
            <p:nvPr/>
          </p:nvSpPr>
          <p:spPr>
            <a:xfrm>
              <a:off x="4490125" y="3321525"/>
              <a:ext cx="106400" cy="329400"/>
            </a:xfrm>
            <a:custGeom>
              <a:avLst/>
              <a:gdLst/>
              <a:ahLst/>
              <a:cxnLst/>
              <a:rect l="l" t="t" r="r" b="b"/>
              <a:pathLst>
                <a:path w="4256" h="13176" extrusionOk="0">
                  <a:moveTo>
                    <a:pt x="4256" y="0"/>
                  </a:moveTo>
                  <a:lnTo>
                    <a:pt x="880" y="59"/>
                  </a:lnTo>
                  <a:cubicBezTo>
                    <a:pt x="1" y="3200"/>
                    <a:pt x="1337" y="13152"/>
                    <a:pt x="1337" y="13152"/>
                  </a:cubicBezTo>
                  <a:lnTo>
                    <a:pt x="3775" y="13175"/>
                  </a:lnTo>
                  <a:lnTo>
                    <a:pt x="42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52"/>
            <p:cNvSpPr/>
            <p:nvPr/>
          </p:nvSpPr>
          <p:spPr>
            <a:xfrm>
              <a:off x="4215550" y="2921525"/>
              <a:ext cx="328525" cy="272525"/>
            </a:xfrm>
            <a:custGeom>
              <a:avLst/>
              <a:gdLst/>
              <a:ahLst/>
              <a:cxnLst/>
              <a:rect l="l" t="t" r="r" b="b"/>
              <a:pathLst>
                <a:path w="13141" h="10901" extrusionOk="0">
                  <a:moveTo>
                    <a:pt x="10351" y="0"/>
                  </a:moveTo>
                  <a:lnTo>
                    <a:pt x="3939" y="586"/>
                  </a:lnTo>
                  <a:lnTo>
                    <a:pt x="3142" y="516"/>
                  </a:lnTo>
                  <a:cubicBezTo>
                    <a:pt x="1" y="4138"/>
                    <a:pt x="1525" y="8018"/>
                    <a:pt x="1630" y="10702"/>
                  </a:cubicBezTo>
                  <a:cubicBezTo>
                    <a:pt x="1630" y="10702"/>
                    <a:pt x="3476" y="10900"/>
                    <a:pt x="5091" y="10900"/>
                  </a:cubicBezTo>
                  <a:cubicBezTo>
                    <a:pt x="5830" y="10900"/>
                    <a:pt x="6521" y="10859"/>
                    <a:pt x="6963" y="10737"/>
                  </a:cubicBezTo>
                  <a:cubicBezTo>
                    <a:pt x="7040" y="10714"/>
                    <a:pt x="7072" y="10714"/>
                    <a:pt x="7108" y="10714"/>
                  </a:cubicBezTo>
                  <a:cubicBezTo>
                    <a:pt x="7145" y="10714"/>
                    <a:pt x="7186" y="10714"/>
                    <a:pt x="7280" y="10690"/>
                  </a:cubicBezTo>
                  <a:lnTo>
                    <a:pt x="7432" y="9413"/>
                  </a:lnTo>
                  <a:lnTo>
                    <a:pt x="8042" y="10468"/>
                  </a:lnTo>
                  <a:cubicBezTo>
                    <a:pt x="10058" y="10010"/>
                    <a:pt x="13141" y="9413"/>
                    <a:pt x="13141" y="9413"/>
                  </a:cubicBezTo>
                  <a:cubicBezTo>
                    <a:pt x="13141" y="9413"/>
                    <a:pt x="12895" y="3775"/>
                    <a:pt x="10867" y="1536"/>
                  </a:cubicBezTo>
                  <a:lnTo>
                    <a:pt x="1035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52"/>
            <p:cNvSpPr/>
            <p:nvPr/>
          </p:nvSpPr>
          <p:spPr>
            <a:xfrm>
              <a:off x="4400750" y="3051325"/>
              <a:ext cx="40775" cy="106400"/>
            </a:xfrm>
            <a:custGeom>
              <a:avLst/>
              <a:gdLst/>
              <a:ahLst/>
              <a:cxnLst/>
              <a:rect l="l" t="t" r="r" b="b"/>
              <a:pathLst>
                <a:path w="1631" h="4256" fill="none" extrusionOk="0">
                  <a:moveTo>
                    <a:pt x="1" y="4256"/>
                  </a:moveTo>
                  <a:lnTo>
                    <a:pt x="270" y="880"/>
                  </a:lnTo>
                  <a:lnTo>
                    <a:pt x="1630" y="1"/>
                  </a:lnTo>
                </a:path>
              </a:pathLst>
            </a:custGeom>
            <a:noFill/>
            <a:ln w="2350" cap="rnd" cmpd="sng">
              <a:solidFill>
                <a:srgbClr val="3A0F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52"/>
            <p:cNvSpPr/>
            <p:nvPr/>
          </p:nvSpPr>
          <p:spPr>
            <a:xfrm>
              <a:off x="4516500" y="3577925"/>
              <a:ext cx="185500" cy="148625"/>
            </a:xfrm>
            <a:custGeom>
              <a:avLst/>
              <a:gdLst/>
              <a:ahLst/>
              <a:cxnLst/>
              <a:rect l="l" t="t" r="r" b="b"/>
              <a:pathLst>
                <a:path w="7420" h="5945" extrusionOk="0">
                  <a:moveTo>
                    <a:pt x="2955" y="0"/>
                  </a:moveTo>
                  <a:cubicBezTo>
                    <a:pt x="1970" y="47"/>
                    <a:pt x="985" y="94"/>
                    <a:pt x="1" y="141"/>
                  </a:cubicBezTo>
                  <a:lnTo>
                    <a:pt x="259" y="3318"/>
                  </a:lnTo>
                  <a:cubicBezTo>
                    <a:pt x="224" y="3658"/>
                    <a:pt x="188" y="4044"/>
                    <a:pt x="118" y="4455"/>
                  </a:cubicBezTo>
                  <a:cubicBezTo>
                    <a:pt x="28" y="5005"/>
                    <a:pt x="527" y="5718"/>
                    <a:pt x="1528" y="5718"/>
                  </a:cubicBezTo>
                  <a:cubicBezTo>
                    <a:pt x="1700" y="5718"/>
                    <a:pt x="1887" y="5697"/>
                    <a:pt x="2087" y="5650"/>
                  </a:cubicBezTo>
                  <a:cubicBezTo>
                    <a:pt x="2290" y="5601"/>
                    <a:pt x="2495" y="5582"/>
                    <a:pt x="2708" y="5582"/>
                  </a:cubicBezTo>
                  <a:cubicBezTo>
                    <a:pt x="3518" y="5582"/>
                    <a:pt x="4435" y="5869"/>
                    <a:pt x="5698" y="5943"/>
                  </a:cubicBezTo>
                  <a:cubicBezTo>
                    <a:pt x="5708" y="5944"/>
                    <a:pt x="5719" y="5944"/>
                    <a:pt x="5730" y="5944"/>
                  </a:cubicBezTo>
                  <a:cubicBezTo>
                    <a:pt x="6335" y="5944"/>
                    <a:pt x="7419" y="4992"/>
                    <a:pt x="5358" y="4888"/>
                  </a:cubicBezTo>
                  <a:lnTo>
                    <a:pt x="2779" y="3787"/>
                  </a:lnTo>
                  <a:cubicBezTo>
                    <a:pt x="2779" y="3787"/>
                    <a:pt x="2849" y="2169"/>
                    <a:pt x="29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52"/>
            <p:cNvSpPr/>
            <p:nvPr/>
          </p:nvSpPr>
          <p:spPr>
            <a:xfrm>
              <a:off x="4147275" y="3542750"/>
              <a:ext cx="162450" cy="194525"/>
            </a:xfrm>
            <a:custGeom>
              <a:avLst/>
              <a:gdLst/>
              <a:ahLst/>
              <a:cxnLst/>
              <a:rect l="l" t="t" r="r" b="b"/>
              <a:pathLst>
                <a:path w="6498" h="7781" extrusionOk="0">
                  <a:moveTo>
                    <a:pt x="2615" y="1"/>
                  </a:moveTo>
                  <a:lnTo>
                    <a:pt x="1138" y="3236"/>
                  </a:lnTo>
                  <a:cubicBezTo>
                    <a:pt x="985" y="3529"/>
                    <a:pt x="692" y="3588"/>
                    <a:pt x="352" y="4115"/>
                  </a:cubicBezTo>
                  <a:cubicBezTo>
                    <a:pt x="1" y="4666"/>
                    <a:pt x="294" y="5733"/>
                    <a:pt x="1689" y="5991"/>
                  </a:cubicBezTo>
                  <a:cubicBezTo>
                    <a:pt x="2661" y="6166"/>
                    <a:pt x="3458" y="6987"/>
                    <a:pt x="4877" y="7702"/>
                  </a:cubicBezTo>
                  <a:cubicBezTo>
                    <a:pt x="4983" y="7755"/>
                    <a:pt x="5125" y="7781"/>
                    <a:pt x="5270" y="7781"/>
                  </a:cubicBezTo>
                  <a:cubicBezTo>
                    <a:pt x="5859" y="7781"/>
                    <a:pt x="6497" y="7353"/>
                    <a:pt x="4982" y="6600"/>
                  </a:cubicBezTo>
                  <a:lnTo>
                    <a:pt x="3177" y="4490"/>
                  </a:lnTo>
                  <a:cubicBezTo>
                    <a:pt x="3177" y="4490"/>
                    <a:pt x="3845" y="2638"/>
                    <a:pt x="4818" y="704"/>
                  </a:cubicBezTo>
                  <a:cubicBezTo>
                    <a:pt x="3130" y="59"/>
                    <a:pt x="2990" y="142"/>
                    <a:pt x="26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52"/>
            <p:cNvSpPr/>
            <p:nvPr/>
          </p:nvSpPr>
          <p:spPr>
            <a:xfrm>
              <a:off x="4428900" y="2441525"/>
              <a:ext cx="53925" cy="82350"/>
            </a:xfrm>
            <a:custGeom>
              <a:avLst/>
              <a:gdLst/>
              <a:ahLst/>
              <a:cxnLst/>
              <a:rect l="l" t="t" r="r" b="b"/>
              <a:pathLst>
                <a:path w="2157" h="3294" extrusionOk="0">
                  <a:moveTo>
                    <a:pt x="281" y="0"/>
                  </a:moveTo>
                  <a:lnTo>
                    <a:pt x="0" y="3294"/>
                  </a:lnTo>
                  <a:cubicBezTo>
                    <a:pt x="0" y="3294"/>
                    <a:pt x="2157" y="1688"/>
                    <a:pt x="281" y="0"/>
                  </a:cubicBezTo>
                  <a:close/>
                </a:path>
              </a:pathLst>
            </a:custGeom>
            <a:solidFill>
              <a:srgbClr val="C581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52"/>
            <p:cNvSpPr/>
            <p:nvPr/>
          </p:nvSpPr>
          <p:spPr>
            <a:xfrm>
              <a:off x="4289100" y="2412075"/>
              <a:ext cx="150650" cy="148150"/>
            </a:xfrm>
            <a:custGeom>
              <a:avLst/>
              <a:gdLst/>
              <a:ahLst/>
              <a:cxnLst/>
              <a:rect l="l" t="t" r="r" b="b"/>
              <a:pathLst>
                <a:path w="6026" h="5926" extrusionOk="0">
                  <a:moveTo>
                    <a:pt x="3602" y="1"/>
                  </a:moveTo>
                  <a:cubicBezTo>
                    <a:pt x="2716" y="1"/>
                    <a:pt x="1830" y="369"/>
                    <a:pt x="1419" y="1190"/>
                  </a:cubicBezTo>
                  <a:cubicBezTo>
                    <a:pt x="1" y="4003"/>
                    <a:pt x="2486" y="5925"/>
                    <a:pt x="2486" y="5925"/>
                  </a:cubicBezTo>
                  <a:lnTo>
                    <a:pt x="6026" y="1776"/>
                  </a:lnTo>
                  <a:cubicBezTo>
                    <a:pt x="5979" y="662"/>
                    <a:pt x="4790" y="1"/>
                    <a:pt x="3602" y="1"/>
                  </a:cubicBezTo>
                  <a:close/>
                </a:path>
              </a:pathLst>
            </a:custGeom>
            <a:solidFill>
              <a:srgbClr val="E4AC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52"/>
            <p:cNvSpPr/>
            <p:nvPr/>
          </p:nvSpPr>
          <p:spPr>
            <a:xfrm>
              <a:off x="4324275" y="2425725"/>
              <a:ext cx="133650" cy="143500"/>
            </a:xfrm>
            <a:custGeom>
              <a:avLst/>
              <a:gdLst/>
              <a:ahLst/>
              <a:cxnLst/>
              <a:rect l="l" t="t" r="r" b="b"/>
              <a:pathLst>
                <a:path w="5346" h="5740" extrusionOk="0">
                  <a:moveTo>
                    <a:pt x="2423" y="0"/>
                  </a:moveTo>
                  <a:cubicBezTo>
                    <a:pt x="2213" y="0"/>
                    <a:pt x="2005" y="33"/>
                    <a:pt x="1806" y="105"/>
                  </a:cubicBezTo>
                  <a:cubicBezTo>
                    <a:pt x="1642" y="175"/>
                    <a:pt x="1489" y="257"/>
                    <a:pt x="1337" y="374"/>
                  </a:cubicBezTo>
                  <a:cubicBezTo>
                    <a:pt x="0" y="1406"/>
                    <a:pt x="516" y="3762"/>
                    <a:pt x="1501" y="4899"/>
                  </a:cubicBezTo>
                  <a:cubicBezTo>
                    <a:pt x="1938" y="5412"/>
                    <a:pt x="2583" y="5740"/>
                    <a:pt x="3236" y="5740"/>
                  </a:cubicBezTo>
                  <a:cubicBezTo>
                    <a:pt x="3388" y="5740"/>
                    <a:pt x="3542" y="5722"/>
                    <a:pt x="3693" y="5684"/>
                  </a:cubicBezTo>
                  <a:cubicBezTo>
                    <a:pt x="4865" y="5379"/>
                    <a:pt x="5346" y="4149"/>
                    <a:pt x="5240" y="2988"/>
                  </a:cubicBezTo>
                  <a:cubicBezTo>
                    <a:pt x="5158" y="2121"/>
                    <a:pt x="4783" y="1277"/>
                    <a:pt x="4138" y="703"/>
                  </a:cubicBezTo>
                  <a:cubicBezTo>
                    <a:pt x="3666" y="283"/>
                    <a:pt x="3038" y="0"/>
                    <a:pt x="2423" y="0"/>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52"/>
            <p:cNvSpPr/>
            <p:nvPr/>
          </p:nvSpPr>
          <p:spPr>
            <a:xfrm>
              <a:off x="4317525" y="2493325"/>
              <a:ext cx="36075" cy="41175"/>
            </a:xfrm>
            <a:custGeom>
              <a:avLst/>
              <a:gdLst/>
              <a:ahLst/>
              <a:cxnLst/>
              <a:rect l="l" t="t" r="r" b="b"/>
              <a:pathLst>
                <a:path w="1443" h="1647" extrusionOk="0">
                  <a:moveTo>
                    <a:pt x="618" y="1"/>
                  </a:moveTo>
                  <a:cubicBezTo>
                    <a:pt x="515" y="1"/>
                    <a:pt x="412" y="28"/>
                    <a:pt x="329" y="85"/>
                  </a:cubicBezTo>
                  <a:cubicBezTo>
                    <a:pt x="106" y="237"/>
                    <a:pt x="1" y="542"/>
                    <a:pt x="36" y="835"/>
                  </a:cubicBezTo>
                  <a:cubicBezTo>
                    <a:pt x="71" y="1152"/>
                    <a:pt x="282" y="1445"/>
                    <a:pt x="552" y="1574"/>
                  </a:cubicBezTo>
                  <a:cubicBezTo>
                    <a:pt x="655" y="1623"/>
                    <a:pt x="774" y="1646"/>
                    <a:pt x="896" y="1646"/>
                  </a:cubicBezTo>
                  <a:cubicBezTo>
                    <a:pt x="1094" y="1646"/>
                    <a:pt x="1298" y="1584"/>
                    <a:pt x="1443" y="1468"/>
                  </a:cubicBezTo>
                  <a:lnTo>
                    <a:pt x="1068" y="226"/>
                  </a:lnTo>
                  <a:cubicBezTo>
                    <a:pt x="972" y="79"/>
                    <a:pt x="793" y="1"/>
                    <a:pt x="618"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52"/>
            <p:cNvSpPr/>
            <p:nvPr/>
          </p:nvSpPr>
          <p:spPr>
            <a:xfrm>
              <a:off x="4341275" y="2510675"/>
              <a:ext cx="72075" cy="138375"/>
            </a:xfrm>
            <a:custGeom>
              <a:avLst/>
              <a:gdLst/>
              <a:ahLst/>
              <a:cxnLst/>
              <a:rect l="l" t="t" r="r" b="b"/>
              <a:pathLst>
                <a:path w="2883" h="5535" extrusionOk="0">
                  <a:moveTo>
                    <a:pt x="258" y="1"/>
                  </a:moveTo>
                  <a:lnTo>
                    <a:pt x="47" y="4033"/>
                  </a:lnTo>
                  <a:cubicBezTo>
                    <a:pt x="0" y="4771"/>
                    <a:pt x="540" y="5428"/>
                    <a:pt x="1278" y="5521"/>
                  </a:cubicBezTo>
                  <a:cubicBezTo>
                    <a:pt x="1343" y="5530"/>
                    <a:pt x="1407" y="5535"/>
                    <a:pt x="1470" y="5535"/>
                  </a:cubicBezTo>
                  <a:cubicBezTo>
                    <a:pt x="2243" y="5535"/>
                    <a:pt x="2883" y="4893"/>
                    <a:pt x="2872" y="4091"/>
                  </a:cubicBezTo>
                  <a:lnTo>
                    <a:pt x="2814" y="329"/>
                  </a:lnTo>
                  <a:lnTo>
                    <a:pt x="258" y="1"/>
                  </a:ln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52"/>
            <p:cNvSpPr/>
            <p:nvPr/>
          </p:nvSpPr>
          <p:spPr>
            <a:xfrm>
              <a:off x="4361775" y="2548175"/>
              <a:ext cx="50725" cy="34325"/>
            </a:xfrm>
            <a:custGeom>
              <a:avLst/>
              <a:gdLst/>
              <a:ahLst/>
              <a:cxnLst/>
              <a:rect l="l" t="t" r="r" b="b"/>
              <a:pathLst>
                <a:path w="2029" h="1373" extrusionOk="0">
                  <a:moveTo>
                    <a:pt x="1" y="1"/>
                  </a:moveTo>
                  <a:cubicBezTo>
                    <a:pt x="1" y="1"/>
                    <a:pt x="458" y="1103"/>
                    <a:pt x="2029" y="1372"/>
                  </a:cubicBezTo>
                  <a:lnTo>
                    <a:pt x="2029" y="821"/>
                  </a:lnTo>
                  <a:cubicBezTo>
                    <a:pt x="2029" y="821"/>
                    <a:pt x="1927" y="841"/>
                    <a:pt x="1760" y="841"/>
                  </a:cubicBezTo>
                  <a:cubicBezTo>
                    <a:pt x="1370" y="841"/>
                    <a:pt x="625" y="732"/>
                    <a:pt x="1" y="1"/>
                  </a:cubicBezTo>
                  <a:close/>
                </a:path>
              </a:pathLst>
            </a:custGeom>
            <a:solidFill>
              <a:srgbClr val="1110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52"/>
            <p:cNvSpPr/>
            <p:nvPr/>
          </p:nvSpPr>
          <p:spPr>
            <a:xfrm>
              <a:off x="4332175" y="2506575"/>
              <a:ext cx="7650" cy="11150"/>
            </a:xfrm>
            <a:custGeom>
              <a:avLst/>
              <a:gdLst/>
              <a:ahLst/>
              <a:cxnLst/>
              <a:rect l="l" t="t" r="r" b="b"/>
              <a:pathLst>
                <a:path w="306" h="446" fill="none" extrusionOk="0">
                  <a:moveTo>
                    <a:pt x="306" y="446"/>
                  </a:moveTo>
                  <a:cubicBezTo>
                    <a:pt x="142" y="446"/>
                    <a:pt x="1" y="340"/>
                    <a:pt x="13" y="211"/>
                  </a:cubicBezTo>
                  <a:cubicBezTo>
                    <a:pt x="13" y="118"/>
                    <a:pt x="83" y="36"/>
                    <a:pt x="189" y="0"/>
                  </a:cubicBezTo>
                </a:path>
              </a:pathLst>
            </a:custGeom>
            <a:noFill/>
            <a:ln w="2350" cap="flat" cmpd="sng">
              <a:solidFill>
                <a:srgbClr val="9D43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52"/>
            <p:cNvSpPr/>
            <p:nvPr/>
          </p:nvSpPr>
          <p:spPr>
            <a:xfrm>
              <a:off x="4425950" y="2505700"/>
              <a:ext cx="9400" cy="14675"/>
            </a:xfrm>
            <a:custGeom>
              <a:avLst/>
              <a:gdLst/>
              <a:ahLst/>
              <a:cxnLst/>
              <a:rect l="l" t="t" r="r" b="b"/>
              <a:pathLst>
                <a:path w="376" h="587" extrusionOk="0">
                  <a:moveTo>
                    <a:pt x="1" y="0"/>
                  </a:moveTo>
                  <a:lnTo>
                    <a:pt x="1" y="0"/>
                  </a:lnTo>
                  <a:cubicBezTo>
                    <a:pt x="24" y="82"/>
                    <a:pt x="59" y="153"/>
                    <a:pt x="106" y="211"/>
                  </a:cubicBezTo>
                  <a:cubicBezTo>
                    <a:pt x="142" y="264"/>
                    <a:pt x="177" y="317"/>
                    <a:pt x="228" y="355"/>
                  </a:cubicBezTo>
                  <a:lnTo>
                    <a:pt x="228" y="355"/>
                  </a:lnTo>
                  <a:lnTo>
                    <a:pt x="59" y="563"/>
                  </a:lnTo>
                  <a:lnTo>
                    <a:pt x="83" y="586"/>
                  </a:lnTo>
                  <a:lnTo>
                    <a:pt x="329" y="387"/>
                  </a:lnTo>
                  <a:lnTo>
                    <a:pt x="376" y="317"/>
                  </a:lnTo>
                  <a:lnTo>
                    <a:pt x="317" y="305"/>
                  </a:lnTo>
                  <a:cubicBezTo>
                    <a:pt x="259" y="282"/>
                    <a:pt x="200" y="235"/>
                    <a:pt x="142" y="188"/>
                  </a:cubicBezTo>
                  <a:cubicBezTo>
                    <a:pt x="95" y="129"/>
                    <a:pt x="48" y="71"/>
                    <a:pt x="1" y="0"/>
                  </a:cubicBezTo>
                  <a:close/>
                </a:path>
              </a:pathLst>
            </a:custGeom>
            <a:solidFill>
              <a:srgbClr val="9D43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52"/>
            <p:cNvSpPr/>
            <p:nvPr/>
          </p:nvSpPr>
          <p:spPr>
            <a:xfrm>
              <a:off x="4439150" y="2492225"/>
              <a:ext cx="9700" cy="9675"/>
            </a:xfrm>
            <a:custGeom>
              <a:avLst/>
              <a:gdLst/>
              <a:ahLst/>
              <a:cxnLst/>
              <a:rect l="l" t="t" r="r" b="b"/>
              <a:pathLst>
                <a:path w="388" h="387" extrusionOk="0">
                  <a:moveTo>
                    <a:pt x="188" y="0"/>
                  </a:moveTo>
                  <a:cubicBezTo>
                    <a:pt x="82" y="12"/>
                    <a:pt x="0" y="94"/>
                    <a:pt x="0" y="199"/>
                  </a:cubicBezTo>
                  <a:cubicBezTo>
                    <a:pt x="0" y="305"/>
                    <a:pt x="94" y="387"/>
                    <a:pt x="200" y="387"/>
                  </a:cubicBezTo>
                  <a:cubicBezTo>
                    <a:pt x="305" y="387"/>
                    <a:pt x="387" y="293"/>
                    <a:pt x="387" y="188"/>
                  </a:cubicBezTo>
                  <a:cubicBezTo>
                    <a:pt x="375" y="82"/>
                    <a:pt x="293" y="0"/>
                    <a:pt x="188" y="0"/>
                  </a:cubicBezTo>
                  <a:close/>
                </a:path>
              </a:pathLst>
            </a:custGeom>
            <a:solidFill>
              <a:srgbClr val="1D0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52"/>
            <p:cNvSpPr/>
            <p:nvPr/>
          </p:nvSpPr>
          <p:spPr>
            <a:xfrm>
              <a:off x="4397825" y="2497450"/>
              <a:ext cx="9700" cy="9475"/>
            </a:xfrm>
            <a:custGeom>
              <a:avLst/>
              <a:gdLst/>
              <a:ahLst/>
              <a:cxnLst/>
              <a:rect l="l" t="t" r="r" b="b"/>
              <a:pathLst>
                <a:path w="388" h="379" extrusionOk="0">
                  <a:moveTo>
                    <a:pt x="208" y="1"/>
                  </a:moveTo>
                  <a:cubicBezTo>
                    <a:pt x="202" y="1"/>
                    <a:pt x="195" y="1"/>
                    <a:pt x="188" y="2"/>
                  </a:cubicBezTo>
                  <a:cubicBezTo>
                    <a:pt x="83" y="2"/>
                    <a:pt x="1" y="96"/>
                    <a:pt x="1" y="201"/>
                  </a:cubicBezTo>
                  <a:cubicBezTo>
                    <a:pt x="12" y="300"/>
                    <a:pt x="84" y="378"/>
                    <a:pt x="180" y="378"/>
                  </a:cubicBezTo>
                  <a:cubicBezTo>
                    <a:pt x="186" y="378"/>
                    <a:pt x="193" y="378"/>
                    <a:pt x="200" y="377"/>
                  </a:cubicBezTo>
                  <a:cubicBezTo>
                    <a:pt x="305" y="377"/>
                    <a:pt x="387" y="283"/>
                    <a:pt x="387" y="178"/>
                  </a:cubicBezTo>
                  <a:cubicBezTo>
                    <a:pt x="387" y="79"/>
                    <a:pt x="305" y="1"/>
                    <a:pt x="208" y="1"/>
                  </a:cubicBezTo>
                  <a:close/>
                </a:path>
              </a:pathLst>
            </a:custGeom>
            <a:solidFill>
              <a:srgbClr val="1D0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52"/>
            <p:cNvSpPr/>
            <p:nvPr/>
          </p:nvSpPr>
          <p:spPr>
            <a:xfrm>
              <a:off x="4409250" y="2528550"/>
              <a:ext cx="24050" cy="11225"/>
            </a:xfrm>
            <a:custGeom>
              <a:avLst/>
              <a:gdLst/>
              <a:ahLst/>
              <a:cxnLst/>
              <a:rect l="l" t="t" r="r" b="b"/>
              <a:pathLst>
                <a:path w="962" h="449" extrusionOk="0">
                  <a:moveTo>
                    <a:pt x="962" y="1"/>
                  </a:moveTo>
                  <a:lnTo>
                    <a:pt x="1" y="94"/>
                  </a:lnTo>
                  <a:cubicBezTo>
                    <a:pt x="1" y="94"/>
                    <a:pt x="33" y="448"/>
                    <a:pt x="467" y="448"/>
                  </a:cubicBezTo>
                  <a:cubicBezTo>
                    <a:pt x="486" y="448"/>
                    <a:pt x="507" y="447"/>
                    <a:pt x="528" y="446"/>
                  </a:cubicBezTo>
                  <a:cubicBezTo>
                    <a:pt x="938" y="423"/>
                    <a:pt x="962" y="1"/>
                    <a:pt x="962" y="1"/>
                  </a:cubicBezTo>
                  <a:close/>
                </a:path>
              </a:pathLst>
            </a:custGeom>
            <a:solidFill>
              <a:srgbClr val="1D0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52"/>
            <p:cNvSpPr/>
            <p:nvPr/>
          </p:nvSpPr>
          <p:spPr>
            <a:xfrm>
              <a:off x="4375550" y="2475500"/>
              <a:ext cx="46050" cy="46925"/>
            </a:xfrm>
            <a:custGeom>
              <a:avLst/>
              <a:gdLst/>
              <a:ahLst/>
              <a:cxnLst/>
              <a:rect l="l" t="t" r="r" b="b"/>
              <a:pathLst>
                <a:path w="1842" h="1877" fill="none" extrusionOk="0">
                  <a:moveTo>
                    <a:pt x="1806" y="868"/>
                  </a:moveTo>
                  <a:cubicBezTo>
                    <a:pt x="1841" y="1372"/>
                    <a:pt x="1478" y="1806"/>
                    <a:pt x="997" y="1841"/>
                  </a:cubicBezTo>
                  <a:cubicBezTo>
                    <a:pt x="505" y="1876"/>
                    <a:pt x="83" y="1513"/>
                    <a:pt x="48" y="1009"/>
                  </a:cubicBezTo>
                  <a:cubicBezTo>
                    <a:pt x="1" y="517"/>
                    <a:pt x="364" y="83"/>
                    <a:pt x="856" y="48"/>
                  </a:cubicBezTo>
                  <a:cubicBezTo>
                    <a:pt x="1337" y="1"/>
                    <a:pt x="1759" y="376"/>
                    <a:pt x="1806" y="868"/>
                  </a:cubicBezTo>
                  <a:close/>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52"/>
            <p:cNvSpPr/>
            <p:nvPr/>
          </p:nvSpPr>
          <p:spPr>
            <a:xfrm>
              <a:off x="4431225" y="2472300"/>
              <a:ext cx="39600" cy="44850"/>
            </a:xfrm>
            <a:custGeom>
              <a:avLst/>
              <a:gdLst/>
              <a:ahLst/>
              <a:cxnLst/>
              <a:rect l="l" t="t" r="r" b="b"/>
              <a:pathLst>
                <a:path w="1584" h="1794" fill="none" extrusionOk="0">
                  <a:moveTo>
                    <a:pt x="1548" y="832"/>
                  </a:moveTo>
                  <a:cubicBezTo>
                    <a:pt x="1583" y="1313"/>
                    <a:pt x="1279" y="1723"/>
                    <a:pt x="857" y="1758"/>
                  </a:cubicBezTo>
                  <a:cubicBezTo>
                    <a:pt x="446" y="1793"/>
                    <a:pt x="71" y="1430"/>
                    <a:pt x="36" y="961"/>
                  </a:cubicBezTo>
                  <a:cubicBezTo>
                    <a:pt x="1" y="481"/>
                    <a:pt x="306" y="70"/>
                    <a:pt x="716" y="35"/>
                  </a:cubicBezTo>
                  <a:cubicBezTo>
                    <a:pt x="1138" y="0"/>
                    <a:pt x="1501" y="363"/>
                    <a:pt x="1548" y="832"/>
                  </a:cubicBezTo>
                  <a:close/>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2"/>
            <p:cNvSpPr/>
            <p:nvPr/>
          </p:nvSpPr>
          <p:spPr>
            <a:xfrm>
              <a:off x="4420675" y="2491325"/>
              <a:ext cx="11475" cy="5900"/>
            </a:xfrm>
            <a:custGeom>
              <a:avLst/>
              <a:gdLst/>
              <a:ahLst/>
              <a:cxnLst/>
              <a:rect l="l" t="t" r="r" b="b"/>
              <a:pathLst>
                <a:path w="459" h="236" fill="none" extrusionOk="0">
                  <a:moveTo>
                    <a:pt x="1" y="235"/>
                  </a:moveTo>
                  <a:cubicBezTo>
                    <a:pt x="1" y="235"/>
                    <a:pt x="177" y="1"/>
                    <a:pt x="458" y="200"/>
                  </a:cubicBezTo>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52"/>
            <p:cNvSpPr/>
            <p:nvPr/>
          </p:nvSpPr>
          <p:spPr>
            <a:xfrm>
              <a:off x="4341275" y="2496325"/>
              <a:ext cx="35475" cy="4400"/>
            </a:xfrm>
            <a:custGeom>
              <a:avLst/>
              <a:gdLst/>
              <a:ahLst/>
              <a:cxnLst/>
              <a:rect l="l" t="t" r="r" b="b"/>
              <a:pathLst>
                <a:path w="1419" h="176" fill="none" extrusionOk="0">
                  <a:moveTo>
                    <a:pt x="1419" y="176"/>
                  </a:moveTo>
                  <a:lnTo>
                    <a:pt x="0" y="0"/>
                  </a:lnTo>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52"/>
            <p:cNvSpPr/>
            <p:nvPr/>
          </p:nvSpPr>
          <p:spPr>
            <a:xfrm>
              <a:off x="4324575" y="2403700"/>
              <a:ext cx="141925" cy="97775"/>
            </a:xfrm>
            <a:custGeom>
              <a:avLst/>
              <a:gdLst/>
              <a:ahLst/>
              <a:cxnLst/>
              <a:rect l="l" t="t" r="r" b="b"/>
              <a:pathLst>
                <a:path w="5677" h="3911" extrusionOk="0">
                  <a:moveTo>
                    <a:pt x="2982" y="0"/>
                  </a:moveTo>
                  <a:cubicBezTo>
                    <a:pt x="2180" y="0"/>
                    <a:pt x="1343" y="284"/>
                    <a:pt x="774" y="716"/>
                  </a:cubicBezTo>
                  <a:cubicBezTo>
                    <a:pt x="0" y="1314"/>
                    <a:pt x="12" y="2275"/>
                    <a:pt x="106" y="2861"/>
                  </a:cubicBezTo>
                  <a:cubicBezTo>
                    <a:pt x="164" y="3248"/>
                    <a:pt x="364" y="3600"/>
                    <a:pt x="703" y="3799"/>
                  </a:cubicBezTo>
                  <a:cubicBezTo>
                    <a:pt x="809" y="3864"/>
                    <a:pt x="923" y="3911"/>
                    <a:pt x="1031" y="3911"/>
                  </a:cubicBezTo>
                  <a:cubicBezTo>
                    <a:pt x="1235" y="3911"/>
                    <a:pt x="1416" y="3745"/>
                    <a:pt x="1477" y="3225"/>
                  </a:cubicBezTo>
                  <a:cubicBezTo>
                    <a:pt x="1477" y="3225"/>
                    <a:pt x="2044" y="2857"/>
                    <a:pt x="2750" y="2857"/>
                  </a:cubicBezTo>
                  <a:cubicBezTo>
                    <a:pt x="2790" y="2857"/>
                    <a:pt x="2831" y="2859"/>
                    <a:pt x="2872" y="2861"/>
                  </a:cubicBezTo>
                  <a:cubicBezTo>
                    <a:pt x="3099" y="2878"/>
                    <a:pt x="3312" y="2887"/>
                    <a:pt x="3510" y="2887"/>
                  </a:cubicBezTo>
                  <a:cubicBezTo>
                    <a:pt x="5072" y="2887"/>
                    <a:pt x="5677" y="2343"/>
                    <a:pt x="5052" y="1115"/>
                  </a:cubicBezTo>
                  <a:cubicBezTo>
                    <a:pt x="4642" y="319"/>
                    <a:pt x="3832" y="0"/>
                    <a:pt x="2982" y="0"/>
                  </a:cubicBezTo>
                  <a:close/>
                </a:path>
              </a:pathLst>
            </a:custGeom>
            <a:solidFill>
              <a:srgbClr val="E4AC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52"/>
            <p:cNvSpPr/>
            <p:nvPr/>
          </p:nvSpPr>
          <p:spPr>
            <a:xfrm>
              <a:off x="4375550" y="2475500"/>
              <a:ext cx="46050" cy="46925"/>
            </a:xfrm>
            <a:custGeom>
              <a:avLst/>
              <a:gdLst/>
              <a:ahLst/>
              <a:cxnLst/>
              <a:rect l="l" t="t" r="r" b="b"/>
              <a:pathLst>
                <a:path w="1842" h="1877" fill="none" extrusionOk="0">
                  <a:moveTo>
                    <a:pt x="1806" y="868"/>
                  </a:moveTo>
                  <a:cubicBezTo>
                    <a:pt x="1841" y="1372"/>
                    <a:pt x="1478" y="1806"/>
                    <a:pt x="997" y="1841"/>
                  </a:cubicBezTo>
                  <a:cubicBezTo>
                    <a:pt x="505" y="1876"/>
                    <a:pt x="83" y="1513"/>
                    <a:pt x="48" y="1009"/>
                  </a:cubicBezTo>
                  <a:cubicBezTo>
                    <a:pt x="1" y="517"/>
                    <a:pt x="364" y="83"/>
                    <a:pt x="856" y="48"/>
                  </a:cubicBezTo>
                  <a:cubicBezTo>
                    <a:pt x="1337" y="1"/>
                    <a:pt x="1759" y="376"/>
                    <a:pt x="1806" y="868"/>
                  </a:cubicBezTo>
                  <a:close/>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52"/>
            <p:cNvSpPr/>
            <p:nvPr/>
          </p:nvSpPr>
          <p:spPr>
            <a:xfrm>
              <a:off x="4431225" y="2472300"/>
              <a:ext cx="39600" cy="44850"/>
            </a:xfrm>
            <a:custGeom>
              <a:avLst/>
              <a:gdLst/>
              <a:ahLst/>
              <a:cxnLst/>
              <a:rect l="l" t="t" r="r" b="b"/>
              <a:pathLst>
                <a:path w="1584" h="1794" fill="none" extrusionOk="0">
                  <a:moveTo>
                    <a:pt x="1548" y="832"/>
                  </a:moveTo>
                  <a:cubicBezTo>
                    <a:pt x="1583" y="1313"/>
                    <a:pt x="1279" y="1723"/>
                    <a:pt x="857" y="1758"/>
                  </a:cubicBezTo>
                  <a:cubicBezTo>
                    <a:pt x="446" y="1793"/>
                    <a:pt x="71" y="1430"/>
                    <a:pt x="36" y="961"/>
                  </a:cubicBezTo>
                  <a:cubicBezTo>
                    <a:pt x="1" y="481"/>
                    <a:pt x="306" y="70"/>
                    <a:pt x="716" y="35"/>
                  </a:cubicBezTo>
                  <a:cubicBezTo>
                    <a:pt x="1138" y="0"/>
                    <a:pt x="1501" y="363"/>
                    <a:pt x="1548" y="832"/>
                  </a:cubicBezTo>
                  <a:close/>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52"/>
            <p:cNvSpPr/>
            <p:nvPr/>
          </p:nvSpPr>
          <p:spPr>
            <a:xfrm>
              <a:off x="4420675" y="2491325"/>
              <a:ext cx="11475" cy="5900"/>
            </a:xfrm>
            <a:custGeom>
              <a:avLst/>
              <a:gdLst/>
              <a:ahLst/>
              <a:cxnLst/>
              <a:rect l="l" t="t" r="r" b="b"/>
              <a:pathLst>
                <a:path w="459" h="236" fill="none" extrusionOk="0">
                  <a:moveTo>
                    <a:pt x="1" y="235"/>
                  </a:moveTo>
                  <a:cubicBezTo>
                    <a:pt x="1" y="235"/>
                    <a:pt x="177" y="1"/>
                    <a:pt x="458" y="200"/>
                  </a:cubicBezTo>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52"/>
            <p:cNvSpPr/>
            <p:nvPr/>
          </p:nvSpPr>
          <p:spPr>
            <a:xfrm>
              <a:off x="4513275" y="2816450"/>
              <a:ext cx="104950" cy="246325"/>
            </a:xfrm>
            <a:custGeom>
              <a:avLst/>
              <a:gdLst/>
              <a:ahLst/>
              <a:cxnLst/>
              <a:rect l="l" t="t" r="r" b="b"/>
              <a:pathLst>
                <a:path w="4198" h="9853" extrusionOk="0">
                  <a:moveTo>
                    <a:pt x="1638" y="1"/>
                  </a:moveTo>
                  <a:cubicBezTo>
                    <a:pt x="1530" y="1"/>
                    <a:pt x="1424" y="7"/>
                    <a:pt x="1325" y="19"/>
                  </a:cubicBezTo>
                  <a:cubicBezTo>
                    <a:pt x="341" y="148"/>
                    <a:pt x="1" y="1378"/>
                    <a:pt x="95" y="2515"/>
                  </a:cubicBezTo>
                  <a:lnTo>
                    <a:pt x="2251" y="8950"/>
                  </a:lnTo>
                  <a:lnTo>
                    <a:pt x="4197" y="9853"/>
                  </a:lnTo>
                  <a:lnTo>
                    <a:pt x="4197" y="9853"/>
                  </a:lnTo>
                  <a:lnTo>
                    <a:pt x="3471" y="968"/>
                  </a:lnTo>
                  <a:cubicBezTo>
                    <a:pt x="3317" y="292"/>
                    <a:pt x="2393" y="1"/>
                    <a:pt x="16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52"/>
            <p:cNvSpPr/>
            <p:nvPr/>
          </p:nvSpPr>
          <p:spPr>
            <a:xfrm>
              <a:off x="4568075" y="3030225"/>
              <a:ext cx="55125" cy="73875"/>
            </a:xfrm>
            <a:custGeom>
              <a:avLst/>
              <a:gdLst/>
              <a:ahLst/>
              <a:cxnLst/>
              <a:rect l="l" t="t" r="r" b="b"/>
              <a:pathLst>
                <a:path w="2205" h="2955" extrusionOk="0">
                  <a:moveTo>
                    <a:pt x="1454" y="1"/>
                  </a:moveTo>
                  <a:lnTo>
                    <a:pt x="1" y="177"/>
                  </a:lnTo>
                  <a:cubicBezTo>
                    <a:pt x="59" y="997"/>
                    <a:pt x="493" y="1759"/>
                    <a:pt x="1173" y="2240"/>
                  </a:cubicBezTo>
                  <a:lnTo>
                    <a:pt x="2205" y="2955"/>
                  </a:lnTo>
                  <a:lnTo>
                    <a:pt x="2169" y="564"/>
                  </a:lnTo>
                  <a:lnTo>
                    <a:pt x="14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52"/>
            <p:cNvSpPr/>
            <p:nvPr/>
          </p:nvSpPr>
          <p:spPr>
            <a:xfrm>
              <a:off x="4608525" y="2617625"/>
              <a:ext cx="7050" cy="899675"/>
            </a:xfrm>
            <a:custGeom>
              <a:avLst/>
              <a:gdLst/>
              <a:ahLst/>
              <a:cxnLst/>
              <a:rect l="l" t="t" r="r" b="b"/>
              <a:pathLst>
                <a:path w="282" h="35987" fill="none" extrusionOk="0">
                  <a:moveTo>
                    <a:pt x="282" y="35986"/>
                  </a:moveTo>
                  <a:lnTo>
                    <a:pt x="0" y="1"/>
                  </a:lnTo>
                </a:path>
              </a:pathLst>
            </a:custGeom>
            <a:noFill/>
            <a:ln w="20525" cap="rnd" cmpd="sng">
              <a:solidFill>
                <a:srgbClr val="0E7F85"/>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52"/>
            <p:cNvSpPr/>
            <p:nvPr/>
          </p:nvSpPr>
          <p:spPr>
            <a:xfrm>
              <a:off x="4496875" y="3518725"/>
              <a:ext cx="213075" cy="150950"/>
            </a:xfrm>
            <a:custGeom>
              <a:avLst/>
              <a:gdLst/>
              <a:ahLst/>
              <a:cxnLst/>
              <a:rect l="l" t="t" r="r" b="b"/>
              <a:pathLst>
                <a:path w="8523" h="6038" extrusionOk="0">
                  <a:moveTo>
                    <a:pt x="1524" y="1"/>
                  </a:moveTo>
                  <a:lnTo>
                    <a:pt x="1" y="6037"/>
                  </a:lnTo>
                  <a:lnTo>
                    <a:pt x="7350" y="6037"/>
                  </a:lnTo>
                  <a:lnTo>
                    <a:pt x="8522" y="1"/>
                  </a:lnTo>
                  <a:close/>
                </a:path>
              </a:pathLst>
            </a:custGeom>
            <a:solidFill>
              <a:srgbClr val="E0A3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52"/>
            <p:cNvSpPr/>
            <p:nvPr/>
          </p:nvSpPr>
          <p:spPr>
            <a:xfrm>
              <a:off x="4654825" y="3524875"/>
              <a:ext cx="33425" cy="144800"/>
            </a:xfrm>
            <a:custGeom>
              <a:avLst/>
              <a:gdLst/>
              <a:ahLst/>
              <a:cxnLst/>
              <a:rect l="l" t="t" r="r" b="b"/>
              <a:pathLst>
                <a:path w="1337" h="5792" fill="none" extrusionOk="0">
                  <a:moveTo>
                    <a:pt x="0" y="5791"/>
                  </a:moveTo>
                  <a:lnTo>
                    <a:pt x="1337"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52"/>
            <p:cNvSpPr/>
            <p:nvPr/>
          </p:nvSpPr>
          <p:spPr>
            <a:xfrm>
              <a:off x="4627275" y="3524875"/>
              <a:ext cx="33425" cy="144800"/>
            </a:xfrm>
            <a:custGeom>
              <a:avLst/>
              <a:gdLst/>
              <a:ahLst/>
              <a:cxnLst/>
              <a:rect l="l" t="t" r="r" b="b"/>
              <a:pathLst>
                <a:path w="1337" h="5792" fill="none" extrusionOk="0">
                  <a:moveTo>
                    <a:pt x="1" y="5791"/>
                  </a:moveTo>
                  <a:lnTo>
                    <a:pt x="1337"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52"/>
            <p:cNvSpPr/>
            <p:nvPr/>
          </p:nvSpPr>
          <p:spPr>
            <a:xfrm>
              <a:off x="4599725" y="3524875"/>
              <a:ext cx="33450" cy="144800"/>
            </a:xfrm>
            <a:custGeom>
              <a:avLst/>
              <a:gdLst/>
              <a:ahLst/>
              <a:cxnLst/>
              <a:rect l="l" t="t" r="r" b="b"/>
              <a:pathLst>
                <a:path w="1338" h="5792" fill="none" extrusionOk="0">
                  <a:moveTo>
                    <a:pt x="1" y="5791"/>
                  </a:moveTo>
                  <a:lnTo>
                    <a:pt x="1337"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52"/>
            <p:cNvSpPr/>
            <p:nvPr/>
          </p:nvSpPr>
          <p:spPr>
            <a:xfrm>
              <a:off x="4572175" y="3524875"/>
              <a:ext cx="33725" cy="144800"/>
            </a:xfrm>
            <a:custGeom>
              <a:avLst/>
              <a:gdLst/>
              <a:ahLst/>
              <a:cxnLst/>
              <a:rect l="l" t="t" r="r" b="b"/>
              <a:pathLst>
                <a:path w="1349" h="5792" fill="none" extrusionOk="0">
                  <a:moveTo>
                    <a:pt x="1" y="5791"/>
                  </a:moveTo>
                  <a:lnTo>
                    <a:pt x="1349"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52"/>
            <p:cNvSpPr/>
            <p:nvPr/>
          </p:nvSpPr>
          <p:spPr>
            <a:xfrm>
              <a:off x="4544925" y="3524875"/>
              <a:ext cx="33450" cy="144800"/>
            </a:xfrm>
            <a:custGeom>
              <a:avLst/>
              <a:gdLst/>
              <a:ahLst/>
              <a:cxnLst/>
              <a:rect l="l" t="t" r="r" b="b"/>
              <a:pathLst>
                <a:path w="1338" h="5792" fill="none" extrusionOk="0">
                  <a:moveTo>
                    <a:pt x="1" y="5791"/>
                  </a:moveTo>
                  <a:lnTo>
                    <a:pt x="1337"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52"/>
            <p:cNvSpPr/>
            <p:nvPr/>
          </p:nvSpPr>
          <p:spPr>
            <a:xfrm>
              <a:off x="4517400" y="3524875"/>
              <a:ext cx="33425" cy="144800"/>
            </a:xfrm>
            <a:custGeom>
              <a:avLst/>
              <a:gdLst/>
              <a:ahLst/>
              <a:cxnLst/>
              <a:rect l="l" t="t" r="r" b="b"/>
              <a:pathLst>
                <a:path w="1337" h="5792" fill="none" extrusionOk="0">
                  <a:moveTo>
                    <a:pt x="0" y="5791"/>
                  </a:moveTo>
                  <a:lnTo>
                    <a:pt x="1336"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52"/>
            <p:cNvSpPr/>
            <p:nvPr/>
          </p:nvSpPr>
          <p:spPr>
            <a:xfrm>
              <a:off x="4513000" y="3499100"/>
              <a:ext cx="206600" cy="39575"/>
            </a:xfrm>
            <a:custGeom>
              <a:avLst/>
              <a:gdLst/>
              <a:ahLst/>
              <a:cxnLst/>
              <a:rect l="l" t="t" r="r" b="b"/>
              <a:pathLst>
                <a:path w="8264" h="1583" extrusionOk="0">
                  <a:moveTo>
                    <a:pt x="739" y="0"/>
                  </a:moveTo>
                  <a:cubicBezTo>
                    <a:pt x="328" y="0"/>
                    <a:pt x="0" y="329"/>
                    <a:pt x="0" y="739"/>
                  </a:cubicBezTo>
                  <a:lnTo>
                    <a:pt x="0" y="1583"/>
                  </a:lnTo>
                  <a:lnTo>
                    <a:pt x="8264" y="1583"/>
                  </a:lnTo>
                  <a:lnTo>
                    <a:pt x="8264" y="739"/>
                  </a:lnTo>
                  <a:cubicBezTo>
                    <a:pt x="8264" y="329"/>
                    <a:pt x="7924" y="0"/>
                    <a:pt x="7525"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52"/>
            <p:cNvSpPr/>
            <p:nvPr/>
          </p:nvSpPr>
          <p:spPr>
            <a:xfrm>
              <a:off x="4563700" y="3056325"/>
              <a:ext cx="238550" cy="436000"/>
            </a:xfrm>
            <a:custGeom>
              <a:avLst/>
              <a:gdLst/>
              <a:ahLst/>
              <a:cxnLst/>
              <a:rect l="l" t="t" r="r" b="b"/>
              <a:pathLst>
                <a:path w="9542" h="17440" extrusionOk="0">
                  <a:moveTo>
                    <a:pt x="1254" y="0"/>
                  </a:moveTo>
                  <a:lnTo>
                    <a:pt x="1231" y="188"/>
                  </a:lnTo>
                  <a:cubicBezTo>
                    <a:pt x="1323" y="153"/>
                    <a:pt x="1417" y="130"/>
                    <a:pt x="1512" y="119"/>
                  </a:cubicBezTo>
                  <a:lnTo>
                    <a:pt x="1512" y="119"/>
                  </a:lnTo>
                  <a:cubicBezTo>
                    <a:pt x="1710" y="313"/>
                    <a:pt x="1764" y="703"/>
                    <a:pt x="1747" y="1008"/>
                  </a:cubicBezTo>
                  <a:cubicBezTo>
                    <a:pt x="1582" y="4841"/>
                    <a:pt x="1137" y="8662"/>
                    <a:pt x="422" y="12425"/>
                  </a:cubicBezTo>
                  <a:cubicBezTo>
                    <a:pt x="223" y="13515"/>
                    <a:pt x="0" y="14687"/>
                    <a:pt x="481" y="15684"/>
                  </a:cubicBezTo>
                  <a:cubicBezTo>
                    <a:pt x="914" y="16586"/>
                    <a:pt x="1864" y="17149"/>
                    <a:pt x="2837" y="17348"/>
                  </a:cubicBezTo>
                  <a:cubicBezTo>
                    <a:pt x="3173" y="17412"/>
                    <a:pt x="3512" y="17439"/>
                    <a:pt x="3852" y="17439"/>
                  </a:cubicBezTo>
                  <a:cubicBezTo>
                    <a:pt x="4507" y="17439"/>
                    <a:pt x="5166" y="17339"/>
                    <a:pt x="5814" y="17207"/>
                  </a:cubicBezTo>
                  <a:cubicBezTo>
                    <a:pt x="6928" y="16973"/>
                    <a:pt x="8111" y="16610"/>
                    <a:pt x="8780" y="15684"/>
                  </a:cubicBezTo>
                  <a:cubicBezTo>
                    <a:pt x="9541" y="14640"/>
                    <a:pt x="9413" y="13187"/>
                    <a:pt x="8991" y="11956"/>
                  </a:cubicBezTo>
                  <a:cubicBezTo>
                    <a:pt x="8569" y="10737"/>
                    <a:pt x="7889" y="9600"/>
                    <a:pt x="7643" y="8334"/>
                  </a:cubicBezTo>
                  <a:cubicBezTo>
                    <a:pt x="7502" y="7654"/>
                    <a:pt x="7478" y="6916"/>
                    <a:pt x="7139" y="6318"/>
                  </a:cubicBezTo>
                  <a:cubicBezTo>
                    <a:pt x="6904" y="5896"/>
                    <a:pt x="6529" y="5580"/>
                    <a:pt x="6189" y="5251"/>
                  </a:cubicBezTo>
                  <a:cubicBezTo>
                    <a:pt x="5298" y="4384"/>
                    <a:pt x="4536" y="3376"/>
                    <a:pt x="3950" y="2286"/>
                  </a:cubicBezTo>
                  <a:cubicBezTo>
                    <a:pt x="3645" y="1735"/>
                    <a:pt x="3388" y="1149"/>
                    <a:pt x="2942" y="692"/>
                  </a:cubicBezTo>
                  <a:cubicBezTo>
                    <a:pt x="2604" y="353"/>
                    <a:pt x="2130" y="110"/>
                    <a:pt x="1665" y="110"/>
                  </a:cubicBezTo>
                  <a:cubicBezTo>
                    <a:pt x="1614" y="110"/>
                    <a:pt x="1563" y="113"/>
                    <a:pt x="1512" y="119"/>
                  </a:cubicBezTo>
                  <a:lnTo>
                    <a:pt x="1512" y="119"/>
                  </a:lnTo>
                  <a:cubicBezTo>
                    <a:pt x="1444" y="52"/>
                    <a:pt x="1359" y="9"/>
                    <a:pt x="1254"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52"/>
            <p:cNvSpPr/>
            <p:nvPr/>
          </p:nvSpPr>
          <p:spPr>
            <a:xfrm>
              <a:off x="4573650" y="2995650"/>
              <a:ext cx="207800" cy="248425"/>
            </a:xfrm>
            <a:custGeom>
              <a:avLst/>
              <a:gdLst/>
              <a:ahLst/>
              <a:cxnLst/>
              <a:rect l="l" t="t" r="r" b="b"/>
              <a:pathLst>
                <a:path w="8312" h="9937" extrusionOk="0">
                  <a:moveTo>
                    <a:pt x="985" y="1"/>
                  </a:moveTo>
                  <a:lnTo>
                    <a:pt x="973" y="130"/>
                  </a:lnTo>
                  <a:cubicBezTo>
                    <a:pt x="493" y="1056"/>
                    <a:pt x="1" y="2087"/>
                    <a:pt x="235" y="3107"/>
                  </a:cubicBezTo>
                  <a:cubicBezTo>
                    <a:pt x="423" y="3974"/>
                    <a:pt x="1102" y="4631"/>
                    <a:pt x="1466" y="5440"/>
                  </a:cubicBezTo>
                  <a:cubicBezTo>
                    <a:pt x="1735" y="6072"/>
                    <a:pt x="1817" y="6776"/>
                    <a:pt x="2157" y="7374"/>
                  </a:cubicBezTo>
                  <a:cubicBezTo>
                    <a:pt x="2521" y="8007"/>
                    <a:pt x="3154" y="8452"/>
                    <a:pt x="3775" y="8862"/>
                  </a:cubicBezTo>
                  <a:cubicBezTo>
                    <a:pt x="4361" y="9261"/>
                    <a:pt x="4971" y="9671"/>
                    <a:pt x="5662" y="9847"/>
                  </a:cubicBezTo>
                  <a:cubicBezTo>
                    <a:pt x="5879" y="9906"/>
                    <a:pt x="6105" y="9937"/>
                    <a:pt x="6331" y="9937"/>
                  </a:cubicBezTo>
                  <a:cubicBezTo>
                    <a:pt x="6825" y="9937"/>
                    <a:pt x="7312" y="9787"/>
                    <a:pt x="7667" y="9448"/>
                  </a:cubicBezTo>
                  <a:cubicBezTo>
                    <a:pt x="8253" y="8874"/>
                    <a:pt x="8311" y="7924"/>
                    <a:pt x="8018" y="7163"/>
                  </a:cubicBezTo>
                  <a:cubicBezTo>
                    <a:pt x="7725" y="6401"/>
                    <a:pt x="7151" y="5779"/>
                    <a:pt x="6576" y="5193"/>
                  </a:cubicBezTo>
                  <a:cubicBezTo>
                    <a:pt x="4806" y="3365"/>
                    <a:pt x="3001" y="1560"/>
                    <a:pt x="985" y="1"/>
                  </a:cubicBezTo>
                  <a:close/>
                </a:path>
              </a:pathLst>
            </a:custGeom>
            <a:solidFill>
              <a:srgbClr val="85E9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52"/>
            <p:cNvSpPr/>
            <p:nvPr/>
          </p:nvSpPr>
          <p:spPr>
            <a:xfrm>
              <a:off x="4579800" y="2982750"/>
              <a:ext cx="208100" cy="248600"/>
            </a:xfrm>
            <a:custGeom>
              <a:avLst/>
              <a:gdLst/>
              <a:ahLst/>
              <a:cxnLst/>
              <a:rect l="l" t="t" r="r" b="b"/>
              <a:pathLst>
                <a:path w="8324" h="9944" extrusionOk="0">
                  <a:moveTo>
                    <a:pt x="985" y="1"/>
                  </a:moveTo>
                  <a:lnTo>
                    <a:pt x="974" y="142"/>
                  </a:lnTo>
                  <a:cubicBezTo>
                    <a:pt x="493" y="1068"/>
                    <a:pt x="1" y="2099"/>
                    <a:pt x="235" y="3119"/>
                  </a:cubicBezTo>
                  <a:cubicBezTo>
                    <a:pt x="434" y="3975"/>
                    <a:pt x="1114" y="4643"/>
                    <a:pt x="1466" y="5452"/>
                  </a:cubicBezTo>
                  <a:cubicBezTo>
                    <a:pt x="1747" y="6073"/>
                    <a:pt x="1818" y="6788"/>
                    <a:pt x="2169" y="7374"/>
                  </a:cubicBezTo>
                  <a:cubicBezTo>
                    <a:pt x="2533" y="8019"/>
                    <a:pt x="3166" y="8452"/>
                    <a:pt x="3775" y="8874"/>
                  </a:cubicBezTo>
                  <a:cubicBezTo>
                    <a:pt x="4373" y="9273"/>
                    <a:pt x="4971" y="9683"/>
                    <a:pt x="5662" y="9859"/>
                  </a:cubicBezTo>
                  <a:cubicBezTo>
                    <a:pt x="5877" y="9913"/>
                    <a:pt x="6103" y="9943"/>
                    <a:pt x="6328" y="9943"/>
                  </a:cubicBezTo>
                  <a:cubicBezTo>
                    <a:pt x="6828" y="9943"/>
                    <a:pt x="7323" y="9796"/>
                    <a:pt x="7678" y="9449"/>
                  </a:cubicBezTo>
                  <a:cubicBezTo>
                    <a:pt x="8264" y="8886"/>
                    <a:pt x="8323" y="7925"/>
                    <a:pt x="8030" y="7163"/>
                  </a:cubicBezTo>
                  <a:cubicBezTo>
                    <a:pt x="7737" y="6401"/>
                    <a:pt x="7151" y="5791"/>
                    <a:pt x="6588" y="5205"/>
                  </a:cubicBezTo>
                  <a:cubicBezTo>
                    <a:pt x="4818" y="3365"/>
                    <a:pt x="3001" y="1560"/>
                    <a:pt x="9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52"/>
            <p:cNvSpPr/>
            <p:nvPr/>
          </p:nvSpPr>
          <p:spPr>
            <a:xfrm>
              <a:off x="4582150" y="3024000"/>
              <a:ext cx="56775" cy="46425"/>
            </a:xfrm>
            <a:custGeom>
              <a:avLst/>
              <a:gdLst/>
              <a:ahLst/>
              <a:cxnLst/>
              <a:rect l="l" t="t" r="r" b="b"/>
              <a:pathLst>
                <a:path w="2271" h="1857" extrusionOk="0">
                  <a:moveTo>
                    <a:pt x="1402" y="1"/>
                  </a:moveTo>
                  <a:cubicBezTo>
                    <a:pt x="1361" y="1"/>
                    <a:pt x="1337" y="4"/>
                    <a:pt x="1337" y="4"/>
                  </a:cubicBezTo>
                  <a:lnTo>
                    <a:pt x="1313" y="730"/>
                  </a:lnTo>
                  <a:lnTo>
                    <a:pt x="258" y="1070"/>
                  </a:lnTo>
                  <a:cubicBezTo>
                    <a:pt x="94" y="1117"/>
                    <a:pt x="1" y="1305"/>
                    <a:pt x="24" y="1492"/>
                  </a:cubicBezTo>
                  <a:cubicBezTo>
                    <a:pt x="47" y="1696"/>
                    <a:pt x="201" y="1856"/>
                    <a:pt x="380" y="1856"/>
                  </a:cubicBezTo>
                  <a:cubicBezTo>
                    <a:pt x="386" y="1856"/>
                    <a:pt x="393" y="1856"/>
                    <a:pt x="399" y="1856"/>
                  </a:cubicBezTo>
                  <a:cubicBezTo>
                    <a:pt x="1970" y="1762"/>
                    <a:pt x="2251" y="1106"/>
                    <a:pt x="2251" y="1106"/>
                  </a:cubicBezTo>
                  <a:cubicBezTo>
                    <a:pt x="2271" y="83"/>
                    <a:pt x="1614" y="1"/>
                    <a:pt x="14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52"/>
            <p:cNvSpPr/>
            <p:nvPr/>
          </p:nvSpPr>
          <p:spPr>
            <a:xfrm>
              <a:off x="4584550" y="3051625"/>
              <a:ext cx="61500" cy="64150"/>
            </a:xfrm>
            <a:custGeom>
              <a:avLst/>
              <a:gdLst/>
              <a:ahLst/>
              <a:cxnLst/>
              <a:rect l="l" t="t" r="r" b="b"/>
              <a:pathLst>
                <a:path w="2460" h="2566" extrusionOk="0">
                  <a:moveTo>
                    <a:pt x="2155" y="1"/>
                  </a:moveTo>
                  <a:cubicBezTo>
                    <a:pt x="2155" y="1"/>
                    <a:pt x="92" y="59"/>
                    <a:pt x="33" y="727"/>
                  </a:cubicBezTo>
                  <a:cubicBezTo>
                    <a:pt x="0" y="1197"/>
                    <a:pt x="234" y="1267"/>
                    <a:pt x="376" y="1267"/>
                  </a:cubicBezTo>
                  <a:cubicBezTo>
                    <a:pt x="436" y="1267"/>
                    <a:pt x="479" y="1255"/>
                    <a:pt x="479" y="1255"/>
                  </a:cubicBezTo>
                  <a:lnTo>
                    <a:pt x="479" y="1255"/>
                  </a:lnTo>
                  <a:cubicBezTo>
                    <a:pt x="350" y="1313"/>
                    <a:pt x="256" y="1431"/>
                    <a:pt x="280" y="1618"/>
                  </a:cubicBezTo>
                  <a:cubicBezTo>
                    <a:pt x="303" y="1806"/>
                    <a:pt x="526" y="1899"/>
                    <a:pt x="526" y="1899"/>
                  </a:cubicBezTo>
                  <a:cubicBezTo>
                    <a:pt x="420" y="1958"/>
                    <a:pt x="444" y="2005"/>
                    <a:pt x="432" y="2087"/>
                  </a:cubicBezTo>
                  <a:cubicBezTo>
                    <a:pt x="420" y="2192"/>
                    <a:pt x="467" y="2286"/>
                    <a:pt x="549" y="2357"/>
                  </a:cubicBezTo>
                  <a:cubicBezTo>
                    <a:pt x="779" y="2519"/>
                    <a:pt x="1087" y="2565"/>
                    <a:pt x="1364" y="2565"/>
                  </a:cubicBezTo>
                  <a:cubicBezTo>
                    <a:pt x="1525" y="2565"/>
                    <a:pt x="1675" y="2550"/>
                    <a:pt x="1792" y="2532"/>
                  </a:cubicBezTo>
                  <a:cubicBezTo>
                    <a:pt x="1991" y="2509"/>
                    <a:pt x="2167" y="2380"/>
                    <a:pt x="2237" y="2192"/>
                  </a:cubicBezTo>
                  <a:cubicBezTo>
                    <a:pt x="2319" y="1935"/>
                    <a:pt x="2237" y="1770"/>
                    <a:pt x="2237" y="1770"/>
                  </a:cubicBezTo>
                  <a:cubicBezTo>
                    <a:pt x="2436" y="1419"/>
                    <a:pt x="2272" y="985"/>
                    <a:pt x="2272" y="985"/>
                  </a:cubicBezTo>
                  <a:cubicBezTo>
                    <a:pt x="2460" y="469"/>
                    <a:pt x="2155" y="1"/>
                    <a:pt x="2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52"/>
            <p:cNvSpPr/>
            <p:nvPr/>
          </p:nvSpPr>
          <p:spPr>
            <a:xfrm>
              <a:off x="4746550" y="3365475"/>
              <a:ext cx="27850" cy="42225"/>
            </a:xfrm>
            <a:custGeom>
              <a:avLst/>
              <a:gdLst/>
              <a:ahLst/>
              <a:cxnLst/>
              <a:rect l="l" t="t" r="r" b="b"/>
              <a:pathLst>
                <a:path w="1114" h="1689" extrusionOk="0">
                  <a:moveTo>
                    <a:pt x="1032" y="0"/>
                  </a:moveTo>
                  <a:lnTo>
                    <a:pt x="270" y="71"/>
                  </a:lnTo>
                  <a:lnTo>
                    <a:pt x="0" y="891"/>
                  </a:lnTo>
                  <a:lnTo>
                    <a:pt x="164" y="751"/>
                  </a:lnTo>
                  <a:cubicBezTo>
                    <a:pt x="247" y="809"/>
                    <a:pt x="797" y="1301"/>
                    <a:pt x="774" y="1688"/>
                  </a:cubicBezTo>
                  <a:lnTo>
                    <a:pt x="1079" y="833"/>
                  </a:lnTo>
                  <a:cubicBezTo>
                    <a:pt x="1114" y="727"/>
                    <a:pt x="1114" y="622"/>
                    <a:pt x="1079" y="528"/>
                  </a:cubicBezTo>
                  <a:cubicBezTo>
                    <a:pt x="1055" y="422"/>
                    <a:pt x="985" y="282"/>
                    <a:pt x="856" y="141"/>
                  </a:cubicBezTo>
                  <a:lnTo>
                    <a:pt x="10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52"/>
            <p:cNvSpPr/>
            <p:nvPr/>
          </p:nvSpPr>
          <p:spPr>
            <a:xfrm>
              <a:off x="4742725" y="3396525"/>
              <a:ext cx="21725" cy="23475"/>
            </a:xfrm>
            <a:custGeom>
              <a:avLst/>
              <a:gdLst/>
              <a:ahLst/>
              <a:cxnLst/>
              <a:rect l="l" t="t" r="r" b="b"/>
              <a:pathLst>
                <a:path w="869" h="939" extrusionOk="0">
                  <a:moveTo>
                    <a:pt x="657" y="1"/>
                  </a:moveTo>
                  <a:lnTo>
                    <a:pt x="1" y="71"/>
                  </a:lnTo>
                  <a:lnTo>
                    <a:pt x="142" y="939"/>
                  </a:lnTo>
                  <a:lnTo>
                    <a:pt x="634" y="833"/>
                  </a:lnTo>
                  <a:cubicBezTo>
                    <a:pt x="728" y="810"/>
                    <a:pt x="810" y="739"/>
                    <a:pt x="833" y="634"/>
                  </a:cubicBezTo>
                  <a:cubicBezTo>
                    <a:pt x="868" y="481"/>
                    <a:pt x="857" y="259"/>
                    <a:pt x="6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52"/>
            <p:cNvSpPr/>
            <p:nvPr/>
          </p:nvSpPr>
          <p:spPr>
            <a:xfrm>
              <a:off x="4702300" y="3342625"/>
              <a:ext cx="36650" cy="31075"/>
            </a:xfrm>
            <a:custGeom>
              <a:avLst/>
              <a:gdLst/>
              <a:ahLst/>
              <a:cxnLst/>
              <a:rect l="l" t="t" r="r" b="b"/>
              <a:pathLst>
                <a:path w="1466" h="1243" extrusionOk="0">
                  <a:moveTo>
                    <a:pt x="1466" y="0"/>
                  </a:moveTo>
                  <a:lnTo>
                    <a:pt x="633" y="106"/>
                  </a:lnTo>
                  <a:cubicBezTo>
                    <a:pt x="540" y="117"/>
                    <a:pt x="458" y="164"/>
                    <a:pt x="387" y="234"/>
                  </a:cubicBezTo>
                  <a:cubicBezTo>
                    <a:pt x="329" y="317"/>
                    <a:pt x="247" y="445"/>
                    <a:pt x="188" y="633"/>
                  </a:cubicBezTo>
                  <a:lnTo>
                    <a:pt x="0" y="539"/>
                  </a:lnTo>
                  <a:lnTo>
                    <a:pt x="411" y="1243"/>
                  </a:lnTo>
                  <a:lnTo>
                    <a:pt x="1196" y="1125"/>
                  </a:lnTo>
                  <a:lnTo>
                    <a:pt x="997" y="1032"/>
                  </a:lnTo>
                  <a:cubicBezTo>
                    <a:pt x="1008" y="926"/>
                    <a:pt x="1137" y="152"/>
                    <a:pt x="14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2"/>
            <p:cNvSpPr/>
            <p:nvPr/>
          </p:nvSpPr>
          <p:spPr>
            <a:xfrm>
              <a:off x="4733075" y="3342425"/>
              <a:ext cx="24625" cy="27175"/>
            </a:xfrm>
            <a:custGeom>
              <a:avLst/>
              <a:gdLst/>
              <a:ahLst/>
              <a:cxnLst/>
              <a:rect l="l" t="t" r="r" b="b"/>
              <a:pathLst>
                <a:path w="985" h="1087" extrusionOk="0">
                  <a:moveTo>
                    <a:pt x="481" y="1"/>
                  </a:moveTo>
                  <a:cubicBezTo>
                    <a:pt x="461" y="1"/>
                    <a:pt x="441" y="3"/>
                    <a:pt x="422" y="8"/>
                  </a:cubicBezTo>
                  <a:cubicBezTo>
                    <a:pt x="293" y="43"/>
                    <a:pt x="106" y="160"/>
                    <a:pt x="0" y="465"/>
                  </a:cubicBezTo>
                  <a:lnTo>
                    <a:pt x="364" y="1086"/>
                  </a:lnTo>
                  <a:lnTo>
                    <a:pt x="985" y="536"/>
                  </a:lnTo>
                  <a:lnTo>
                    <a:pt x="680" y="102"/>
                  </a:lnTo>
                  <a:cubicBezTo>
                    <a:pt x="633" y="37"/>
                    <a:pt x="557" y="1"/>
                    <a:pt x="4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52"/>
            <p:cNvSpPr/>
            <p:nvPr/>
          </p:nvSpPr>
          <p:spPr>
            <a:xfrm>
              <a:off x="4698200" y="3392150"/>
              <a:ext cx="37525" cy="36050"/>
            </a:xfrm>
            <a:custGeom>
              <a:avLst/>
              <a:gdLst/>
              <a:ahLst/>
              <a:cxnLst/>
              <a:rect l="l" t="t" r="r" b="b"/>
              <a:pathLst>
                <a:path w="1501" h="1442" extrusionOk="0">
                  <a:moveTo>
                    <a:pt x="1020" y="0"/>
                  </a:moveTo>
                  <a:lnTo>
                    <a:pt x="1044" y="234"/>
                  </a:lnTo>
                  <a:cubicBezTo>
                    <a:pt x="979" y="258"/>
                    <a:pt x="647" y="387"/>
                    <a:pt x="353" y="387"/>
                  </a:cubicBezTo>
                  <a:cubicBezTo>
                    <a:pt x="217" y="387"/>
                    <a:pt x="89" y="359"/>
                    <a:pt x="0" y="281"/>
                  </a:cubicBezTo>
                  <a:lnTo>
                    <a:pt x="0" y="281"/>
                  </a:lnTo>
                  <a:lnTo>
                    <a:pt x="481" y="1043"/>
                  </a:lnTo>
                  <a:cubicBezTo>
                    <a:pt x="539" y="1125"/>
                    <a:pt x="622" y="1184"/>
                    <a:pt x="715" y="1207"/>
                  </a:cubicBezTo>
                  <a:cubicBezTo>
                    <a:pt x="767" y="1220"/>
                    <a:pt x="832" y="1230"/>
                    <a:pt x="910" y="1230"/>
                  </a:cubicBezTo>
                  <a:cubicBezTo>
                    <a:pt x="974" y="1230"/>
                    <a:pt x="1046" y="1223"/>
                    <a:pt x="1126" y="1207"/>
                  </a:cubicBezTo>
                  <a:lnTo>
                    <a:pt x="1137" y="1442"/>
                  </a:lnTo>
                  <a:lnTo>
                    <a:pt x="1501" y="703"/>
                  </a:lnTo>
                  <a:lnTo>
                    <a:pt x="10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52"/>
            <p:cNvSpPr/>
            <p:nvPr/>
          </p:nvSpPr>
          <p:spPr>
            <a:xfrm>
              <a:off x="4694100" y="3374550"/>
              <a:ext cx="23750" cy="24900"/>
            </a:xfrm>
            <a:custGeom>
              <a:avLst/>
              <a:gdLst/>
              <a:ahLst/>
              <a:cxnLst/>
              <a:rect l="l" t="t" r="r" b="b"/>
              <a:pathLst>
                <a:path w="950" h="996" extrusionOk="0">
                  <a:moveTo>
                    <a:pt x="223" y="1"/>
                  </a:moveTo>
                  <a:lnTo>
                    <a:pt x="35" y="505"/>
                  </a:lnTo>
                  <a:cubicBezTo>
                    <a:pt x="0" y="610"/>
                    <a:pt x="12" y="716"/>
                    <a:pt x="71" y="798"/>
                  </a:cubicBezTo>
                  <a:cubicBezTo>
                    <a:pt x="150" y="897"/>
                    <a:pt x="296" y="996"/>
                    <a:pt x="516" y="996"/>
                  </a:cubicBezTo>
                  <a:cubicBezTo>
                    <a:pt x="557" y="996"/>
                    <a:pt x="599" y="993"/>
                    <a:pt x="645" y="985"/>
                  </a:cubicBezTo>
                  <a:lnTo>
                    <a:pt x="950" y="329"/>
                  </a:lnTo>
                  <a:lnTo>
                    <a:pt x="2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52"/>
            <p:cNvSpPr/>
            <p:nvPr/>
          </p:nvSpPr>
          <p:spPr>
            <a:xfrm>
              <a:off x="4470500" y="2718450"/>
              <a:ext cx="131900" cy="177075"/>
            </a:xfrm>
            <a:custGeom>
              <a:avLst/>
              <a:gdLst/>
              <a:ahLst/>
              <a:cxnLst/>
              <a:rect l="l" t="t" r="r" b="b"/>
              <a:pathLst>
                <a:path w="5276" h="7083" extrusionOk="0">
                  <a:moveTo>
                    <a:pt x="3107" y="0"/>
                  </a:moveTo>
                  <a:cubicBezTo>
                    <a:pt x="2556" y="293"/>
                    <a:pt x="2017" y="586"/>
                    <a:pt x="1466" y="856"/>
                  </a:cubicBezTo>
                  <a:cubicBezTo>
                    <a:pt x="985" y="1102"/>
                    <a:pt x="493" y="1348"/>
                    <a:pt x="1" y="1583"/>
                  </a:cubicBezTo>
                  <a:lnTo>
                    <a:pt x="2099" y="6189"/>
                  </a:lnTo>
                  <a:cubicBezTo>
                    <a:pt x="2372" y="6746"/>
                    <a:pt x="2973" y="7082"/>
                    <a:pt x="3594" y="7082"/>
                  </a:cubicBezTo>
                  <a:cubicBezTo>
                    <a:pt x="3744" y="7082"/>
                    <a:pt x="3896" y="7062"/>
                    <a:pt x="4045" y="7021"/>
                  </a:cubicBezTo>
                  <a:cubicBezTo>
                    <a:pt x="4853" y="6787"/>
                    <a:pt x="5275" y="5978"/>
                    <a:pt x="5006" y="5204"/>
                  </a:cubicBezTo>
                  <a:lnTo>
                    <a:pt x="310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52"/>
            <p:cNvSpPr/>
            <p:nvPr/>
          </p:nvSpPr>
          <p:spPr>
            <a:xfrm>
              <a:off x="4225525" y="2588050"/>
              <a:ext cx="399425" cy="455100"/>
            </a:xfrm>
            <a:custGeom>
              <a:avLst/>
              <a:gdLst/>
              <a:ahLst/>
              <a:cxnLst/>
              <a:rect l="l" t="t" r="r" b="b"/>
              <a:pathLst>
                <a:path w="15977" h="18204" extrusionOk="0">
                  <a:moveTo>
                    <a:pt x="7572" y="47"/>
                  </a:moveTo>
                  <a:cubicBezTo>
                    <a:pt x="7354" y="695"/>
                    <a:pt x="6577" y="876"/>
                    <a:pt x="5858" y="876"/>
                  </a:cubicBezTo>
                  <a:cubicBezTo>
                    <a:pt x="5265" y="876"/>
                    <a:pt x="4713" y="753"/>
                    <a:pt x="4548" y="668"/>
                  </a:cubicBezTo>
                  <a:cubicBezTo>
                    <a:pt x="3704" y="832"/>
                    <a:pt x="2462" y="1243"/>
                    <a:pt x="1864" y="1524"/>
                  </a:cubicBezTo>
                  <a:cubicBezTo>
                    <a:pt x="879" y="1993"/>
                    <a:pt x="153" y="9342"/>
                    <a:pt x="1594" y="10069"/>
                  </a:cubicBezTo>
                  <a:cubicBezTo>
                    <a:pt x="1231" y="12683"/>
                    <a:pt x="352" y="12214"/>
                    <a:pt x="0" y="18204"/>
                  </a:cubicBezTo>
                  <a:lnTo>
                    <a:pt x="12402" y="17840"/>
                  </a:lnTo>
                  <a:lnTo>
                    <a:pt x="11487" y="11042"/>
                  </a:lnTo>
                  <a:cubicBezTo>
                    <a:pt x="11487" y="11042"/>
                    <a:pt x="14301" y="10479"/>
                    <a:pt x="14828" y="9788"/>
                  </a:cubicBezTo>
                  <a:cubicBezTo>
                    <a:pt x="15977" y="8287"/>
                    <a:pt x="11698" y="1934"/>
                    <a:pt x="10960" y="680"/>
                  </a:cubicBezTo>
                  <a:cubicBezTo>
                    <a:pt x="10561" y="0"/>
                    <a:pt x="8416" y="70"/>
                    <a:pt x="7572" y="4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52"/>
            <p:cNvSpPr/>
            <p:nvPr/>
          </p:nvSpPr>
          <p:spPr>
            <a:xfrm>
              <a:off x="4504500" y="2785250"/>
              <a:ext cx="12025" cy="78850"/>
            </a:xfrm>
            <a:custGeom>
              <a:avLst/>
              <a:gdLst/>
              <a:ahLst/>
              <a:cxnLst/>
              <a:rect l="l" t="t" r="r" b="b"/>
              <a:pathLst>
                <a:path w="481" h="3154" extrusionOk="0">
                  <a:moveTo>
                    <a:pt x="0" y="1"/>
                  </a:moveTo>
                  <a:lnTo>
                    <a:pt x="328" y="3154"/>
                  </a:lnTo>
                  <a:cubicBezTo>
                    <a:pt x="328" y="3154"/>
                    <a:pt x="481" y="1689"/>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52"/>
            <p:cNvSpPr/>
            <p:nvPr/>
          </p:nvSpPr>
          <p:spPr>
            <a:xfrm>
              <a:off x="4442075" y="2655875"/>
              <a:ext cx="118100" cy="119725"/>
            </a:xfrm>
            <a:custGeom>
              <a:avLst/>
              <a:gdLst/>
              <a:ahLst/>
              <a:cxnLst/>
              <a:rect l="l" t="t" r="r" b="b"/>
              <a:pathLst>
                <a:path w="4724" h="4789" extrusionOk="0">
                  <a:moveTo>
                    <a:pt x="3554" y="1"/>
                  </a:moveTo>
                  <a:cubicBezTo>
                    <a:pt x="3263" y="1"/>
                    <a:pt x="1489" y="1964"/>
                    <a:pt x="1489" y="1964"/>
                  </a:cubicBezTo>
                  <a:cubicBezTo>
                    <a:pt x="1489" y="1964"/>
                    <a:pt x="1501" y="1284"/>
                    <a:pt x="1044" y="862"/>
                  </a:cubicBezTo>
                  <a:cubicBezTo>
                    <a:pt x="986" y="814"/>
                    <a:pt x="911" y="796"/>
                    <a:pt x="837" y="796"/>
                  </a:cubicBezTo>
                  <a:cubicBezTo>
                    <a:pt x="748" y="796"/>
                    <a:pt x="662" y="824"/>
                    <a:pt x="610" y="862"/>
                  </a:cubicBezTo>
                  <a:cubicBezTo>
                    <a:pt x="997" y="1577"/>
                    <a:pt x="493" y="3288"/>
                    <a:pt x="493" y="3288"/>
                  </a:cubicBezTo>
                  <a:lnTo>
                    <a:pt x="47" y="4015"/>
                  </a:lnTo>
                  <a:cubicBezTo>
                    <a:pt x="1" y="4086"/>
                    <a:pt x="2087" y="4789"/>
                    <a:pt x="2087" y="4789"/>
                  </a:cubicBezTo>
                  <a:cubicBezTo>
                    <a:pt x="2087" y="4789"/>
                    <a:pt x="4619" y="2034"/>
                    <a:pt x="4713" y="1765"/>
                  </a:cubicBezTo>
                  <a:cubicBezTo>
                    <a:pt x="4723" y="1732"/>
                    <a:pt x="4714" y="1718"/>
                    <a:pt x="4691" y="1718"/>
                  </a:cubicBezTo>
                  <a:cubicBezTo>
                    <a:pt x="4531" y="1718"/>
                    <a:pt x="3681" y="2398"/>
                    <a:pt x="3681" y="2398"/>
                  </a:cubicBezTo>
                  <a:cubicBezTo>
                    <a:pt x="3681" y="2398"/>
                    <a:pt x="4572" y="1354"/>
                    <a:pt x="4678" y="932"/>
                  </a:cubicBezTo>
                  <a:cubicBezTo>
                    <a:pt x="4688" y="889"/>
                    <a:pt x="4674" y="871"/>
                    <a:pt x="4642" y="871"/>
                  </a:cubicBezTo>
                  <a:cubicBezTo>
                    <a:pt x="4420" y="871"/>
                    <a:pt x="3330" y="1765"/>
                    <a:pt x="3330" y="1765"/>
                  </a:cubicBezTo>
                  <a:cubicBezTo>
                    <a:pt x="3751" y="1202"/>
                    <a:pt x="4595" y="217"/>
                    <a:pt x="4431" y="53"/>
                  </a:cubicBezTo>
                  <a:cubicBezTo>
                    <a:pt x="4420" y="41"/>
                    <a:pt x="4405" y="35"/>
                    <a:pt x="4386" y="35"/>
                  </a:cubicBezTo>
                  <a:cubicBezTo>
                    <a:pt x="4079" y="35"/>
                    <a:pt x="2814" y="1519"/>
                    <a:pt x="2814" y="1519"/>
                  </a:cubicBezTo>
                  <a:cubicBezTo>
                    <a:pt x="2814" y="1519"/>
                    <a:pt x="3716" y="264"/>
                    <a:pt x="3587" y="18"/>
                  </a:cubicBezTo>
                  <a:cubicBezTo>
                    <a:pt x="3581" y="6"/>
                    <a:pt x="3569" y="1"/>
                    <a:pt x="35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2"/>
            <p:cNvSpPr/>
            <p:nvPr/>
          </p:nvSpPr>
          <p:spPr>
            <a:xfrm>
              <a:off x="4247500" y="2713450"/>
              <a:ext cx="264050" cy="233800"/>
            </a:xfrm>
            <a:custGeom>
              <a:avLst/>
              <a:gdLst/>
              <a:ahLst/>
              <a:cxnLst/>
              <a:rect l="l" t="t" r="r" b="b"/>
              <a:pathLst>
                <a:path w="10562" h="9352" extrusionOk="0">
                  <a:moveTo>
                    <a:pt x="8897" y="1"/>
                  </a:moveTo>
                  <a:cubicBezTo>
                    <a:pt x="8897" y="1"/>
                    <a:pt x="4029" y="5261"/>
                    <a:pt x="3697" y="5261"/>
                  </a:cubicBezTo>
                  <a:cubicBezTo>
                    <a:pt x="3689" y="5261"/>
                    <a:pt x="3684" y="5258"/>
                    <a:pt x="3681" y="5252"/>
                  </a:cubicBezTo>
                  <a:cubicBezTo>
                    <a:pt x="3482" y="4818"/>
                    <a:pt x="2954" y="3752"/>
                    <a:pt x="2614" y="3072"/>
                  </a:cubicBezTo>
                  <a:cubicBezTo>
                    <a:pt x="2321" y="3400"/>
                    <a:pt x="2052" y="3728"/>
                    <a:pt x="1759" y="4057"/>
                  </a:cubicBezTo>
                  <a:cubicBezTo>
                    <a:pt x="1196" y="4666"/>
                    <a:pt x="610" y="5252"/>
                    <a:pt x="0" y="5815"/>
                  </a:cubicBezTo>
                  <a:cubicBezTo>
                    <a:pt x="551" y="6835"/>
                    <a:pt x="1290" y="7983"/>
                    <a:pt x="2181" y="8792"/>
                  </a:cubicBezTo>
                  <a:cubicBezTo>
                    <a:pt x="2604" y="9181"/>
                    <a:pt x="3055" y="9352"/>
                    <a:pt x="3520" y="9352"/>
                  </a:cubicBezTo>
                  <a:cubicBezTo>
                    <a:pt x="6719" y="9352"/>
                    <a:pt x="10562" y="1290"/>
                    <a:pt x="10562" y="1290"/>
                  </a:cubicBezTo>
                  <a:lnTo>
                    <a:pt x="8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2"/>
            <p:cNvSpPr/>
            <p:nvPr/>
          </p:nvSpPr>
          <p:spPr>
            <a:xfrm>
              <a:off x="4200325" y="2624375"/>
              <a:ext cx="139800" cy="310875"/>
            </a:xfrm>
            <a:custGeom>
              <a:avLst/>
              <a:gdLst/>
              <a:ahLst/>
              <a:cxnLst/>
              <a:rect l="l" t="t" r="r" b="b"/>
              <a:pathLst>
                <a:path w="5592" h="12435" extrusionOk="0">
                  <a:moveTo>
                    <a:pt x="3024" y="0"/>
                  </a:moveTo>
                  <a:cubicBezTo>
                    <a:pt x="2638" y="153"/>
                    <a:pt x="1688" y="1055"/>
                    <a:pt x="1442" y="1454"/>
                  </a:cubicBezTo>
                  <a:cubicBezTo>
                    <a:pt x="328" y="3318"/>
                    <a:pt x="0" y="10761"/>
                    <a:pt x="1290" y="12285"/>
                  </a:cubicBezTo>
                  <a:cubicBezTo>
                    <a:pt x="1377" y="12388"/>
                    <a:pt x="1487" y="12434"/>
                    <a:pt x="1614" y="12434"/>
                  </a:cubicBezTo>
                  <a:cubicBezTo>
                    <a:pt x="2820" y="12434"/>
                    <a:pt x="5591" y="8252"/>
                    <a:pt x="5591" y="8252"/>
                  </a:cubicBezTo>
                  <a:lnTo>
                    <a:pt x="30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2"/>
            <p:cNvSpPr/>
            <p:nvPr/>
          </p:nvSpPr>
          <p:spPr>
            <a:xfrm>
              <a:off x="4314025" y="2733375"/>
              <a:ext cx="34450" cy="97325"/>
            </a:xfrm>
            <a:custGeom>
              <a:avLst/>
              <a:gdLst/>
              <a:ahLst/>
              <a:cxnLst/>
              <a:rect l="l" t="t" r="r" b="b"/>
              <a:pathLst>
                <a:path w="1378" h="3893" extrusionOk="0">
                  <a:moveTo>
                    <a:pt x="0" y="1"/>
                  </a:moveTo>
                  <a:cubicBezTo>
                    <a:pt x="61" y="318"/>
                    <a:pt x="141" y="599"/>
                    <a:pt x="229" y="855"/>
                  </a:cubicBezTo>
                  <a:lnTo>
                    <a:pt x="229" y="855"/>
                  </a:lnTo>
                  <a:lnTo>
                    <a:pt x="0" y="1"/>
                  </a:lnTo>
                  <a:close/>
                  <a:moveTo>
                    <a:pt x="229" y="855"/>
                  </a:moveTo>
                  <a:lnTo>
                    <a:pt x="1043" y="3892"/>
                  </a:lnTo>
                  <a:cubicBezTo>
                    <a:pt x="1377" y="2784"/>
                    <a:pt x="684" y="2168"/>
                    <a:pt x="229" y="855"/>
                  </a:cubicBezTo>
                  <a:close/>
                </a:path>
              </a:pathLst>
            </a:custGeom>
            <a:solidFill>
              <a:srgbClr val="FF55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4" name="Google Shape;1384;p52"/>
          <p:cNvGrpSpPr/>
          <p:nvPr/>
        </p:nvGrpSpPr>
        <p:grpSpPr>
          <a:xfrm flipH="1">
            <a:off x="7352638" y="3276635"/>
            <a:ext cx="1432416" cy="1841452"/>
            <a:chOff x="5065375" y="2767075"/>
            <a:chExt cx="950950" cy="1222500"/>
          </a:xfrm>
        </p:grpSpPr>
        <p:sp>
          <p:nvSpPr>
            <p:cNvPr id="1385" name="Google Shape;1385;p52"/>
            <p:cNvSpPr/>
            <p:nvPr/>
          </p:nvSpPr>
          <p:spPr>
            <a:xfrm>
              <a:off x="5419950" y="2767075"/>
              <a:ext cx="431100" cy="854825"/>
            </a:xfrm>
            <a:custGeom>
              <a:avLst/>
              <a:gdLst/>
              <a:ahLst/>
              <a:cxnLst/>
              <a:rect l="l" t="t" r="r" b="b"/>
              <a:pathLst>
                <a:path w="17244" h="34193" fill="none" extrusionOk="0">
                  <a:moveTo>
                    <a:pt x="1" y="1"/>
                  </a:moveTo>
                  <a:lnTo>
                    <a:pt x="17243" y="34193"/>
                  </a:lnTo>
                </a:path>
              </a:pathLst>
            </a:custGeom>
            <a:noFill/>
            <a:ln w="14075" cap="rnd" cmpd="sng">
              <a:solidFill>
                <a:srgbClr val="0E7F85"/>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52"/>
            <p:cNvSpPr/>
            <p:nvPr/>
          </p:nvSpPr>
          <p:spPr>
            <a:xfrm>
              <a:off x="5807950" y="3583200"/>
              <a:ext cx="94675" cy="96725"/>
            </a:xfrm>
            <a:custGeom>
              <a:avLst/>
              <a:gdLst/>
              <a:ahLst/>
              <a:cxnLst/>
              <a:rect l="l" t="t" r="r" b="b"/>
              <a:pathLst>
                <a:path w="3787" h="3869" extrusionOk="0">
                  <a:moveTo>
                    <a:pt x="1055" y="0"/>
                  </a:moveTo>
                  <a:lnTo>
                    <a:pt x="0" y="3869"/>
                  </a:lnTo>
                  <a:lnTo>
                    <a:pt x="3786" y="2251"/>
                  </a:lnTo>
                  <a:lnTo>
                    <a:pt x="1055"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52"/>
            <p:cNvSpPr/>
            <p:nvPr/>
          </p:nvSpPr>
          <p:spPr>
            <a:xfrm>
              <a:off x="5722950" y="3592275"/>
              <a:ext cx="286325" cy="126925"/>
            </a:xfrm>
            <a:custGeom>
              <a:avLst/>
              <a:gdLst/>
              <a:ahLst/>
              <a:cxnLst/>
              <a:rect l="l" t="t" r="r" b="b"/>
              <a:pathLst>
                <a:path w="11453" h="5077" extrusionOk="0">
                  <a:moveTo>
                    <a:pt x="11265" y="1"/>
                  </a:moveTo>
                  <a:lnTo>
                    <a:pt x="1" y="4619"/>
                  </a:lnTo>
                  <a:lnTo>
                    <a:pt x="188" y="5076"/>
                  </a:lnTo>
                  <a:lnTo>
                    <a:pt x="11453" y="458"/>
                  </a:lnTo>
                  <a:lnTo>
                    <a:pt x="11265" y="1"/>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2"/>
            <p:cNvSpPr/>
            <p:nvPr/>
          </p:nvSpPr>
          <p:spPr>
            <a:xfrm>
              <a:off x="5990200" y="3601650"/>
              <a:ext cx="26125" cy="47800"/>
            </a:xfrm>
            <a:custGeom>
              <a:avLst/>
              <a:gdLst/>
              <a:ahLst/>
              <a:cxnLst/>
              <a:rect l="l" t="t" r="r" b="b"/>
              <a:pathLst>
                <a:path w="1045" h="1912" extrusionOk="0">
                  <a:moveTo>
                    <a:pt x="306" y="1"/>
                  </a:moveTo>
                  <a:lnTo>
                    <a:pt x="1" y="130"/>
                  </a:lnTo>
                  <a:lnTo>
                    <a:pt x="739" y="1912"/>
                  </a:lnTo>
                  <a:lnTo>
                    <a:pt x="1044" y="1783"/>
                  </a:lnTo>
                  <a:lnTo>
                    <a:pt x="306" y="1"/>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2"/>
            <p:cNvSpPr/>
            <p:nvPr/>
          </p:nvSpPr>
          <p:spPr>
            <a:xfrm>
              <a:off x="5964725" y="3612200"/>
              <a:ext cx="26100" cy="47800"/>
            </a:xfrm>
            <a:custGeom>
              <a:avLst/>
              <a:gdLst/>
              <a:ahLst/>
              <a:cxnLst/>
              <a:rect l="l" t="t" r="r" b="b"/>
              <a:pathLst>
                <a:path w="1044" h="1912" extrusionOk="0">
                  <a:moveTo>
                    <a:pt x="305" y="1"/>
                  </a:moveTo>
                  <a:lnTo>
                    <a:pt x="0" y="130"/>
                  </a:lnTo>
                  <a:lnTo>
                    <a:pt x="727" y="1912"/>
                  </a:lnTo>
                  <a:lnTo>
                    <a:pt x="1043" y="1783"/>
                  </a:lnTo>
                  <a:lnTo>
                    <a:pt x="305" y="1"/>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2"/>
            <p:cNvSpPr/>
            <p:nvPr/>
          </p:nvSpPr>
          <p:spPr>
            <a:xfrm>
              <a:off x="5938925" y="3622475"/>
              <a:ext cx="26100" cy="48075"/>
            </a:xfrm>
            <a:custGeom>
              <a:avLst/>
              <a:gdLst/>
              <a:ahLst/>
              <a:cxnLst/>
              <a:rect l="l" t="t" r="r" b="b"/>
              <a:pathLst>
                <a:path w="1044" h="1923" extrusionOk="0">
                  <a:moveTo>
                    <a:pt x="317" y="0"/>
                  </a:moveTo>
                  <a:lnTo>
                    <a:pt x="1" y="129"/>
                  </a:lnTo>
                  <a:lnTo>
                    <a:pt x="739" y="1922"/>
                  </a:lnTo>
                  <a:lnTo>
                    <a:pt x="1044" y="1794"/>
                  </a:lnTo>
                  <a:lnTo>
                    <a:pt x="317"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52"/>
            <p:cNvSpPr/>
            <p:nvPr/>
          </p:nvSpPr>
          <p:spPr>
            <a:xfrm>
              <a:off x="5913425" y="3633025"/>
              <a:ext cx="26125" cy="48075"/>
            </a:xfrm>
            <a:custGeom>
              <a:avLst/>
              <a:gdLst/>
              <a:ahLst/>
              <a:cxnLst/>
              <a:rect l="l" t="t" r="r" b="b"/>
              <a:pathLst>
                <a:path w="1045" h="1923" extrusionOk="0">
                  <a:moveTo>
                    <a:pt x="306" y="0"/>
                  </a:moveTo>
                  <a:lnTo>
                    <a:pt x="1" y="129"/>
                  </a:lnTo>
                  <a:lnTo>
                    <a:pt x="739" y="1922"/>
                  </a:lnTo>
                  <a:lnTo>
                    <a:pt x="1044" y="1794"/>
                  </a:lnTo>
                  <a:lnTo>
                    <a:pt x="306"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2"/>
            <p:cNvSpPr/>
            <p:nvPr/>
          </p:nvSpPr>
          <p:spPr>
            <a:xfrm>
              <a:off x="5887950" y="3643575"/>
              <a:ext cx="26100" cy="48075"/>
            </a:xfrm>
            <a:custGeom>
              <a:avLst/>
              <a:gdLst/>
              <a:ahLst/>
              <a:cxnLst/>
              <a:rect l="l" t="t" r="r" b="b"/>
              <a:pathLst>
                <a:path w="1044" h="1923" extrusionOk="0">
                  <a:moveTo>
                    <a:pt x="305" y="0"/>
                  </a:moveTo>
                  <a:lnTo>
                    <a:pt x="0" y="129"/>
                  </a:lnTo>
                  <a:lnTo>
                    <a:pt x="727" y="1922"/>
                  </a:lnTo>
                  <a:lnTo>
                    <a:pt x="1043" y="1794"/>
                  </a:lnTo>
                  <a:lnTo>
                    <a:pt x="305"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2"/>
            <p:cNvSpPr/>
            <p:nvPr/>
          </p:nvSpPr>
          <p:spPr>
            <a:xfrm>
              <a:off x="5862150" y="3654125"/>
              <a:ext cx="26100" cy="47775"/>
            </a:xfrm>
            <a:custGeom>
              <a:avLst/>
              <a:gdLst/>
              <a:ahLst/>
              <a:cxnLst/>
              <a:rect l="l" t="t" r="r" b="b"/>
              <a:pathLst>
                <a:path w="1044" h="1911" extrusionOk="0">
                  <a:moveTo>
                    <a:pt x="317" y="0"/>
                  </a:moveTo>
                  <a:lnTo>
                    <a:pt x="1" y="129"/>
                  </a:lnTo>
                  <a:lnTo>
                    <a:pt x="739" y="1911"/>
                  </a:lnTo>
                  <a:lnTo>
                    <a:pt x="1044" y="1793"/>
                  </a:lnTo>
                  <a:lnTo>
                    <a:pt x="317"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52"/>
            <p:cNvSpPr/>
            <p:nvPr/>
          </p:nvSpPr>
          <p:spPr>
            <a:xfrm>
              <a:off x="5836650" y="3664675"/>
              <a:ext cx="26125" cy="47775"/>
            </a:xfrm>
            <a:custGeom>
              <a:avLst/>
              <a:gdLst/>
              <a:ahLst/>
              <a:cxnLst/>
              <a:rect l="l" t="t" r="r" b="b"/>
              <a:pathLst>
                <a:path w="1045" h="1911" extrusionOk="0">
                  <a:moveTo>
                    <a:pt x="306" y="0"/>
                  </a:moveTo>
                  <a:lnTo>
                    <a:pt x="1" y="129"/>
                  </a:lnTo>
                  <a:lnTo>
                    <a:pt x="728" y="1911"/>
                  </a:lnTo>
                  <a:lnTo>
                    <a:pt x="1044" y="1782"/>
                  </a:lnTo>
                  <a:lnTo>
                    <a:pt x="306"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52"/>
            <p:cNvSpPr/>
            <p:nvPr/>
          </p:nvSpPr>
          <p:spPr>
            <a:xfrm>
              <a:off x="5811175" y="3675225"/>
              <a:ext cx="26100" cy="47775"/>
            </a:xfrm>
            <a:custGeom>
              <a:avLst/>
              <a:gdLst/>
              <a:ahLst/>
              <a:cxnLst/>
              <a:rect l="l" t="t" r="r" b="b"/>
              <a:pathLst>
                <a:path w="1044" h="1911" extrusionOk="0">
                  <a:moveTo>
                    <a:pt x="305" y="0"/>
                  </a:moveTo>
                  <a:lnTo>
                    <a:pt x="0" y="129"/>
                  </a:lnTo>
                  <a:lnTo>
                    <a:pt x="727" y="1911"/>
                  </a:lnTo>
                  <a:lnTo>
                    <a:pt x="1043" y="1782"/>
                  </a:lnTo>
                  <a:lnTo>
                    <a:pt x="305"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2"/>
            <p:cNvSpPr/>
            <p:nvPr/>
          </p:nvSpPr>
          <p:spPr>
            <a:xfrm>
              <a:off x="5785375" y="3685775"/>
              <a:ext cx="26100" cy="47775"/>
            </a:xfrm>
            <a:custGeom>
              <a:avLst/>
              <a:gdLst/>
              <a:ahLst/>
              <a:cxnLst/>
              <a:rect l="l" t="t" r="r" b="b"/>
              <a:pathLst>
                <a:path w="1044" h="1911" extrusionOk="0">
                  <a:moveTo>
                    <a:pt x="317" y="0"/>
                  </a:moveTo>
                  <a:lnTo>
                    <a:pt x="1" y="117"/>
                  </a:lnTo>
                  <a:lnTo>
                    <a:pt x="739" y="1911"/>
                  </a:lnTo>
                  <a:lnTo>
                    <a:pt x="1044" y="1782"/>
                  </a:lnTo>
                  <a:lnTo>
                    <a:pt x="317"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2"/>
            <p:cNvSpPr/>
            <p:nvPr/>
          </p:nvSpPr>
          <p:spPr>
            <a:xfrm>
              <a:off x="5759875" y="3696025"/>
              <a:ext cx="26100" cy="48075"/>
            </a:xfrm>
            <a:custGeom>
              <a:avLst/>
              <a:gdLst/>
              <a:ahLst/>
              <a:cxnLst/>
              <a:rect l="l" t="t" r="r" b="b"/>
              <a:pathLst>
                <a:path w="1044" h="1923" extrusionOk="0">
                  <a:moveTo>
                    <a:pt x="306" y="0"/>
                  </a:moveTo>
                  <a:lnTo>
                    <a:pt x="1" y="129"/>
                  </a:lnTo>
                  <a:lnTo>
                    <a:pt x="728" y="1923"/>
                  </a:lnTo>
                  <a:lnTo>
                    <a:pt x="1044" y="1794"/>
                  </a:lnTo>
                  <a:lnTo>
                    <a:pt x="306"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52"/>
            <p:cNvSpPr/>
            <p:nvPr/>
          </p:nvSpPr>
          <p:spPr>
            <a:xfrm>
              <a:off x="5734375" y="3706575"/>
              <a:ext cx="26125" cy="48075"/>
            </a:xfrm>
            <a:custGeom>
              <a:avLst/>
              <a:gdLst/>
              <a:ahLst/>
              <a:cxnLst/>
              <a:rect l="l" t="t" r="r" b="b"/>
              <a:pathLst>
                <a:path w="1045" h="1923" extrusionOk="0">
                  <a:moveTo>
                    <a:pt x="306" y="0"/>
                  </a:moveTo>
                  <a:lnTo>
                    <a:pt x="1" y="129"/>
                  </a:lnTo>
                  <a:lnTo>
                    <a:pt x="728" y="1923"/>
                  </a:lnTo>
                  <a:lnTo>
                    <a:pt x="1044" y="1794"/>
                  </a:lnTo>
                  <a:lnTo>
                    <a:pt x="306"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52"/>
            <p:cNvSpPr/>
            <p:nvPr/>
          </p:nvSpPr>
          <p:spPr>
            <a:xfrm>
              <a:off x="5809700" y="3547750"/>
              <a:ext cx="40175" cy="61250"/>
            </a:xfrm>
            <a:custGeom>
              <a:avLst/>
              <a:gdLst/>
              <a:ahLst/>
              <a:cxnLst/>
              <a:rect l="l" t="t" r="r" b="b"/>
              <a:pathLst>
                <a:path w="1607" h="2450" extrusionOk="0">
                  <a:moveTo>
                    <a:pt x="434" y="0"/>
                  </a:moveTo>
                  <a:lnTo>
                    <a:pt x="0" y="199"/>
                  </a:lnTo>
                  <a:lnTo>
                    <a:pt x="1102" y="2450"/>
                  </a:lnTo>
                  <a:lnTo>
                    <a:pt x="1606" y="2344"/>
                  </a:lnTo>
                  <a:lnTo>
                    <a:pt x="434" y="0"/>
                  </a:lnTo>
                  <a:close/>
                </a:path>
              </a:pathLst>
            </a:custGeom>
            <a:solidFill>
              <a:srgbClr val="9393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52"/>
            <p:cNvSpPr/>
            <p:nvPr/>
          </p:nvSpPr>
          <p:spPr>
            <a:xfrm>
              <a:off x="5661425" y="3281550"/>
              <a:ext cx="51300" cy="26225"/>
            </a:xfrm>
            <a:custGeom>
              <a:avLst/>
              <a:gdLst/>
              <a:ahLst/>
              <a:cxnLst/>
              <a:rect l="l" t="t" r="r" b="b"/>
              <a:pathLst>
                <a:path w="2052" h="1049" extrusionOk="0">
                  <a:moveTo>
                    <a:pt x="1236" y="0"/>
                  </a:moveTo>
                  <a:cubicBezTo>
                    <a:pt x="1010" y="0"/>
                    <a:pt x="654" y="72"/>
                    <a:pt x="153" y="368"/>
                  </a:cubicBezTo>
                  <a:cubicBezTo>
                    <a:pt x="35" y="439"/>
                    <a:pt x="0" y="603"/>
                    <a:pt x="71" y="732"/>
                  </a:cubicBezTo>
                  <a:cubicBezTo>
                    <a:pt x="129" y="838"/>
                    <a:pt x="227" y="905"/>
                    <a:pt x="325" y="905"/>
                  </a:cubicBezTo>
                  <a:cubicBezTo>
                    <a:pt x="346" y="905"/>
                    <a:pt x="367" y="902"/>
                    <a:pt x="387" y="896"/>
                  </a:cubicBezTo>
                  <a:lnTo>
                    <a:pt x="1231" y="638"/>
                  </a:lnTo>
                  <a:lnTo>
                    <a:pt x="1571" y="1048"/>
                  </a:lnTo>
                  <a:cubicBezTo>
                    <a:pt x="1571" y="1048"/>
                    <a:pt x="2052" y="767"/>
                    <a:pt x="1548" y="64"/>
                  </a:cubicBezTo>
                  <a:cubicBezTo>
                    <a:pt x="1548" y="64"/>
                    <a:pt x="1449" y="0"/>
                    <a:pt x="1236" y="0"/>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52"/>
            <p:cNvSpPr/>
            <p:nvPr/>
          </p:nvSpPr>
          <p:spPr>
            <a:xfrm>
              <a:off x="5652050" y="3248575"/>
              <a:ext cx="48075" cy="47800"/>
            </a:xfrm>
            <a:custGeom>
              <a:avLst/>
              <a:gdLst/>
              <a:ahLst/>
              <a:cxnLst/>
              <a:rect l="l" t="t" r="r" b="b"/>
              <a:pathLst>
                <a:path w="1923" h="1912" extrusionOk="0">
                  <a:moveTo>
                    <a:pt x="872" y="0"/>
                  </a:moveTo>
                  <a:cubicBezTo>
                    <a:pt x="810" y="0"/>
                    <a:pt x="749" y="15"/>
                    <a:pt x="692" y="46"/>
                  </a:cubicBezTo>
                  <a:cubicBezTo>
                    <a:pt x="481" y="152"/>
                    <a:pt x="141" y="351"/>
                    <a:pt x="35" y="656"/>
                  </a:cubicBezTo>
                  <a:cubicBezTo>
                    <a:pt x="0" y="726"/>
                    <a:pt x="24" y="796"/>
                    <a:pt x="71" y="855"/>
                  </a:cubicBezTo>
                  <a:cubicBezTo>
                    <a:pt x="101" y="896"/>
                    <a:pt x="114" y="928"/>
                    <a:pt x="171" y="928"/>
                  </a:cubicBezTo>
                  <a:cubicBezTo>
                    <a:pt x="179" y="928"/>
                    <a:pt x="189" y="927"/>
                    <a:pt x="199" y="925"/>
                  </a:cubicBezTo>
                  <a:lnTo>
                    <a:pt x="199" y="925"/>
                  </a:lnTo>
                  <a:cubicBezTo>
                    <a:pt x="199" y="925"/>
                    <a:pt x="106" y="1066"/>
                    <a:pt x="164" y="1195"/>
                  </a:cubicBezTo>
                  <a:cubicBezTo>
                    <a:pt x="212" y="1290"/>
                    <a:pt x="290" y="1331"/>
                    <a:pt x="367" y="1331"/>
                  </a:cubicBezTo>
                  <a:cubicBezTo>
                    <a:pt x="386" y="1331"/>
                    <a:pt x="404" y="1328"/>
                    <a:pt x="422" y="1324"/>
                  </a:cubicBezTo>
                  <a:lnTo>
                    <a:pt x="422" y="1324"/>
                  </a:lnTo>
                  <a:cubicBezTo>
                    <a:pt x="422" y="1324"/>
                    <a:pt x="82" y="1441"/>
                    <a:pt x="375" y="1816"/>
                  </a:cubicBezTo>
                  <a:cubicBezTo>
                    <a:pt x="432" y="1884"/>
                    <a:pt x="521" y="1911"/>
                    <a:pt x="628" y="1911"/>
                  </a:cubicBezTo>
                  <a:cubicBezTo>
                    <a:pt x="1099" y="1911"/>
                    <a:pt x="1923" y="1383"/>
                    <a:pt x="1923" y="1383"/>
                  </a:cubicBezTo>
                  <a:cubicBezTo>
                    <a:pt x="1923" y="1383"/>
                    <a:pt x="1911" y="984"/>
                    <a:pt x="1594" y="761"/>
                  </a:cubicBezTo>
                  <a:cubicBezTo>
                    <a:pt x="1594" y="761"/>
                    <a:pt x="1524" y="445"/>
                    <a:pt x="1266" y="316"/>
                  </a:cubicBezTo>
                  <a:cubicBezTo>
                    <a:pt x="1266" y="316"/>
                    <a:pt x="1254" y="187"/>
                    <a:pt x="1090" y="70"/>
                  </a:cubicBezTo>
                  <a:cubicBezTo>
                    <a:pt x="1025" y="24"/>
                    <a:pt x="949" y="0"/>
                    <a:pt x="872" y="0"/>
                  </a:cubicBezTo>
                  <a:close/>
                </a:path>
              </a:pathLst>
            </a:custGeom>
            <a:solidFill>
              <a:srgbClr val="FE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52"/>
            <p:cNvSpPr/>
            <p:nvPr/>
          </p:nvSpPr>
          <p:spPr>
            <a:xfrm>
              <a:off x="5606625" y="3242600"/>
              <a:ext cx="80900" cy="90375"/>
            </a:xfrm>
            <a:custGeom>
              <a:avLst/>
              <a:gdLst/>
              <a:ahLst/>
              <a:cxnLst/>
              <a:rect l="l" t="t" r="r" b="b"/>
              <a:pathLst>
                <a:path w="3236" h="3615" extrusionOk="0">
                  <a:moveTo>
                    <a:pt x="1373" y="1"/>
                  </a:moveTo>
                  <a:cubicBezTo>
                    <a:pt x="1337" y="1"/>
                    <a:pt x="1304" y="6"/>
                    <a:pt x="1278" y="16"/>
                  </a:cubicBezTo>
                  <a:cubicBezTo>
                    <a:pt x="1419" y="707"/>
                    <a:pt x="586" y="1985"/>
                    <a:pt x="586" y="1985"/>
                  </a:cubicBezTo>
                  <a:lnTo>
                    <a:pt x="47" y="2477"/>
                  </a:lnTo>
                  <a:cubicBezTo>
                    <a:pt x="0" y="2524"/>
                    <a:pt x="1548" y="3614"/>
                    <a:pt x="1548" y="3614"/>
                  </a:cubicBezTo>
                  <a:cubicBezTo>
                    <a:pt x="1548" y="3614"/>
                    <a:pt x="2438" y="3075"/>
                    <a:pt x="3236" y="2571"/>
                  </a:cubicBezTo>
                  <a:cubicBezTo>
                    <a:pt x="3048" y="2008"/>
                    <a:pt x="2860" y="1434"/>
                    <a:pt x="2661" y="860"/>
                  </a:cubicBezTo>
                  <a:cubicBezTo>
                    <a:pt x="2626" y="778"/>
                    <a:pt x="2614" y="707"/>
                    <a:pt x="2603" y="625"/>
                  </a:cubicBezTo>
                  <a:cubicBezTo>
                    <a:pt x="2134" y="895"/>
                    <a:pt x="1735" y="1141"/>
                    <a:pt x="1735" y="1141"/>
                  </a:cubicBezTo>
                  <a:cubicBezTo>
                    <a:pt x="1735" y="1141"/>
                    <a:pt x="1911" y="578"/>
                    <a:pt x="1630" y="121"/>
                  </a:cubicBezTo>
                  <a:cubicBezTo>
                    <a:pt x="1579" y="36"/>
                    <a:pt x="1467" y="1"/>
                    <a:pt x="1373" y="1"/>
                  </a:cubicBezTo>
                  <a:close/>
                </a:path>
              </a:pathLst>
            </a:custGeom>
            <a:solidFill>
              <a:srgbClr val="F49C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2"/>
            <p:cNvSpPr/>
            <p:nvPr/>
          </p:nvSpPr>
          <p:spPr>
            <a:xfrm>
              <a:off x="5318550" y="3238875"/>
              <a:ext cx="348175" cy="192150"/>
            </a:xfrm>
            <a:custGeom>
              <a:avLst/>
              <a:gdLst/>
              <a:ahLst/>
              <a:cxnLst/>
              <a:rect l="l" t="t" r="r" b="b"/>
              <a:pathLst>
                <a:path w="13927" h="7686" extrusionOk="0">
                  <a:moveTo>
                    <a:pt x="2697" y="1"/>
                  </a:moveTo>
                  <a:lnTo>
                    <a:pt x="1" y="1806"/>
                  </a:lnTo>
                  <a:cubicBezTo>
                    <a:pt x="1" y="1806"/>
                    <a:pt x="2509" y="5439"/>
                    <a:pt x="4549" y="7127"/>
                  </a:cubicBezTo>
                  <a:cubicBezTo>
                    <a:pt x="5020" y="7520"/>
                    <a:pt x="5574" y="7686"/>
                    <a:pt x="6175" y="7686"/>
                  </a:cubicBezTo>
                  <a:cubicBezTo>
                    <a:pt x="9391" y="7686"/>
                    <a:pt x="13926" y="2943"/>
                    <a:pt x="13926" y="2943"/>
                  </a:cubicBezTo>
                  <a:lnTo>
                    <a:pt x="12860" y="1478"/>
                  </a:lnTo>
                  <a:cubicBezTo>
                    <a:pt x="12860" y="1478"/>
                    <a:pt x="7755" y="4545"/>
                    <a:pt x="7318" y="4545"/>
                  </a:cubicBezTo>
                  <a:cubicBezTo>
                    <a:pt x="7305" y="4545"/>
                    <a:pt x="7296" y="4542"/>
                    <a:pt x="7292" y="4537"/>
                  </a:cubicBezTo>
                  <a:cubicBezTo>
                    <a:pt x="5932" y="3025"/>
                    <a:pt x="2697" y="1"/>
                    <a:pt x="2697" y="1"/>
                  </a:cubicBezTo>
                  <a:close/>
                </a:path>
              </a:pathLst>
            </a:custGeom>
            <a:solidFill>
              <a:srgbClr val="F49C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2"/>
            <p:cNvSpPr/>
            <p:nvPr/>
          </p:nvSpPr>
          <p:spPr>
            <a:xfrm>
              <a:off x="5227725" y="3174450"/>
              <a:ext cx="247050" cy="200475"/>
            </a:xfrm>
            <a:custGeom>
              <a:avLst/>
              <a:gdLst/>
              <a:ahLst/>
              <a:cxnLst/>
              <a:rect l="l" t="t" r="r" b="b"/>
              <a:pathLst>
                <a:path w="9882" h="8019" extrusionOk="0">
                  <a:moveTo>
                    <a:pt x="2345" y="1"/>
                  </a:moveTo>
                  <a:cubicBezTo>
                    <a:pt x="2079" y="1"/>
                    <a:pt x="1852" y="73"/>
                    <a:pt x="1676" y="233"/>
                  </a:cubicBezTo>
                  <a:cubicBezTo>
                    <a:pt x="0" y="1769"/>
                    <a:pt x="6377" y="7923"/>
                    <a:pt x="6412" y="8016"/>
                  </a:cubicBezTo>
                  <a:cubicBezTo>
                    <a:pt x="6413" y="8018"/>
                    <a:pt x="6414" y="8019"/>
                    <a:pt x="6417" y="8019"/>
                  </a:cubicBezTo>
                  <a:cubicBezTo>
                    <a:pt x="6562" y="8019"/>
                    <a:pt x="9882" y="5367"/>
                    <a:pt x="9882" y="5367"/>
                  </a:cubicBezTo>
                  <a:cubicBezTo>
                    <a:pt x="9882" y="5367"/>
                    <a:pt x="4647" y="1"/>
                    <a:pt x="23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52"/>
            <p:cNvSpPr/>
            <p:nvPr/>
          </p:nvSpPr>
          <p:spPr>
            <a:xfrm>
              <a:off x="5208975" y="3312525"/>
              <a:ext cx="296875" cy="312300"/>
            </a:xfrm>
            <a:custGeom>
              <a:avLst/>
              <a:gdLst/>
              <a:ahLst/>
              <a:cxnLst/>
              <a:rect l="l" t="t" r="r" b="b"/>
              <a:pathLst>
                <a:path w="11875" h="12492" extrusionOk="0">
                  <a:moveTo>
                    <a:pt x="9168" y="0"/>
                  </a:moveTo>
                  <a:cubicBezTo>
                    <a:pt x="8694" y="0"/>
                    <a:pt x="8224" y="122"/>
                    <a:pt x="7795" y="337"/>
                  </a:cubicBezTo>
                  <a:lnTo>
                    <a:pt x="2602" y="3009"/>
                  </a:lnTo>
                  <a:cubicBezTo>
                    <a:pt x="1770" y="5178"/>
                    <a:pt x="2626" y="4498"/>
                    <a:pt x="1489" y="6549"/>
                  </a:cubicBezTo>
                  <a:lnTo>
                    <a:pt x="4771" y="5318"/>
                  </a:lnTo>
                  <a:lnTo>
                    <a:pt x="0" y="11203"/>
                  </a:lnTo>
                  <a:lnTo>
                    <a:pt x="2215" y="12492"/>
                  </a:lnTo>
                  <a:lnTo>
                    <a:pt x="9248" y="5482"/>
                  </a:lnTo>
                  <a:cubicBezTo>
                    <a:pt x="11569" y="2962"/>
                    <a:pt x="11874" y="548"/>
                    <a:pt x="9764" y="67"/>
                  </a:cubicBezTo>
                  <a:cubicBezTo>
                    <a:pt x="9566" y="22"/>
                    <a:pt x="9367" y="0"/>
                    <a:pt x="9168" y="0"/>
                  </a:cubicBezTo>
                  <a:close/>
                </a:path>
              </a:pathLst>
            </a:custGeom>
            <a:solidFill>
              <a:srgbClr val="F49C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52"/>
            <p:cNvSpPr/>
            <p:nvPr/>
          </p:nvSpPr>
          <p:spPr>
            <a:xfrm>
              <a:off x="5156500" y="3536325"/>
              <a:ext cx="171375" cy="207175"/>
            </a:xfrm>
            <a:custGeom>
              <a:avLst/>
              <a:gdLst/>
              <a:ahLst/>
              <a:cxnLst/>
              <a:rect l="l" t="t" r="r" b="b"/>
              <a:pathLst>
                <a:path w="6855" h="8287" extrusionOk="0">
                  <a:moveTo>
                    <a:pt x="3951" y="0"/>
                  </a:moveTo>
                  <a:cubicBezTo>
                    <a:pt x="3951" y="0"/>
                    <a:pt x="1419" y="2778"/>
                    <a:pt x="376" y="4360"/>
                  </a:cubicBezTo>
                  <a:cubicBezTo>
                    <a:pt x="1" y="4911"/>
                    <a:pt x="36" y="5744"/>
                    <a:pt x="1431" y="6025"/>
                  </a:cubicBezTo>
                  <a:cubicBezTo>
                    <a:pt x="2416" y="6224"/>
                    <a:pt x="3822" y="7467"/>
                    <a:pt x="5240" y="8205"/>
                  </a:cubicBezTo>
                  <a:cubicBezTo>
                    <a:pt x="5347" y="8260"/>
                    <a:pt x="5492" y="8286"/>
                    <a:pt x="5640" y="8286"/>
                  </a:cubicBezTo>
                  <a:cubicBezTo>
                    <a:pt x="6224" y="8286"/>
                    <a:pt x="6854" y="7870"/>
                    <a:pt x="5358" y="7103"/>
                  </a:cubicBezTo>
                  <a:lnTo>
                    <a:pt x="3353" y="4923"/>
                  </a:lnTo>
                  <a:cubicBezTo>
                    <a:pt x="3682" y="4220"/>
                    <a:pt x="5932" y="1840"/>
                    <a:pt x="5932" y="1840"/>
                  </a:cubicBezTo>
                  <a:lnTo>
                    <a:pt x="3951" y="0"/>
                  </a:lnTo>
                  <a:close/>
                </a:path>
              </a:pathLst>
            </a:custGeom>
            <a:solidFill>
              <a:srgbClr val="F49C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52"/>
            <p:cNvSpPr/>
            <p:nvPr/>
          </p:nvSpPr>
          <p:spPr>
            <a:xfrm>
              <a:off x="5209250" y="3351100"/>
              <a:ext cx="152425" cy="145100"/>
            </a:xfrm>
            <a:custGeom>
              <a:avLst/>
              <a:gdLst/>
              <a:ahLst/>
              <a:cxnLst/>
              <a:rect l="l" t="t" r="r" b="b"/>
              <a:pathLst>
                <a:path w="6097" h="5804" extrusionOk="0">
                  <a:moveTo>
                    <a:pt x="5240" y="1"/>
                  </a:moveTo>
                  <a:lnTo>
                    <a:pt x="1" y="2673"/>
                  </a:lnTo>
                  <a:lnTo>
                    <a:pt x="1032" y="5803"/>
                  </a:lnTo>
                  <a:lnTo>
                    <a:pt x="6096" y="3013"/>
                  </a:lnTo>
                  <a:lnTo>
                    <a:pt x="5240" y="1"/>
                  </a:lnTo>
                  <a:close/>
                </a:path>
              </a:pathLst>
            </a:custGeom>
            <a:solidFill>
              <a:srgbClr val="F0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52"/>
            <p:cNvSpPr/>
            <p:nvPr/>
          </p:nvSpPr>
          <p:spPr>
            <a:xfrm>
              <a:off x="5100550" y="3309400"/>
              <a:ext cx="456550" cy="362025"/>
            </a:xfrm>
            <a:custGeom>
              <a:avLst/>
              <a:gdLst/>
              <a:ahLst/>
              <a:cxnLst/>
              <a:rect l="l" t="t" r="r" b="b"/>
              <a:pathLst>
                <a:path w="18262" h="14481" extrusionOk="0">
                  <a:moveTo>
                    <a:pt x="15979" y="1"/>
                  </a:moveTo>
                  <a:cubicBezTo>
                    <a:pt x="15503" y="1"/>
                    <a:pt x="14938" y="165"/>
                    <a:pt x="14289" y="520"/>
                  </a:cubicBezTo>
                  <a:lnTo>
                    <a:pt x="6365" y="4670"/>
                  </a:lnTo>
                  <a:lnTo>
                    <a:pt x="0" y="7037"/>
                  </a:lnTo>
                  <a:cubicBezTo>
                    <a:pt x="0" y="7037"/>
                    <a:pt x="352" y="10530"/>
                    <a:pt x="3540" y="11726"/>
                  </a:cubicBezTo>
                  <a:cubicBezTo>
                    <a:pt x="4025" y="11910"/>
                    <a:pt x="4522" y="11988"/>
                    <a:pt x="5015" y="11988"/>
                  </a:cubicBezTo>
                  <a:cubicBezTo>
                    <a:pt x="7766" y="11988"/>
                    <a:pt x="10421" y="9569"/>
                    <a:pt x="10421" y="9569"/>
                  </a:cubicBezTo>
                  <a:lnTo>
                    <a:pt x="13117" y="6897"/>
                  </a:lnTo>
                  <a:lnTo>
                    <a:pt x="13117" y="6897"/>
                  </a:lnTo>
                  <a:lnTo>
                    <a:pt x="11183" y="14223"/>
                  </a:lnTo>
                  <a:lnTo>
                    <a:pt x="13726" y="14481"/>
                  </a:lnTo>
                  <a:lnTo>
                    <a:pt x="17266" y="5209"/>
                  </a:lnTo>
                  <a:cubicBezTo>
                    <a:pt x="18261" y="2214"/>
                    <a:pt x="17728" y="1"/>
                    <a:pt x="15979" y="1"/>
                  </a:cubicBezTo>
                  <a:close/>
                </a:path>
              </a:pathLst>
            </a:custGeom>
            <a:solidFill>
              <a:srgbClr val="FBB2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52"/>
            <p:cNvSpPr/>
            <p:nvPr/>
          </p:nvSpPr>
          <p:spPr>
            <a:xfrm>
              <a:off x="5360300" y="3594625"/>
              <a:ext cx="195900" cy="173825"/>
            </a:xfrm>
            <a:custGeom>
              <a:avLst/>
              <a:gdLst/>
              <a:ahLst/>
              <a:cxnLst/>
              <a:rect l="l" t="t" r="r" b="b"/>
              <a:pathLst>
                <a:path w="7836" h="6953" extrusionOk="0">
                  <a:moveTo>
                    <a:pt x="1554" y="1"/>
                  </a:moveTo>
                  <a:cubicBezTo>
                    <a:pt x="1554" y="1"/>
                    <a:pt x="394" y="3576"/>
                    <a:pt x="89" y="5439"/>
                  </a:cubicBezTo>
                  <a:cubicBezTo>
                    <a:pt x="1" y="5989"/>
                    <a:pt x="249" y="6604"/>
                    <a:pt x="1144" y="6604"/>
                  </a:cubicBezTo>
                  <a:cubicBezTo>
                    <a:pt x="1318" y="6604"/>
                    <a:pt x="1517" y="6581"/>
                    <a:pt x="1742" y="6530"/>
                  </a:cubicBezTo>
                  <a:cubicBezTo>
                    <a:pt x="1903" y="6493"/>
                    <a:pt x="2087" y="6477"/>
                    <a:pt x="2289" y="6477"/>
                  </a:cubicBezTo>
                  <a:cubicBezTo>
                    <a:pt x="3304" y="6477"/>
                    <a:pt x="4773" y="6873"/>
                    <a:pt x="6102" y="6951"/>
                  </a:cubicBezTo>
                  <a:cubicBezTo>
                    <a:pt x="6113" y="6952"/>
                    <a:pt x="6123" y="6952"/>
                    <a:pt x="6134" y="6952"/>
                  </a:cubicBezTo>
                  <a:cubicBezTo>
                    <a:pt x="6740" y="6952"/>
                    <a:pt x="7836" y="5989"/>
                    <a:pt x="5762" y="5897"/>
                  </a:cubicBezTo>
                  <a:lnTo>
                    <a:pt x="3043" y="4724"/>
                  </a:lnTo>
                  <a:cubicBezTo>
                    <a:pt x="3043" y="3951"/>
                    <a:pt x="4121" y="868"/>
                    <a:pt x="4121" y="868"/>
                  </a:cubicBezTo>
                  <a:lnTo>
                    <a:pt x="1554" y="1"/>
                  </a:lnTo>
                  <a:close/>
                </a:path>
              </a:pathLst>
            </a:custGeom>
            <a:solidFill>
              <a:srgbClr val="FBB2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52"/>
            <p:cNvSpPr/>
            <p:nvPr/>
          </p:nvSpPr>
          <p:spPr>
            <a:xfrm>
              <a:off x="5100550" y="3385700"/>
              <a:ext cx="269600" cy="223400"/>
            </a:xfrm>
            <a:custGeom>
              <a:avLst/>
              <a:gdLst/>
              <a:ahLst/>
              <a:cxnLst/>
              <a:rect l="l" t="t" r="r" b="b"/>
              <a:pathLst>
                <a:path w="10784" h="8936" extrusionOk="0">
                  <a:moveTo>
                    <a:pt x="9459" y="0"/>
                  </a:moveTo>
                  <a:lnTo>
                    <a:pt x="6365" y="1618"/>
                  </a:lnTo>
                  <a:lnTo>
                    <a:pt x="0" y="3985"/>
                  </a:lnTo>
                  <a:cubicBezTo>
                    <a:pt x="0" y="3985"/>
                    <a:pt x="352" y="7478"/>
                    <a:pt x="3540" y="8674"/>
                  </a:cubicBezTo>
                  <a:cubicBezTo>
                    <a:pt x="4025" y="8858"/>
                    <a:pt x="4522" y="8936"/>
                    <a:pt x="5015" y="8936"/>
                  </a:cubicBezTo>
                  <a:cubicBezTo>
                    <a:pt x="7766" y="8936"/>
                    <a:pt x="10421" y="6517"/>
                    <a:pt x="10421" y="6517"/>
                  </a:cubicBezTo>
                  <a:lnTo>
                    <a:pt x="10784" y="6154"/>
                  </a:lnTo>
                  <a:lnTo>
                    <a:pt x="94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52"/>
            <p:cNvSpPr/>
            <p:nvPr/>
          </p:nvSpPr>
          <p:spPr>
            <a:xfrm>
              <a:off x="5243250" y="3002300"/>
              <a:ext cx="184350" cy="138625"/>
            </a:xfrm>
            <a:custGeom>
              <a:avLst/>
              <a:gdLst/>
              <a:ahLst/>
              <a:cxnLst/>
              <a:rect l="l" t="t" r="r" b="b"/>
              <a:pathLst>
                <a:path w="7374" h="5545" extrusionOk="0">
                  <a:moveTo>
                    <a:pt x="3660" y="0"/>
                  </a:moveTo>
                  <a:cubicBezTo>
                    <a:pt x="3013" y="0"/>
                    <a:pt x="2502" y="671"/>
                    <a:pt x="1841" y="708"/>
                  </a:cubicBezTo>
                  <a:cubicBezTo>
                    <a:pt x="997" y="754"/>
                    <a:pt x="247" y="1798"/>
                    <a:pt x="516" y="2806"/>
                  </a:cubicBezTo>
                  <a:cubicBezTo>
                    <a:pt x="774" y="3814"/>
                    <a:pt x="1" y="3568"/>
                    <a:pt x="587" y="4341"/>
                  </a:cubicBezTo>
                  <a:cubicBezTo>
                    <a:pt x="821" y="4645"/>
                    <a:pt x="1059" y="4747"/>
                    <a:pt x="1273" y="4747"/>
                  </a:cubicBezTo>
                  <a:cubicBezTo>
                    <a:pt x="1713" y="4747"/>
                    <a:pt x="2052" y="4318"/>
                    <a:pt x="2052" y="4318"/>
                  </a:cubicBezTo>
                  <a:cubicBezTo>
                    <a:pt x="2322" y="5229"/>
                    <a:pt x="2735" y="5545"/>
                    <a:pt x="3229" y="5545"/>
                  </a:cubicBezTo>
                  <a:cubicBezTo>
                    <a:pt x="3980" y="5545"/>
                    <a:pt x="4916" y="4815"/>
                    <a:pt x="5814" y="4341"/>
                  </a:cubicBezTo>
                  <a:cubicBezTo>
                    <a:pt x="7373" y="3521"/>
                    <a:pt x="6131" y="3450"/>
                    <a:pt x="6518" y="2020"/>
                  </a:cubicBezTo>
                  <a:cubicBezTo>
                    <a:pt x="6916" y="590"/>
                    <a:pt x="5170" y="778"/>
                    <a:pt x="4232" y="180"/>
                  </a:cubicBezTo>
                  <a:cubicBezTo>
                    <a:pt x="4027" y="51"/>
                    <a:pt x="3838" y="0"/>
                    <a:pt x="3660" y="0"/>
                  </a:cubicBezTo>
                  <a:close/>
                </a:path>
              </a:pathLst>
            </a:custGeom>
            <a:solidFill>
              <a:srgbClr val="FF55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52"/>
            <p:cNvSpPr/>
            <p:nvPr/>
          </p:nvSpPr>
          <p:spPr>
            <a:xfrm>
              <a:off x="5278700" y="3026325"/>
              <a:ext cx="119300" cy="143150"/>
            </a:xfrm>
            <a:custGeom>
              <a:avLst/>
              <a:gdLst/>
              <a:ahLst/>
              <a:cxnLst/>
              <a:rect l="l" t="t" r="r" b="b"/>
              <a:pathLst>
                <a:path w="4772" h="5726" extrusionOk="0">
                  <a:moveTo>
                    <a:pt x="2461" y="0"/>
                  </a:moveTo>
                  <a:cubicBezTo>
                    <a:pt x="2332" y="0"/>
                    <a:pt x="2195" y="16"/>
                    <a:pt x="2052" y="51"/>
                  </a:cubicBezTo>
                  <a:cubicBezTo>
                    <a:pt x="458" y="450"/>
                    <a:pt x="1" y="2747"/>
                    <a:pt x="423" y="4142"/>
                  </a:cubicBezTo>
                  <a:cubicBezTo>
                    <a:pt x="657" y="4916"/>
                    <a:pt x="1278" y="5572"/>
                    <a:pt x="2064" y="5701"/>
                  </a:cubicBezTo>
                  <a:cubicBezTo>
                    <a:pt x="2168" y="5718"/>
                    <a:pt x="2269" y="5726"/>
                    <a:pt x="2369" y="5726"/>
                  </a:cubicBezTo>
                  <a:cubicBezTo>
                    <a:pt x="3385" y="5726"/>
                    <a:pt x="4182" y="4890"/>
                    <a:pt x="4502" y="3908"/>
                  </a:cubicBezTo>
                  <a:cubicBezTo>
                    <a:pt x="4772" y="3111"/>
                    <a:pt x="4772" y="2208"/>
                    <a:pt x="4420" y="1446"/>
                  </a:cubicBezTo>
                  <a:cubicBezTo>
                    <a:pt x="4080" y="696"/>
                    <a:pt x="3388" y="63"/>
                    <a:pt x="2580" y="4"/>
                  </a:cubicBezTo>
                  <a:cubicBezTo>
                    <a:pt x="2541" y="2"/>
                    <a:pt x="2501" y="0"/>
                    <a:pt x="2461" y="0"/>
                  </a:cubicBezTo>
                  <a:close/>
                </a:path>
              </a:pathLst>
            </a:custGeom>
            <a:solidFill>
              <a:srgbClr val="FCA2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52"/>
            <p:cNvSpPr/>
            <p:nvPr/>
          </p:nvSpPr>
          <p:spPr>
            <a:xfrm>
              <a:off x="5262000" y="3068725"/>
              <a:ext cx="31100" cy="42375"/>
            </a:xfrm>
            <a:custGeom>
              <a:avLst/>
              <a:gdLst/>
              <a:ahLst/>
              <a:cxnLst/>
              <a:rect l="l" t="t" r="r" b="b"/>
              <a:pathLst>
                <a:path w="1244" h="1695" extrusionOk="0">
                  <a:moveTo>
                    <a:pt x="715" y="1"/>
                  </a:moveTo>
                  <a:cubicBezTo>
                    <a:pt x="688" y="1"/>
                    <a:pt x="660" y="3"/>
                    <a:pt x="634" y="8"/>
                  </a:cubicBezTo>
                  <a:cubicBezTo>
                    <a:pt x="376" y="43"/>
                    <a:pt x="165" y="278"/>
                    <a:pt x="83" y="547"/>
                  </a:cubicBezTo>
                  <a:cubicBezTo>
                    <a:pt x="1" y="852"/>
                    <a:pt x="59" y="1192"/>
                    <a:pt x="259" y="1415"/>
                  </a:cubicBezTo>
                  <a:cubicBezTo>
                    <a:pt x="407" y="1591"/>
                    <a:pt x="659" y="1694"/>
                    <a:pt x="903" y="1694"/>
                  </a:cubicBezTo>
                  <a:cubicBezTo>
                    <a:pt x="967" y="1694"/>
                    <a:pt x="1030" y="1687"/>
                    <a:pt x="1091" y="1673"/>
                  </a:cubicBezTo>
                  <a:lnTo>
                    <a:pt x="1243" y="418"/>
                  </a:lnTo>
                  <a:cubicBezTo>
                    <a:pt x="1212" y="177"/>
                    <a:pt x="954" y="1"/>
                    <a:pt x="715" y="1"/>
                  </a:cubicBezTo>
                  <a:close/>
                </a:path>
              </a:pathLst>
            </a:custGeom>
            <a:solidFill>
              <a:srgbClr val="FCA2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52"/>
            <p:cNvSpPr/>
            <p:nvPr/>
          </p:nvSpPr>
          <p:spPr>
            <a:xfrm>
              <a:off x="5239150" y="3090900"/>
              <a:ext cx="106100" cy="138025"/>
            </a:xfrm>
            <a:custGeom>
              <a:avLst/>
              <a:gdLst/>
              <a:ahLst/>
              <a:cxnLst/>
              <a:rect l="l" t="t" r="r" b="b"/>
              <a:pathLst>
                <a:path w="4244" h="5521" extrusionOk="0">
                  <a:moveTo>
                    <a:pt x="2099" y="0"/>
                  </a:moveTo>
                  <a:lnTo>
                    <a:pt x="329" y="3505"/>
                  </a:lnTo>
                  <a:cubicBezTo>
                    <a:pt x="0" y="4150"/>
                    <a:pt x="223" y="4947"/>
                    <a:pt x="833" y="5322"/>
                  </a:cubicBezTo>
                  <a:cubicBezTo>
                    <a:pt x="1059" y="5457"/>
                    <a:pt x="1305" y="5520"/>
                    <a:pt x="1545" y="5520"/>
                  </a:cubicBezTo>
                  <a:cubicBezTo>
                    <a:pt x="2078" y="5520"/>
                    <a:pt x="2588" y="5210"/>
                    <a:pt x="2814" y="4677"/>
                  </a:cubicBezTo>
                  <a:lnTo>
                    <a:pt x="4244" y="1301"/>
                  </a:lnTo>
                  <a:lnTo>
                    <a:pt x="2099" y="0"/>
                  </a:lnTo>
                  <a:close/>
                </a:path>
              </a:pathLst>
            </a:custGeom>
            <a:solidFill>
              <a:srgbClr val="FCA2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52"/>
            <p:cNvSpPr/>
            <p:nvPr/>
          </p:nvSpPr>
          <p:spPr>
            <a:xfrm>
              <a:off x="5288675" y="3129875"/>
              <a:ext cx="37825" cy="50425"/>
            </a:xfrm>
            <a:custGeom>
              <a:avLst/>
              <a:gdLst/>
              <a:ahLst/>
              <a:cxnLst/>
              <a:rect l="l" t="t" r="r" b="b"/>
              <a:pathLst>
                <a:path w="1513" h="2017" extrusionOk="0">
                  <a:moveTo>
                    <a:pt x="24" y="0"/>
                  </a:moveTo>
                  <a:cubicBezTo>
                    <a:pt x="24" y="1"/>
                    <a:pt x="1" y="1172"/>
                    <a:pt x="1290" y="2016"/>
                  </a:cubicBezTo>
                  <a:lnTo>
                    <a:pt x="1512" y="1524"/>
                  </a:lnTo>
                  <a:cubicBezTo>
                    <a:pt x="1512" y="1524"/>
                    <a:pt x="411" y="1278"/>
                    <a:pt x="24" y="0"/>
                  </a:cubicBezTo>
                  <a:close/>
                </a:path>
              </a:pathLst>
            </a:custGeom>
            <a:solidFill>
              <a:srgbClr val="1110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52"/>
            <p:cNvSpPr/>
            <p:nvPr/>
          </p:nvSpPr>
          <p:spPr>
            <a:xfrm>
              <a:off x="5335500" y="3104275"/>
              <a:ext cx="8450" cy="6650"/>
            </a:xfrm>
            <a:custGeom>
              <a:avLst/>
              <a:gdLst/>
              <a:ahLst/>
              <a:cxnLst/>
              <a:rect l="l" t="t" r="r" b="b"/>
              <a:pathLst>
                <a:path w="338" h="266" extrusionOk="0">
                  <a:moveTo>
                    <a:pt x="179" y="1"/>
                  </a:moveTo>
                  <a:cubicBezTo>
                    <a:pt x="91" y="1"/>
                    <a:pt x="1" y="76"/>
                    <a:pt x="38" y="180"/>
                  </a:cubicBezTo>
                  <a:cubicBezTo>
                    <a:pt x="60" y="241"/>
                    <a:pt x="109" y="266"/>
                    <a:pt x="159" y="266"/>
                  </a:cubicBezTo>
                  <a:cubicBezTo>
                    <a:pt x="182" y="266"/>
                    <a:pt x="205" y="261"/>
                    <a:pt x="225" y="251"/>
                  </a:cubicBezTo>
                  <a:lnTo>
                    <a:pt x="225" y="251"/>
                  </a:lnTo>
                  <a:cubicBezTo>
                    <a:pt x="289" y="234"/>
                    <a:pt x="337" y="175"/>
                    <a:pt x="308" y="86"/>
                  </a:cubicBezTo>
                  <a:cubicBezTo>
                    <a:pt x="282" y="26"/>
                    <a:pt x="231" y="1"/>
                    <a:pt x="179" y="1"/>
                  </a:cubicBezTo>
                  <a:close/>
                </a:path>
              </a:pathLst>
            </a:custGeom>
            <a:solidFill>
              <a:srgbClr val="222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52"/>
            <p:cNvSpPr/>
            <p:nvPr/>
          </p:nvSpPr>
          <p:spPr>
            <a:xfrm>
              <a:off x="5329075" y="3088450"/>
              <a:ext cx="27200" cy="12725"/>
            </a:xfrm>
            <a:custGeom>
              <a:avLst/>
              <a:gdLst/>
              <a:ahLst/>
              <a:cxnLst/>
              <a:rect l="l" t="t" r="r" b="b"/>
              <a:pathLst>
                <a:path w="1088" h="509" extrusionOk="0">
                  <a:moveTo>
                    <a:pt x="136" y="0"/>
                  </a:moveTo>
                  <a:cubicBezTo>
                    <a:pt x="31" y="0"/>
                    <a:pt x="1" y="170"/>
                    <a:pt x="119" y="192"/>
                  </a:cubicBezTo>
                  <a:cubicBezTo>
                    <a:pt x="389" y="262"/>
                    <a:pt x="647" y="368"/>
                    <a:pt x="893" y="497"/>
                  </a:cubicBezTo>
                  <a:cubicBezTo>
                    <a:pt x="909" y="505"/>
                    <a:pt x="925" y="509"/>
                    <a:pt x="940" y="509"/>
                  </a:cubicBezTo>
                  <a:cubicBezTo>
                    <a:pt x="1032" y="509"/>
                    <a:pt x="1087" y="371"/>
                    <a:pt x="987" y="321"/>
                  </a:cubicBezTo>
                  <a:cubicBezTo>
                    <a:pt x="729" y="180"/>
                    <a:pt x="447" y="75"/>
                    <a:pt x="166" y="4"/>
                  </a:cubicBezTo>
                  <a:cubicBezTo>
                    <a:pt x="156" y="2"/>
                    <a:pt x="146" y="0"/>
                    <a:pt x="136" y="0"/>
                  </a:cubicBezTo>
                  <a:close/>
                </a:path>
              </a:pathLst>
            </a:custGeom>
            <a:solidFill>
              <a:srgbClr val="FF55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52"/>
            <p:cNvSpPr/>
            <p:nvPr/>
          </p:nvSpPr>
          <p:spPr>
            <a:xfrm>
              <a:off x="5378500" y="3114150"/>
              <a:ext cx="8150" cy="6600"/>
            </a:xfrm>
            <a:custGeom>
              <a:avLst/>
              <a:gdLst/>
              <a:ahLst/>
              <a:cxnLst/>
              <a:rect l="l" t="t" r="r" b="b"/>
              <a:pathLst>
                <a:path w="326" h="264" extrusionOk="0">
                  <a:moveTo>
                    <a:pt x="168" y="1"/>
                  </a:moveTo>
                  <a:cubicBezTo>
                    <a:pt x="83" y="1"/>
                    <a:pt x="0" y="71"/>
                    <a:pt x="29" y="172"/>
                  </a:cubicBezTo>
                  <a:cubicBezTo>
                    <a:pt x="51" y="237"/>
                    <a:pt x="101" y="264"/>
                    <a:pt x="152" y="264"/>
                  </a:cubicBezTo>
                  <a:cubicBezTo>
                    <a:pt x="181" y="264"/>
                    <a:pt x="210" y="255"/>
                    <a:pt x="233" y="239"/>
                  </a:cubicBezTo>
                  <a:lnTo>
                    <a:pt x="233" y="239"/>
                  </a:lnTo>
                  <a:cubicBezTo>
                    <a:pt x="288" y="219"/>
                    <a:pt x="326" y="166"/>
                    <a:pt x="299" y="90"/>
                  </a:cubicBezTo>
                  <a:cubicBezTo>
                    <a:pt x="272" y="27"/>
                    <a:pt x="220" y="1"/>
                    <a:pt x="168" y="1"/>
                  </a:cubicBezTo>
                  <a:close/>
                </a:path>
              </a:pathLst>
            </a:custGeom>
            <a:solidFill>
              <a:srgbClr val="222A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52"/>
            <p:cNvSpPr/>
            <p:nvPr/>
          </p:nvSpPr>
          <p:spPr>
            <a:xfrm>
              <a:off x="5358425" y="3117850"/>
              <a:ext cx="9975" cy="12925"/>
            </a:xfrm>
            <a:custGeom>
              <a:avLst/>
              <a:gdLst/>
              <a:ahLst/>
              <a:cxnLst/>
              <a:rect l="l" t="t" r="r" b="b"/>
              <a:pathLst>
                <a:path w="399" h="517" extrusionOk="0">
                  <a:moveTo>
                    <a:pt x="176" y="1"/>
                  </a:moveTo>
                  <a:cubicBezTo>
                    <a:pt x="164" y="71"/>
                    <a:pt x="164" y="141"/>
                    <a:pt x="164" y="212"/>
                  </a:cubicBezTo>
                  <a:cubicBezTo>
                    <a:pt x="172" y="266"/>
                    <a:pt x="180" y="316"/>
                    <a:pt x="198" y="363"/>
                  </a:cubicBezTo>
                  <a:lnTo>
                    <a:pt x="198" y="363"/>
                  </a:lnTo>
                  <a:lnTo>
                    <a:pt x="12" y="469"/>
                  </a:lnTo>
                  <a:cubicBezTo>
                    <a:pt x="0" y="481"/>
                    <a:pt x="0" y="493"/>
                    <a:pt x="0" y="505"/>
                  </a:cubicBezTo>
                  <a:cubicBezTo>
                    <a:pt x="0" y="516"/>
                    <a:pt x="12" y="516"/>
                    <a:pt x="24" y="516"/>
                  </a:cubicBezTo>
                  <a:lnTo>
                    <a:pt x="305" y="458"/>
                  </a:lnTo>
                  <a:lnTo>
                    <a:pt x="317" y="458"/>
                  </a:lnTo>
                  <a:lnTo>
                    <a:pt x="399" y="387"/>
                  </a:lnTo>
                  <a:lnTo>
                    <a:pt x="340" y="341"/>
                  </a:lnTo>
                  <a:cubicBezTo>
                    <a:pt x="293" y="317"/>
                    <a:pt x="258" y="258"/>
                    <a:pt x="235" y="200"/>
                  </a:cubicBezTo>
                  <a:cubicBezTo>
                    <a:pt x="199" y="141"/>
                    <a:pt x="188" y="71"/>
                    <a:pt x="176" y="1"/>
                  </a:cubicBezTo>
                  <a:close/>
                </a:path>
              </a:pathLst>
            </a:custGeom>
            <a:solidFill>
              <a:srgbClr val="EA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52"/>
            <p:cNvSpPr/>
            <p:nvPr/>
          </p:nvSpPr>
          <p:spPr>
            <a:xfrm>
              <a:off x="5342875" y="3125475"/>
              <a:ext cx="18500" cy="17900"/>
            </a:xfrm>
            <a:custGeom>
              <a:avLst/>
              <a:gdLst/>
              <a:ahLst/>
              <a:cxnLst/>
              <a:rect l="l" t="t" r="r" b="b"/>
              <a:pathLst>
                <a:path w="740" h="716" extrusionOk="0">
                  <a:moveTo>
                    <a:pt x="13" y="0"/>
                  </a:moveTo>
                  <a:cubicBezTo>
                    <a:pt x="1" y="47"/>
                    <a:pt x="1" y="94"/>
                    <a:pt x="1" y="153"/>
                  </a:cubicBezTo>
                  <a:cubicBezTo>
                    <a:pt x="1" y="200"/>
                    <a:pt x="13" y="247"/>
                    <a:pt x="13" y="293"/>
                  </a:cubicBezTo>
                  <a:cubicBezTo>
                    <a:pt x="36" y="399"/>
                    <a:pt x="71" y="493"/>
                    <a:pt x="153" y="575"/>
                  </a:cubicBezTo>
                  <a:cubicBezTo>
                    <a:pt x="235" y="657"/>
                    <a:pt x="341" y="704"/>
                    <a:pt x="446" y="715"/>
                  </a:cubicBezTo>
                  <a:cubicBezTo>
                    <a:pt x="552" y="715"/>
                    <a:pt x="657" y="680"/>
                    <a:pt x="739" y="622"/>
                  </a:cubicBezTo>
                  <a:lnTo>
                    <a:pt x="739" y="622"/>
                  </a:lnTo>
                  <a:cubicBezTo>
                    <a:pt x="702" y="626"/>
                    <a:pt x="665" y="628"/>
                    <a:pt x="629" y="628"/>
                  </a:cubicBezTo>
                  <a:cubicBezTo>
                    <a:pt x="476" y="628"/>
                    <a:pt x="344" y="585"/>
                    <a:pt x="259" y="481"/>
                  </a:cubicBezTo>
                  <a:cubicBezTo>
                    <a:pt x="188" y="422"/>
                    <a:pt x="153" y="340"/>
                    <a:pt x="118" y="270"/>
                  </a:cubicBezTo>
                  <a:lnTo>
                    <a:pt x="13" y="0"/>
                  </a:lnTo>
                  <a:close/>
                </a:path>
              </a:pathLst>
            </a:custGeom>
            <a:solidFill>
              <a:srgbClr val="EA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52"/>
            <p:cNvSpPr/>
            <p:nvPr/>
          </p:nvSpPr>
          <p:spPr>
            <a:xfrm>
              <a:off x="5371625" y="3101425"/>
              <a:ext cx="24975" cy="8075"/>
            </a:xfrm>
            <a:custGeom>
              <a:avLst/>
              <a:gdLst/>
              <a:ahLst/>
              <a:cxnLst/>
              <a:rect l="l" t="t" r="r" b="b"/>
              <a:pathLst>
                <a:path w="999" h="323" extrusionOk="0">
                  <a:moveTo>
                    <a:pt x="107" y="1"/>
                  </a:moveTo>
                  <a:cubicBezTo>
                    <a:pt x="0" y="1"/>
                    <a:pt x="15" y="189"/>
                    <a:pt x="129" y="200"/>
                  </a:cubicBezTo>
                  <a:cubicBezTo>
                    <a:pt x="375" y="212"/>
                    <a:pt x="621" y="247"/>
                    <a:pt x="855" y="318"/>
                  </a:cubicBezTo>
                  <a:cubicBezTo>
                    <a:pt x="865" y="321"/>
                    <a:pt x="875" y="322"/>
                    <a:pt x="883" y="322"/>
                  </a:cubicBezTo>
                  <a:cubicBezTo>
                    <a:pt x="977" y="322"/>
                    <a:pt x="999" y="162"/>
                    <a:pt x="902" y="130"/>
                  </a:cubicBezTo>
                  <a:cubicBezTo>
                    <a:pt x="644" y="60"/>
                    <a:pt x="375" y="13"/>
                    <a:pt x="117" y="1"/>
                  </a:cubicBezTo>
                  <a:cubicBezTo>
                    <a:pt x="113" y="1"/>
                    <a:pt x="110" y="1"/>
                    <a:pt x="107" y="1"/>
                  </a:cubicBezTo>
                  <a:close/>
                </a:path>
              </a:pathLst>
            </a:custGeom>
            <a:solidFill>
              <a:srgbClr val="FF55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52"/>
            <p:cNvSpPr/>
            <p:nvPr/>
          </p:nvSpPr>
          <p:spPr>
            <a:xfrm>
              <a:off x="5276075" y="3082975"/>
              <a:ext cx="7650" cy="11450"/>
            </a:xfrm>
            <a:custGeom>
              <a:avLst/>
              <a:gdLst/>
              <a:ahLst/>
              <a:cxnLst/>
              <a:rect l="l" t="t" r="r" b="b"/>
              <a:pathLst>
                <a:path w="306" h="458" fill="none" extrusionOk="0">
                  <a:moveTo>
                    <a:pt x="235" y="458"/>
                  </a:moveTo>
                  <a:cubicBezTo>
                    <a:pt x="82" y="388"/>
                    <a:pt x="0" y="247"/>
                    <a:pt x="59" y="130"/>
                  </a:cubicBezTo>
                  <a:cubicBezTo>
                    <a:pt x="94" y="48"/>
                    <a:pt x="188" y="1"/>
                    <a:pt x="305" y="12"/>
                  </a:cubicBezTo>
                </a:path>
              </a:pathLst>
            </a:custGeom>
            <a:noFill/>
            <a:ln w="2925" cap="rnd" cmpd="sng">
              <a:solidFill>
                <a:srgbClr val="EA7D7A"/>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52"/>
            <p:cNvSpPr/>
            <p:nvPr/>
          </p:nvSpPr>
          <p:spPr>
            <a:xfrm>
              <a:off x="5258775" y="3016850"/>
              <a:ext cx="151400" cy="74650"/>
            </a:xfrm>
            <a:custGeom>
              <a:avLst/>
              <a:gdLst/>
              <a:ahLst/>
              <a:cxnLst/>
              <a:rect l="l" t="t" r="r" b="b"/>
              <a:pathLst>
                <a:path w="6056" h="2986" extrusionOk="0">
                  <a:moveTo>
                    <a:pt x="3292" y="0"/>
                  </a:moveTo>
                  <a:cubicBezTo>
                    <a:pt x="3210" y="0"/>
                    <a:pt x="3125" y="3"/>
                    <a:pt x="3037" y="8"/>
                  </a:cubicBezTo>
                  <a:cubicBezTo>
                    <a:pt x="1" y="196"/>
                    <a:pt x="1138" y="1825"/>
                    <a:pt x="1138" y="1825"/>
                  </a:cubicBezTo>
                  <a:cubicBezTo>
                    <a:pt x="1138" y="1825"/>
                    <a:pt x="1302" y="2751"/>
                    <a:pt x="1548" y="2833"/>
                  </a:cubicBezTo>
                  <a:cubicBezTo>
                    <a:pt x="1573" y="2843"/>
                    <a:pt x="1602" y="2848"/>
                    <a:pt x="1633" y="2848"/>
                  </a:cubicBezTo>
                  <a:cubicBezTo>
                    <a:pt x="1891" y="2848"/>
                    <a:pt x="2312" y="2512"/>
                    <a:pt x="2333" y="1989"/>
                  </a:cubicBezTo>
                  <a:cubicBezTo>
                    <a:pt x="2340" y="1654"/>
                    <a:pt x="2662" y="1406"/>
                    <a:pt x="3031" y="1406"/>
                  </a:cubicBezTo>
                  <a:cubicBezTo>
                    <a:pt x="3306" y="1406"/>
                    <a:pt x="3607" y="1544"/>
                    <a:pt x="3822" y="1884"/>
                  </a:cubicBezTo>
                  <a:cubicBezTo>
                    <a:pt x="4062" y="2263"/>
                    <a:pt x="4264" y="2361"/>
                    <a:pt x="4456" y="2361"/>
                  </a:cubicBezTo>
                  <a:cubicBezTo>
                    <a:pt x="4662" y="2361"/>
                    <a:pt x="4857" y="2247"/>
                    <a:pt x="5071" y="2247"/>
                  </a:cubicBezTo>
                  <a:cubicBezTo>
                    <a:pt x="5077" y="2247"/>
                    <a:pt x="5082" y="2247"/>
                    <a:pt x="5088" y="2247"/>
                  </a:cubicBezTo>
                  <a:cubicBezTo>
                    <a:pt x="5472" y="2247"/>
                    <a:pt x="5176" y="2985"/>
                    <a:pt x="5624" y="2985"/>
                  </a:cubicBezTo>
                  <a:cubicBezTo>
                    <a:pt x="5668" y="2985"/>
                    <a:pt x="5720" y="2978"/>
                    <a:pt x="5780" y="2962"/>
                  </a:cubicBezTo>
                  <a:cubicBezTo>
                    <a:pt x="5780" y="2962"/>
                    <a:pt x="6056" y="0"/>
                    <a:pt x="3292" y="0"/>
                  </a:cubicBezTo>
                  <a:close/>
                </a:path>
              </a:pathLst>
            </a:custGeom>
            <a:solidFill>
              <a:srgbClr val="FF55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52"/>
            <p:cNvSpPr/>
            <p:nvPr/>
          </p:nvSpPr>
          <p:spPr>
            <a:xfrm>
              <a:off x="5065375" y="3154775"/>
              <a:ext cx="275200" cy="329950"/>
            </a:xfrm>
            <a:custGeom>
              <a:avLst/>
              <a:gdLst/>
              <a:ahLst/>
              <a:cxnLst/>
              <a:rect l="l" t="t" r="r" b="b"/>
              <a:pathLst>
                <a:path w="11008" h="13198" extrusionOk="0">
                  <a:moveTo>
                    <a:pt x="7514" y="1"/>
                  </a:moveTo>
                  <a:cubicBezTo>
                    <a:pt x="7514" y="1"/>
                    <a:pt x="5017" y="1384"/>
                    <a:pt x="3247" y="4795"/>
                  </a:cubicBezTo>
                  <a:cubicBezTo>
                    <a:pt x="3247" y="4795"/>
                    <a:pt x="0" y="10374"/>
                    <a:pt x="1653" y="13000"/>
                  </a:cubicBezTo>
                  <a:cubicBezTo>
                    <a:pt x="1743" y="13143"/>
                    <a:pt x="2327" y="13197"/>
                    <a:pt x="3036" y="13197"/>
                  </a:cubicBezTo>
                  <a:cubicBezTo>
                    <a:pt x="4182" y="13197"/>
                    <a:pt x="5653" y="13055"/>
                    <a:pt x="5885" y="12918"/>
                  </a:cubicBezTo>
                  <a:cubicBezTo>
                    <a:pt x="6975" y="12308"/>
                    <a:pt x="8253" y="11148"/>
                    <a:pt x="8968" y="7561"/>
                  </a:cubicBezTo>
                  <a:cubicBezTo>
                    <a:pt x="9319" y="5756"/>
                    <a:pt x="9870" y="4560"/>
                    <a:pt x="10491" y="3611"/>
                  </a:cubicBezTo>
                  <a:cubicBezTo>
                    <a:pt x="11007" y="2825"/>
                    <a:pt x="10222" y="1020"/>
                    <a:pt x="10222" y="1020"/>
                  </a:cubicBezTo>
                  <a:lnTo>
                    <a:pt x="75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52"/>
            <p:cNvSpPr/>
            <p:nvPr/>
          </p:nvSpPr>
          <p:spPr>
            <a:xfrm>
              <a:off x="5305375" y="3188175"/>
              <a:ext cx="16150" cy="83250"/>
            </a:xfrm>
            <a:custGeom>
              <a:avLst/>
              <a:gdLst/>
              <a:ahLst/>
              <a:cxnLst/>
              <a:rect l="l" t="t" r="r" b="b"/>
              <a:pathLst>
                <a:path w="646" h="3330" fill="none" extrusionOk="0">
                  <a:moveTo>
                    <a:pt x="645" y="1"/>
                  </a:moveTo>
                  <a:lnTo>
                    <a:pt x="1" y="3330"/>
                  </a:lnTo>
                </a:path>
              </a:pathLst>
            </a:custGeom>
            <a:noFill/>
            <a:ln w="4700" cap="rnd" cmpd="sng">
              <a:solidFill>
                <a:srgbClr val="EEE9E9"/>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52"/>
            <p:cNvSpPr/>
            <p:nvPr/>
          </p:nvSpPr>
          <p:spPr>
            <a:xfrm>
              <a:off x="5523700" y="3461300"/>
              <a:ext cx="288950" cy="528275"/>
            </a:xfrm>
            <a:custGeom>
              <a:avLst/>
              <a:gdLst/>
              <a:ahLst/>
              <a:cxnLst/>
              <a:rect l="l" t="t" r="r" b="b"/>
              <a:pathLst>
                <a:path w="11558" h="21131" extrusionOk="0">
                  <a:moveTo>
                    <a:pt x="1512" y="0"/>
                  </a:moveTo>
                  <a:lnTo>
                    <a:pt x="1489" y="223"/>
                  </a:lnTo>
                  <a:cubicBezTo>
                    <a:pt x="1600" y="181"/>
                    <a:pt x="1714" y="154"/>
                    <a:pt x="1829" y="140"/>
                  </a:cubicBezTo>
                  <a:lnTo>
                    <a:pt x="1829" y="140"/>
                  </a:lnTo>
                  <a:cubicBezTo>
                    <a:pt x="2072" y="372"/>
                    <a:pt x="2139" y="844"/>
                    <a:pt x="2122" y="1219"/>
                  </a:cubicBezTo>
                  <a:cubicBezTo>
                    <a:pt x="1911" y="5861"/>
                    <a:pt x="1372" y="10491"/>
                    <a:pt x="504" y="15063"/>
                  </a:cubicBezTo>
                  <a:cubicBezTo>
                    <a:pt x="258" y="16375"/>
                    <a:pt x="0" y="17794"/>
                    <a:pt x="574" y="19001"/>
                  </a:cubicBezTo>
                  <a:cubicBezTo>
                    <a:pt x="1102" y="20091"/>
                    <a:pt x="2251" y="20783"/>
                    <a:pt x="3435" y="21017"/>
                  </a:cubicBezTo>
                  <a:cubicBezTo>
                    <a:pt x="3844" y="21097"/>
                    <a:pt x="4256" y="21131"/>
                    <a:pt x="4669" y="21131"/>
                  </a:cubicBezTo>
                  <a:cubicBezTo>
                    <a:pt x="5461" y="21131"/>
                    <a:pt x="6255" y="21007"/>
                    <a:pt x="7033" y="20853"/>
                  </a:cubicBezTo>
                  <a:cubicBezTo>
                    <a:pt x="8393" y="20572"/>
                    <a:pt x="9835" y="20114"/>
                    <a:pt x="10643" y="19001"/>
                  </a:cubicBezTo>
                  <a:cubicBezTo>
                    <a:pt x="11558" y="17735"/>
                    <a:pt x="11405" y="15977"/>
                    <a:pt x="10890" y="14488"/>
                  </a:cubicBezTo>
                  <a:cubicBezTo>
                    <a:pt x="10374" y="13011"/>
                    <a:pt x="9565" y="11628"/>
                    <a:pt x="9248" y="10093"/>
                  </a:cubicBezTo>
                  <a:cubicBezTo>
                    <a:pt x="9084" y="9272"/>
                    <a:pt x="9061" y="8381"/>
                    <a:pt x="8639" y="7643"/>
                  </a:cubicBezTo>
                  <a:cubicBezTo>
                    <a:pt x="8358" y="7150"/>
                    <a:pt x="7912" y="6764"/>
                    <a:pt x="7502" y="6353"/>
                  </a:cubicBezTo>
                  <a:cubicBezTo>
                    <a:pt x="6412" y="5310"/>
                    <a:pt x="5498" y="4091"/>
                    <a:pt x="4783" y="2767"/>
                  </a:cubicBezTo>
                  <a:cubicBezTo>
                    <a:pt x="4419" y="2098"/>
                    <a:pt x="4103" y="1383"/>
                    <a:pt x="3564" y="844"/>
                  </a:cubicBezTo>
                  <a:cubicBezTo>
                    <a:pt x="3154" y="426"/>
                    <a:pt x="2581" y="129"/>
                    <a:pt x="2016" y="129"/>
                  </a:cubicBezTo>
                  <a:cubicBezTo>
                    <a:pt x="1954" y="129"/>
                    <a:pt x="1891" y="132"/>
                    <a:pt x="1829" y="140"/>
                  </a:cubicBezTo>
                  <a:lnTo>
                    <a:pt x="1829" y="140"/>
                  </a:lnTo>
                  <a:cubicBezTo>
                    <a:pt x="1745" y="60"/>
                    <a:pt x="1641" y="9"/>
                    <a:pt x="1512"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52"/>
            <p:cNvSpPr/>
            <p:nvPr/>
          </p:nvSpPr>
          <p:spPr>
            <a:xfrm>
              <a:off x="5535400" y="3387450"/>
              <a:ext cx="252050" cy="301250"/>
            </a:xfrm>
            <a:custGeom>
              <a:avLst/>
              <a:gdLst/>
              <a:ahLst/>
              <a:cxnLst/>
              <a:rect l="l" t="t" r="r" b="b"/>
              <a:pathLst>
                <a:path w="10082" h="12050" extrusionOk="0">
                  <a:moveTo>
                    <a:pt x="1197" y="0"/>
                  </a:moveTo>
                  <a:lnTo>
                    <a:pt x="1185" y="165"/>
                  </a:lnTo>
                  <a:cubicBezTo>
                    <a:pt x="611" y="1290"/>
                    <a:pt x="1" y="2544"/>
                    <a:pt x="282" y="3775"/>
                  </a:cubicBezTo>
                  <a:cubicBezTo>
                    <a:pt x="528" y="4818"/>
                    <a:pt x="1349" y="5627"/>
                    <a:pt x="1783" y="6600"/>
                  </a:cubicBezTo>
                  <a:cubicBezTo>
                    <a:pt x="2111" y="7362"/>
                    <a:pt x="2205" y="8217"/>
                    <a:pt x="2627" y="8944"/>
                  </a:cubicBezTo>
                  <a:cubicBezTo>
                    <a:pt x="3072" y="9718"/>
                    <a:pt x="3834" y="10245"/>
                    <a:pt x="4584" y="10749"/>
                  </a:cubicBezTo>
                  <a:cubicBezTo>
                    <a:pt x="5299" y="11230"/>
                    <a:pt x="6026" y="11722"/>
                    <a:pt x="6870" y="11945"/>
                  </a:cubicBezTo>
                  <a:cubicBezTo>
                    <a:pt x="7126" y="12013"/>
                    <a:pt x="7396" y="12050"/>
                    <a:pt x="7665" y="12050"/>
                  </a:cubicBezTo>
                  <a:cubicBezTo>
                    <a:pt x="8269" y="12050"/>
                    <a:pt x="8870" y="11866"/>
                    <a:pt x="9308" y="11452"/>
                  </a:cubicBezTo>
                  <a:cubicBezTo>
                    <a:pt x="10023" y="10773"/>
                    <a:pt x="10082" y="9612"/>
                    <a:pt x="9730" y="8686"/>
                  </a:cubicBezTo>
                  <a:cubicBezTo>
                    <a:pt x="9367" y="7760"/>
                    <a:pt x="8675" y="7022"/>
                    <a:pt x="7983" y="6307"/>
                  </a:cubicBezTo>
                  <a:cubicBezTo>
                    <a:pt x="5838" y="4080"/>
                    <a:pt x="3646" y="1899"/>
                    <a:pt x="1197" y="0"/>
                  </a:cubicBezTo>
                  <a:close/>
                </a:path>
              </a:pathLst>
            </a:custGeom>
            <a:solidFill>
              <a:srgbClr val="85E9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52"/>
            <p:cNvSpPr/>
            <p:nvPr/>
          </p:nvSpPr>
          <p:spPr>
            <a:xfrm>
              <a:off x="5543325" y="3372200"/>
              <a:ext cx="252050" cy="301125"/>
            </a:xfrm>
            <a:custGeom>
              <a:avLst/>
              <a:gdLst/>
              <a:ahLst/>
              <a:cxnLst/>
              <a:rect l="l" t="t" r="r" b="b"/>
              <a:pathLst>
                <a:path w="10082" h="12045" extrusionOk="0">
                  <a:moveTo>
                    <a:pt x="1196" y="1"/>
                  </a:moveTo>
                  <a:lnTo>
                    <a:pt x="1173" y="165"/>
                  </a:lnTo>
                  <a:cubicBezTo>
                    <a:pt x="598" y="1290"/>
                    <a:pt x="0" y="2533"/>
                    <a:pt x="282" y="3775"/>
                  </a:cubicBezTo>
                  <a:cubicBezTo>
                    <a:pt x="516" y="4818"/>
                    <a:pt x="1337" y="5616"/>
                    <a:pt x="1770" y="6600"/>
                  </a:cubicBezTo>
                  <a:cubicBezTo>
                    <a:pt x="2110" y="7362"/>
                    <a:pt x="2204" y="8218"/>
                    <a:pt x="2614" y="8933"/>
                  </a:cubicBezTo>
                  <a:cubicBezTo>
                    <a:pt x="3060" y="9706"/>
                    <a:pt x="3822" y="10246"/>
                    <a:pt x="4572" y="10738"/>
                  </a:cubicBezTo>
                  <a:cubicBezTo>
                    <a:pt x="5287" y="11230"/>
                    <a:pt x="6025" y="11723"/>
                    <a:pt x="6858" y="11945"/>
                  </a:cubicBezTo>
                  <a:cubicBezTo>
                    <a:pt x="7117" y="12010"/>
                    <a:pt x="7388" y="12045"/>
                    <a:pt x="7658" y="12045"/>
                  </a:cubicBezTo>
                  <a:cubicBezTo>
                    <a:pt x="8266" y="12045"/>
                    <a:pt x="8865" y="11867"/>
                    <a:pt x="9296" y="11453"/>
                  </a:cubicBezTo>
                  <a:cubicBezTo>
                    <a:pt x="10011" y="10761"/>
                    <a:pt x="10081" y="9601"/>
                    <a:pt x="9718" y="8675"/>
                  </a:cubicBezTo>
                  <a:cubicBezTo>
                    <a:pt x="9366" y="7749"/>
                    <a:pt x="8663" y="7010"/>
                    <a:pt x="7971" y="6295"/>
                  </a:cubicBezTo>
                  <a:cubicBezTo>
                    <a:pt x="5826" y="4080"/>
                    <a:pt x="3634" y="1888"/>
                    <a:pt x="11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52"/>
            <p:cNvSpPr/>
            <p:nvPr/>
          </p:nvSpPr>
          <p:spPr>
            <a:xfrm>
              <a:off x="5754325" y="3867750"/>
              <a:ext cx="22575" cy="34000"/>
            </a:xfrm>
            <a:custGeom>
              <a:avLst/>
              <a:gdLst/>
              <a:ahLst/>
              <a:cxnLst/>
              <a:rect l="l" t="t" r="r" b="b"/>
              <a:pathLst>
                <a:path w="903" h="1360" extrusionOk="0">
                  <a:moveTo>
                    <a:pt x="821" y="0"/>
                  </a:moveTo>
                  <a:lnTo>
                    <a:pt x="223" y="59"/>
                  </a:lnTo>
                  <a:lnTo>
                    <a:pt x="0" y="715"/>
                  </a:lnTo>
                  <a:lnTo>
                    <a:pt x="141" y="598"/>
                  </a:lnTo>
                  <a:cubicBezTo>
                    <a:pt x="199" y="657"/>
                    <a:pt x="645" y="1043"/>
                    <a:pt x="621" y="1360"/>
                  </a:cubicBezTo>
                  <a:lnTo>
                    <a:pt x="867" y="668"/>
                  </a:lnTo>
                  <a:cubicBezTo>
                    <a:pt x="891" y="586"/>
                    <a:pt x="903" y="492"/>
                    <a:pt x="867" y="422"/>
                  </a:cubicBezTo>
                  <a:cubicBezTo>
                    <a:pt x="844" y="340"/>
                    <a:pt x="797" y="223"/>
                    <a:pt x="692" y="117"/>
                  </a:cubicBezTo>
                  <a:lnTo>
                    <a:pt x="8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52"/>
            <p:cNvSpPr/>
            <p:nvPr/>
          </p:nvSpPr>
          <p:spPr>
            <a:xfrm>
              <a:off x="5751375" y="3892650"/>
              <a:ext cx="17325" cy="18775"/>
            </a:xfrm>
            <a:custGeom>
              <a:avLst/>
              <a:gdLst/>
              <a:ahLst/>
              <a:cxnLst/>
              <a:rect l="l" t="t" r="r" b="b"/>
              <a:pathLst>
                <a:path w="693" h="751" extrusionOk="0">
                  <a:moveTo>
                    <a:pt x="528" y="0"/>
                  </a:moveTo>
                  <a:lnTo>
                    <a:pt x="1" y="59"/>
                  </a:lnTo>
                  <a:lnTo>
                    <a:pt x="106" y="751"/>
                  </a:lnTo>
                  <a:lnTo>
                    <a:pt x="505" y="669"/>
                  </a:lnTo>
                  <a:cubicBezTo>
                    <a:pt x="575" y="657"/>
                    <a:pt x="646" y="598"/>
                    <a:pt x="657" y="516"/>
                  </a:cubicBezTo>
                  <a:cubicBezTo>
                    <a:pt x="692" y="387"/>
                    <a:pt x="681" y="200"/>
                    <a:pt x="5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52"/>
            <p:cNvSpPr/>
            <p:nvPr/>
          </p:nvSpPr>
          <p:spPr>
            <a:xfrm>
              <a:off x="5718850" y="3849275"/>
              <a:ext cx="29325" cy="25225"/>
            </a:xfrm>
            <a:custGeom>
              <a:avLst/>
              <a:gdLst/>
              <a:ahLst/>
              <a:cxnLst/>
              <a:rect l="l" t="t" r="r" b="b"/>
              <a:pathLst>
                <a:path w="1173" h="1009" extrusionOk="0">
                  <a:moveTo>
                    <a:pt x="1173" y="1"/>
                  </a:moveTo>
                  <a:lnTo>
                    <a:pt x="505" y="83"/>
                  </a:lnTo>
                  <a:cubicBezTo>
                    <a:pt x="434" y="94"/>
                    <a:pt x="364" y="130"/>
                    <a:pt x="305" y="200"/>
                  </a:cubicBezTo>
                  <a:cubicBezTo>
                    <a:pt x="259" y="259"/>
                    <a:pt x="200" y="364"/>
                    <a:pt x="153" y="516"/>
                  </a:cubicBezTo>
                  <a:lnTo>
                    <a:pt x="1" y="434"/>
                  </a:lnTo>
                  <a:lnTo>
                    <a:pt x="329" y="1009"/>
                  </a:lnTo>
                  <a:lnTo>
                    <a:pt x="962" y="903"/>
                  </a:lnTo>
                  <a:lnTo>
                    <a:pt x="798" y="833"/>
                  </a:lnTo>
                  <a:cubicBezTo>
                    <a:pt x="810" y="751"/>
                    <a:pt x="915" y="130"/>
                    <a:pt x="11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52"/>
            <p:cNvSpPr/>
            <p:nvPr/>
          </p:nvSpPr>
          <p:spPr>
            <a:xfrm>
              <a:off x="5743475" y="3849200"/>
              <a:ext cx="19950" cy="21800"/>
            </a:xfrm>
            <a:custGeom>
              <a:avLst/>
              <a:gdLst/>
              <a:ahLst/>
              <a:cxnLst/>
              <a:rect l="l" t="t" r="r" b="b"/>
              <a:pathLst>
                <a:path w="798" h="872" extrusionOk="0">
                  <a:moveTo>
                    <a:pt x="379" y="1"/>
                  </a:moveTo>
                  <a:cubicBezTo>
                    <a:pt x="367" y="1"/>
                    <a:pt x="354" y="2"/>
                    <a:pt x="340" y="4"/>
                  </a:cubicBezTo>
                  <a:cubicBezTo>
                    <a:pt x="235" y="39"/>
                    <a:pt x="94" y="133"/>
                    <a:pt x="0" y="379"/>
                  </a:cubicBezTo>
                  <a:lnTo>
                    <a:pt x="293" y="871"/>
                  </a:lnTo>
                  <a:lnTo>
                    <a:pt x="797" y="437"/>
                  </a:lnTo>
                  <a:lnTo>
                    <a:pt x="540" y="86"/>
                  </a:lnTo>
                  <a:cubicBezTo>
                    <a:pt x="500" y="27"/>
                    <a:pt x="445" y="1"/>
                    <a:pt x="3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52"/>
            <p:cNvSpPr/>
            <p:nvPr/>
          </p:nvSpPr>
          <p:spPr>
            <a:xfrm>
              <a:off x="5715350" y="3889125"/>
              <a:ext cx="30200" cy="29050"/>
            </a:xfrm>
            <a:custGeom>
              <a:avLst/>
              <a:gdLst/>
              <a:ahLst/>
              <a:cxnLst/>
              <a:rect l="l" t="t" r="r" b="b"/>
              <a:pathLst>
                <a:path w="1208" h="1162" extrusionOk="0">
                  <a:moveTo>
                    <a:pt x="821" y="1"/>
                  </a:moveTo>
                  <a:lnTo>
                    <a:pt x="844" y="188"/>
                  </a:lnTo>
                  <a:cubicBezTo>
                    <a:pt x="789" y="212"/>
                    <a:pt x="530" y="311"/>
                    <a:pt x="295" y="311"/>
                  </a:cubicBezTo>
                  <a:cubicBezTo>
                    <a:pt x="183" y="311"/>
                    <a:pt x="76" y="288"/>
                    <a:pt x="0" y="223"/>
                  </a:cubicBezTo>
                  <a:lnTo>
                    <a:pt x="0" y="223"/>
                  </a:lnTo>
                  <a:lnTo>
                    <a:pt x="399" y="833"/>
                  </a:lnTo>
                  <a:cubicBezTo>
                    <a:pt x="434" y="903"/>
                    <a:pt x="504" y="950"/>
                    <a:pt x="574" y="974"/>
                  </a:cubicBezTo>
                  <a:cubicBezTo>
                    <a:pt x="619" y="987"/>
                    <a:pt x="672" y="996"/>
                    <a:pt x="733" y="996"/>
                  </a:cubicBezTo>
                  <a:cubicBezTo>
                    <a:pt x="783" y="996"/>
                    <a:pt x="839" y="990"/>
                    <a:pt x="903" y="974"/>
                  </a:cubicBezTo>
                  <a:lnTo>
                    <a:pt x="926" y="1161"/>
                  </a:lnTo>
                  <a:lnTo>
                    <a:pt x="1207" y="563"/>
                  </a:lnTo>
                  <a:lnTo>
                    <a:pt x="8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52"/>
            <p:cNvSpPr/>
            <p:nvPr/>
          </p:nvSpPr>
          <p:spPr>
            <a:xfrm>
              <a:off x="5712125" y="3875075"/>
              <a:ext cx="19075" cy="19950"/>
            </a:xfrm>
            <a:custGeom>
              <a:avLst/>
              <a:gdLst/>
              <a:ahLst/>
              <a:cxnLst/>
              <a:rect l="l" t="t" r="r" b="b"/>
              <a:pathLst>
                <a:path w="763" h="798" extrusionOk="0">
                  <a:moveTo>
                    <a:pt x="176" y="0"/>
                  </a:moveTo>
                  <a:lnTo>
                    <a:pt x="24" y="410"/>
                  </a:lnTo>
                  <a:cubicBezTo>
                    <a:pt x="0" y="481"/>
                    <a:pt x="12" y="574"/>
                    <a:pt x="59" y="645"/>
                  </a:cubicBezTo>
                  <a:cubicBezTo>
                    <a:pt x="126" y="721"/>
                    <a:pt x="232" y="798"/>
                    <a:pt x="396" y="798"/>
                  </a:cubicBezTo>
                  <a:cubicBezTo>
                    <a:pt x="433" y="798"/>
                    <a:pt x="473" y="794"/>
                    <a:pt x="516" y="785"/>
                  </a:cubicBezTo>
                  <a:lnTo>
                    <a:pt x="762" y="270"/>
                  </a:lnTo>
                  <a:lnTo>
                    <a:pt x="1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52"/>
            <p:cNvSpPr/>
            <p:nvPr/>
          </p:nvSpPr>
          <p:spPr>
            <a:xfrm>
              <a:off x="5501725" y="3433175"/>
              <a:ext cx="126725" cy="84750"/>
            </a:xfrm>
            <a:custGeom>
              <a:avLst/>
              <a:gdLst/>
              <a:ahLst/>
              <a:cxnLst/>
              <a:rect l="l" t="t" r="r" b="b"/>
              <a:pathLst>
                <a:path w="5069" h="3390" extrusionOk="0">
                  <a:moveTo>
                    <a:pt x="2462" y="0"/>
                  </a:moveTo>
                  <a:cubicBezTo>
                    <a:pt x="2204" y="656"/>
                    <a:pt x="797" y="1278"/>
                    <a:pt x="797" y="1278"/>
                  </a:cubicBezTo>
                  <a:lnTo>
                    <a:pt x="70" y="1395"/>
                  </a:lnTo>
                  <a:cubicBezTo>
                    <a:pt x="0" y="1407"/>
                    <a:pt x="715" y="3177"/>
                    <a:pt x="715" y="3177"/>
                  </a:cubicBezTo>
                  <a:cubicBezTo>
                    <a:pt x="715" y="3177"/>
                    <a:pt x="1729" y="3110"/>
                    <a:pt x="2435" y="3110"/>
                  </a:cubicBezTo>
                  <a:cubicBezTo>
                    <a:pt x="2758" y="3110"/>
                    <a:pt x="3016" y="3124"/>
                    <a:pt x="3083" y="3165"/>
                  </a:cubicBezTo>
                  <a:cubicBezTo>
                    <a:pt x="3340" y="3322"/>
                    <a:pt x="3580" y="3390"/>
                    <a:pt x="3789" y="3390"/>
                  </a:cubicBezTo>
                  <a:cubicBezTo>
                    <a:pt x="4733" y="3390"/>
                    <a:pt x="5068" y="2022"/>
                    <a:pt x="3716" y="1360"/>
                  </a:cubicBezTo>
                  <a:cubicBezTo>
                    <a:pt x="3316" y="1168"/>
                    <a:pt x="2966" y="1117"/>
                    <a:pt x="2705" y="1117"/>
                  </a:cubicBezTo>
                  <a:cubicBezTo>
                    <a:pt x="2407" y="1117"/>
                    <a:pt x="2227" y="1184"/>
                    <a:pt x="2227" y="1184"/>
                  </a:cubicBezTo>
                  <a:cubicBezTo>
                    <a:pt x="2227" y="1184"/>
                    <a:pt x="2684" y="821"/>
                    <a:pt x="2696" y="270"/>
                  </a:cubicBezTo>
                  <a:cubicBezTo>
                    <a:pt x="2708" y="129"/>
                    <a:pt x="2555" y="12"/>
                    <a:pt x="2462" y="0"/>
                  </a:cubicBezTo>
                  <a:close/>
                </a:path>
              </a:pathLst>
            </a:custGeom>
            <a:solidFill>
              <a:srgbClr val="FCA2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52"/>
            <p:cNvSpPr/>
            <p:nvPr/>
          </p:nvSpPr>
          <p:spPr>
            <a:xfrm>
              <a:off x="5235925" y="3264650"/>
              <a:ext cx="313000" cy="253800"/>
            </a:xfrm>
            <a:custGeom>
              <a:avLst/>
              <a:gdLst/>
              <a:ahLst/>
              <a:cxnLst/>
              <a:rect l="l" t="t" r="r" b="b"/>
              <a:pathLst>
                <a:path w="12520" h="10152" extrusionOk="0">
                  <a:moveTo>
                    <a:pt x="661" y="1"/>
                  </a:moveTo>
                  <a:cubicBezTo>
                    <a:pt x="652" y="1"/>
                    <a:pt x="643" y="1"/>
                    <a:pt x="633" y="1"/>
                  </a:cubicBezTo>
                  <a:lnTo>
                    <a:pt x="0" y="411"/>
                  </a:lnTo>
                  <a:cubicBezTo>
                    <a:pt x="0" y="411"/>
                    <a:pt x="973" y="6671"/>
                    <a:pt x="2263" y="9003"/>
                  </a:cubicBezTo>
                  <a:cubicBezTo>
                    <a:pt x="2759" y="9896"/>
                    <a:pt x="4709" y="10151"/>
                    <a:pt x="6777" y="10151"/>
                  </a:cubicBezTo>
                  <a:cubicBezTo>
                    <a:pt x="9542" y="10151"/>
                    <a:pt x="12519" y="9695"/>
                    <a:pt x="12519" y="9695"/>
                  </a:cubicBezTo>
                  <a:lnTo>
                    <a:pt x="12425" y="7878"/>
                  </a:lnTo>
                  <a:cubicBezTo>
                    <a:pt x="12425" y="7878"/>
                    <a:pt x="6072" y="7655"/>
                    <a:pt x="6037" y="7409"/>
                  </a:cubicBezTo>
                  <a:cubicBezTo>
                    <a:pt x="5908" y="6589"/>
                    <a:pt x="5709" y="5346"/>
                    <a:pt x="5521" y="4174"/>
                  </a:cubicBezTo>
                  <a:cubicBezTo>
                    <a:pt x="5230" y="2331"/>
                    <a:pt x="2536" y="1"/>
                    <a:pt x="661" y="1"/>
                  </a:cubicBezTo>
                  <a:close/>
                </a:path>
              </a:pathLst>
            </a:custGeom>
            <a:solidFill>
              <a:srgbClr val="FCA2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52"/>
            <p:cNvSpPr/>
            <p:nvPr/>
          </p:nvSpPr>
          <p:spPr>
            <a:xfrm>
              <a:off x="5160325" y="3181475"/>
              <a:ext cx="233875" cy="269150"/>
            </a:xfrm>
            <a:custGeom>
              <a:avLst/>
              <a:gdLst/>
              <a:ahLst/>
              <a:cxnLst/>
              <a:rect l="l" t="t" r="r" b="b"/>
              <a:pathLst>
                <a:path w="9355" h="10766" extrusionOk="0">
                  <a:moveTo>
                    <a:pt x="4774" y="0"/>
                  </a:moveTo>
                  <a:cubicBezTo>
                    <a:pt x="4682" y="0"/>
                    <a:pt x="4591" y="19"/>
                    <a:pt x="4501" y="58"/>
                  </a:cubicBezTo>
                  <a:cubicBezTo>
                    <a:pt x="0" y="1992"/>
                    <a:pt x="4150" y="10654"/>
                    <a:pt x="4126" y="10760"/>
                  </a:cubicBezTo>
                  <a:cubicBezTo>
                    <a:pt x="4125" y="10763"/>
                    <a:pt x="4131" y="10765"/>
                    <a:pt x="4142" y="10765"/>
                  </a:cubicBezTo>
                  <a:cubicBezTo>
                    <a:pt x="4450" y="10765"/>
                    <a:pt x="9140" y="9423"/>
                    <a:pt x="9350" y="9423"/>
                  </a:cubicBezTo>
                  <a:cubicBezTo>
                    <a:pt x="9352" y="9423"/>
                    <a:pt x="9353" y="9423"/>
                    <a:pt x="9354" y="9423"/>
                  </a:cubicBezTo>
                  <a:cubicBezTo>
                    <a:pt x="9354" y="9423"/>
                    <a:pt x="6840" y="0"/>
                    <a:pt x="47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52"/>
            <p:cNvSpPr/>
            <p:nvPr/>
          </p:nvSpPr>
          <p:spPr>
            <a:xfrm>
              <a:off x="5236800" y="3304225"/>
              <a:ext cx="26700" cy="146250"/>
            </a:xfrm>
            <a:custGeom>
              <a:avLst/>
              <a:gdLst/>
              <a:ahLst/>
              <a:cxnLst/>
              <a:rect l="l" t="t" r="r" b="b"/>
              <a:pathLst>
                <a:path w="1068" h="5850" fill="none" extrusionOk="0">
                  <a:moveTo>
                    <a:pt x="1" y="1"/>
                  </a:moveTo>
                  <a:lnTo>
                    <a:pt x="1067" y="5850"/>
                  </a:lnTo>
                </a:path>
              </a:pathLst>
            </a:custGeom>
            <a:noFill/>
            <a:ln w="4700" cap="rnd" cmpd="sng">
              <a:solidFill>
                <a:srgbClr val="EEE9E9"/>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52"/>
            <p:cNvSpPr/>
            <p:nvPr/>
          </p:nvSpPr>
          <p:spPr>
            <a:xfrm>
              <a:off x="5661425" y="3281550"/>
              <a:ext cx="51300" cy="26225"/>
            </a:xfrm>
            <a:custGeom>
              <a:avLst/>
              <a:gdLst/>
              <a:ahLst/>
              <a:cxnLst/>
              <a:rect l="l" t="t" r="r" b="b"/>
              <a:pathLst>
                <a:path w="2052" h="1049" extrusionOk="0">
                  <a:moveTo>
                    <a:pt x="1236" y="0"/>
                  </a:moveTo>
                  <a:cubicBezTo>
                    <a:pt x="1010" y="0"/>
                    <a:pt x="654" y="72"/>
                    <a:pt x="153" y="368"/>
                  </a:cubicBezTo>
                  <a:cubicBezTo>
                    <a:pt x="35" y="439"/>
                    <a:pt x="0" y="603"/>
                    <a:pt x="71" y="732"/>
                  </a:cubicBezTo>
                  <a:cubicBezTo>
                    <a:pt x="129" y="838"/>
                    <a:pt x="227" y="905"/>
                    <a:pt x="325" y="905"/>
                  </a:cubicBezTo>
                  <a:cubicBezTo>
                    <a:pt x="346" y="905"/>
                    <a:pt x="367" y="902"/>
                    <a:pt x="387" y="896"/>
                  </a:cubicBezTo>
                  <a:lnTo>
                    <a:pt x="1231" y="638"/>
                  </a:lnTo>
                  <a:lnTo>
                    <a:pt x="1571" y="1048"/>
                  </a:lnTo>
                  <a:cubicBezTo>
                    <a:pt x="1571" y="1048"/>
                    <a:pt x="2052" y="767"/>
                    <a:pt x="1548" y="64"/>
                  </a:cubicBezTo>
                  <a:cubicBezTo>
                    <a:pt x="1548" y="64"/>
                    <a:pt x="1449" y="0"/>
                    <a:pt x="1236" y="0"/>
                  </a:cubicBezTo>
                  <a:close/>
                </a:path>
              </a:pathLst>
            </a:custGeom>
            <a:solidFill>
              <a:srgbClr val="FCA2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52"/>
            <p:cNvSpPr/>
            <p:nvPr/>
          </p:nvSpPr>
          <p:spPr>
            <a:xfrm>
              <a:off x="5652050" y="3248575"/>
              <a:ext cx="48075" cy="47800"/>
            </a:xfrm>
            <a:custGeom>
              <a:avLst/>
              <a:gdLst/>
              <a:ahLst/>
              <a:cxnLst/>
              <a:rect l="l" t="t" r="r" b="b"/>
              <a:pathLst>
                <a:path w="1923" h="1912" extrusionOk="0">
                  <a:moveTo>
                    <a:pt x="872" y="0"/>
                  </a:moveTo>
                  <a:cubicBezTo>
                    <a:pt x="810" y="0"/>
                    <a:pt x="749" y="15"/>
                    <a:pt x="692" y="46"/>
                  </a:cubicBezTo>
                  <a:cubicBezTo>
                    <a:pt x="481" y="152"/>
                    <a:pt x="141" y="351"/>
                    <a:pt x="35" y="656"/>
                  </a:cubicBezTo>
                  <a:cubicBezTo>
                    <a:pt x="0" y="726"/>
                    <a:pt x="24" y="796"/>
                    <a:pt x="71" y="855"/>
                  </a:cubicBezTo>
                  <a:cubicBezTo>
                    <a:pt x="101" y="896"/>
                    <a:pt x="114" y="928"/>
                    <a:pt x="171" y="928"/>
                  </a:cubicBezTo>
                  <a:cubicBezTo>
                    <a:pt x="179" y="928"/>
                    <a:pt x="189" y="927"/>
                    <a:pt x="199" y="925"/>
                  </a:cubicBezTo>
                  <a:lnTo>
                    <a:pt x="199" y="925"/>
                  </a:lnTo>
                  <a:cubicBezTo>
                    <a:pt x="199" y="925"/>
                    <a:pt x="106" y="1066"/>
                    <a:pt x="164" y="1195"/>
                  </a:cubicBezTo>
                  <a:cubicBezTo>
                    <a:pt x="212" y="1290"/>
                    <a:pt x="290" y="1331"/>
                    <a:pt x="367" y="1331"/>
                  </a:cubicBezTo>
                  <a:cubicBezTo>
                    <a:pt x="386" y="1331"/>
                    <a:pt x="404" y="1328"/>
                    <a:pt x="422" y="1324"/>
                  </a:cubicBezTo>
                  <a:lnTo>
                    <a:pt x="422" y="1324"/>
                  </a:lnTo>
                  <a:cubicBezTo>
                    <a:pt x="422" y="1324"/>
                    <a:pt x="82" y="1441"/>
                    <a:pt x="375" y="1816"/>
                  </a:cubicBezTo>
                  <a:cubicBezTo>
                    <a:pt x="432" y="1884"/>
                    <a:pt x="521" y="1911"/>
                    <a:pt x="628" y="1911"/>
                  </a:cubicBezTo>
                  <a:cubicBezTo>
                    <a:pt x="1099" y="1911"/>
                    <a:pt x="1923" y="1383"/>
                    <a:pt x="1923" y="1383"/>
                  </a:cubicBezTo>
                  <a:cubicBezTo>
                    <a:pt x="1923" y="1383"/>
                    <a:pt x="1911" y="984"/>
                    <a:pt x="1594" y="761"/>
                  </a:cubicBezTo>
                  <a:cubicBezTo>
                    <a:pt x="1594" y="761"/>
                    <a:pt x="1524" y="445"/>
                    <a:pt x="1266" y="316"/>
                  </a:cubicBezTo>
                  <a:cubicBezTo>
                    <a:pt x="1266" y="316"/>
                    <a:pt x="1254" y="187"/>
                    <a:pt x="1090" y="70"/>
                  </a:cubicBezTo>
                  <a:cubicBezTo>
                    <a:pt x="1025" y="24"/>
                    <a:pt x="949" y="0"/>
                    <a:pt x="872" y="0"/>
                  </a:cubicBezTo>
                  <a:close/>
                </a:path>
              </a:pathLst>
            </a:custGeom>
            <a:solidFill>
              <a:srgbClr val="FCA2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1" name="Google Shape;1441;p52"/>
          <p:cNvSpPr/>
          <p:nvPr/>
        </p:nvSpPr>
        <p:spPr>
          <a:xfrm>
            <a:off x="6148800" y="539500"/>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52"/>
          <p:cNvSpPr/>
          <p:nvPr/>
        </p:nvSpPr>
        <p:spPr>
          <a:xfrm>
            <a:off x="7626781" y="823663"/>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52"/>
          <p:cNvSpPr/>
          <p:nvPr/>
        </p:nvSpPr>
        <p:spPr>
          <a:xfrm>
            <a:off x="6683400" y="1217888"/>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4" name="Google Shape;1444;p52"/>
          <p:cNvGrpSpPr/>
          <p:nvPr/>
        </p:nvGrpSpPr>
        <p:grpSpPr>
          <a:xfrm>
            <a:off x="7269270" y="4819654"/>
            <a:ext cx="224053" cy="112299"/>
            <a:chOff x="5405600" y="3447325"/>
            <a:chExt cx="80900" cy="40550"/>
          </a:xfrm>
        </p:grpSpPr>
        <p:sp>
          <p:nvSpPr>
            <p:cNvPr id="1445" name="Google Shape;1445;p52"/>
            <p:cNvSpPr/>
            <p:nvPr/>
          </p:nvSpPr>
          <p:spPr>
            <a:xfrm>
              <a:off x="5413925" y="3447325"/>
              <a:ext cx="72575" cy="35650"/>
            </a:xfrm>
            <a:custGeom>
              <a:avLst/>
              <a:gdLst/>
              <a:ahLst/>
              <a:cxnLst/>
              <a:rect l="l" t="t" r="r" b="b"/>
              <a:pathLst>
                <a:path w="2903" h="1426" extrusionOk="0">
                  <a:moveTo>
                    <a:pt x="1762" y="1"/>
                  </a:moveTo>
                  <a:cubicBezTo>
                    <a:pt x="1333" y="411"/>
                    <a:pt x="551" y="449"/>
                    <a:pt x="0" y="449"/>
                  </a:cubicBezTo>
                  <a:lnTo>
                    <a:pt x="763" y="1391"/>
                  </a:lnTo>
                  <a:cubicBezTo>
                    <a:pt x="767" y="1416"/>
                    <a:pt x="813" y="1426"/>
                    <a:pt x="883" y="1426"/>
                  </a:cubicBezTo>
                  <a:cubicBezTo>
                    <a:pt x="1120" y="1426"/>
                    <a:pt x="1634" y="1312"/>
                    <a:pt x="1743" y="1282"/>
                  </a:cubicBezTo>
                  <a:cubicBezTo>
                    <a:pt x="2153" y="1161"/>
                    <a:pt x="2595" y="1000"/>
                    <a:pt x="2903" y="699"/>
                  </a:cubicBezTo>
                  <a:cubicBezTo>
                    <a:pt x="2525" y="661"/>
                    <a:pt x="2044" y="238"/>
                    <a:pt x="17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52"/>
            <p:cNvSpPr/>
            <p:nvPr/>
          </p:nvSpPr>
          <p:spPr>
            <a:xfrm>
              <a:off x="5405600" y="3472725"/>
              <a:ext cx="65525" cy="15150"/>
            </a:xfrm>
            <a:custGeom>
              <a:avLst/>
              <a:gdLst/>
              <a:ahLst/>
              <a:cxnLst/>
              <a:rect l="l" t="t" r="r" b="b"/>
              <a:pathLst>
                <a:path w="2621" h="606" extrusionOk="0">
                  <a:moveTo>
                    <a:pt x="1417" y="0"/>
                  </a:moveTo>
                  <a:cubicBezTo>
                    <a:pt x="1378" y="0"/>
                    <a:pt x="1333" y="6"/>
                    <a:pt x="1282" y="16"/>
                  </a:cubicBezTo>
                  <a:cubicBezTo>
                    <a:pt x="859" y="100"/>
                    <a:pt x="481" y="523"/>
                    <a:pt x="0" y="606"/>
                  </a:cubicBezTo>
                  <a:lnTo>
                    <a:pt x="2621" y="580"/>
                  </a:lnTo>
                  <a:cubicBezTo>
                    <a:pt x="2268" y="497"/>
                    <a:pt x="2057" y="362"/>
                    <a:pt x="1788" y="177"/>
                  </a:cubicBezTo>
                  <a:cubicBezTo>
                    <a:pt x="1642" y="71"/>
                    <a:pt x="1563" y="0"/>
                    <a:pt x="14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52"/>
            <p:cNvSpPr/>
            <p:nvPr/>
          </p:nvSpPr>
          <p:spPr>
            <a:xfrm>
              <a:off x="5405600" y="3471575"/>
              <a:ext cx="65525" cy="16300"/>
            </a:xfrm>
            <a:custGeom>
              <a:avLst/>
              <a:gdLst/>
              <a:ahLst/>
              <a:cxnLst/>
              <a:rect l="l" t="t" r="r" b="b"/>
              <a:pathLst>
                <a:path w="2621" h="652" extrusionOk="0">
                  <a:moveTo>
                    <a:pt x="1423" y="1"/>
                  </a:moveTo>
                  <a:cubicBezTo>
                    <a:pt x="875" y="1"/>
                    <a:pt x="513" y="530"/>
                    <a:pt x="0" y="652"/>
                  </a:cubicBezTo>
                  <a:cubicBezTo>
                    <a:pt x="442" y="652"/>
                    <a:pt x="969" y="104"/>
                    <a:pt x="1396" y="104"/>
                  </a:cubicBezTo>
                  <a:cubicBezTo>
                    <a:pt x="1477" y="104"/>
                    <a:pt x="1555" y="124"/>
                    <a:pt x="1628" y="171"/>
                  </a:cubicBezTo>
                  <a:cubicBezTo>
                    <a:pt x="1826" y="306"/>
                    <a:pt x="2038" y="447"/>
                    <a:pt x="2262" y="537"/>
                  </a:cubicBezTo>
                  <a:cubicBezTo>
                    <a:pt x="2377" y="575"/>
                    <a:pt x="2499" y="607"/>
                    <a:pt x="2621" y="626"/>
                  </a:cubicBezTo>
                  <a:cubicBezTo>
                    <a:pt x="2384" y="549"/>
                    <a:pt x="2172" y="440"/>
                    <a:pt x="1980" y="299"/>
                  </a:cubicBezTo>
                  <a:cubicBezTo>
                    <a:pt x="1820" y="203"/>
                    <a:pt x="1692" y="56"/>
                    <a:pt x="1506" y="5"/>
                  </a:cubicBezTo>
                  <a:cubicBezTo>
                    <a:pt x="1478" y="2"/>
                    <a:pt x="1450" y="1"/>
                    <a:pt x="1423"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 name="TextBox 152">
            <a:extLst>
              <a:ext uri="{FF2B5EF4-FFF2-40B4-BE49-F238E27FC236}">
                <a16:creationId xmlns:a16="http://schemas.microsoft.com/office/drawing/2014/main" id="{5B275D65-4EB6-4F2A-B0FD-F1C8F0F8A1CC}"/>
              </a:ext>
            </a:extLst>
          </p:cNvPr>
          <p:cNvSpPr txBox="1"/>
          <p:nvPr/>
        </p:nvSpPr>
        <p:spPr>
          <a:xfrm>
            <a:off x="1046132" y="896301"/>
            <a:ext cx="5229243" cy="584775"/>
          </a:xfrm>
          <a:prstGeom prst="rect">
            <a:avLst/>
          </a:prstGeom>
          <a:noFill/>
        </p:spPr>
        <p:txBody>
          <a:bodyPr wrap="square">
            <a:spAutoFit/>
          </a:bodyPr>
          <a:lstStyle/>
          <a:p>
            <a:r>
              <a:rPr lang="ru-RU" sz="1600" dirty="0">
                <a:solidFill>
                  <a:schemeClr val="accent6">
                    <a:lumMod val="25000"/>
                  </a:schemeClr>
                </a:solidFill>
                <a:effectLst/>
                <a:latin typeface="Bahnschrift" panose="020B0502040204020203" pitchFamily="34" charset="0"/>
                <a:ea typeface="Calibri" panose="020F0502020204030204" pitchFamily="34" charset="0"/>
              </a:rPr>
              <a:t>Разработать и создать робота для автономной очистки мусора с выделенной области пляжа</a:t>
            </a:r>
            <a:endParaRPr lang="ru-RU" sz="1600" dirty="0">
              <a:solidFill>
                <a:schemeClr val="accent6">
                  <a:lumMod val="25000"/>
                </a:schemeClr>
              </a:solidFill>
              <a:latin typeface="Bahnschrift" panose="020B0502040204020203" pitchFamily="34" charset="0"/>
            </a:endParaRPr>
          </a:p>
        </p:txBody>
      </p:sp>
      <p:sp>
        <p:nvSpPr>
          <p:cNvPr id="155" name="TextBox 154">
            <a:extLst>
              <a:ext uri="{FF2B5EF4-FFF2-40B4-BE49-F238E27FC236}">
                <a16:creationId xmlns:a16="http://schemas.microsoft.com/office/drawing/2014/main" id="{9AFEAFED-15A8-45C7-A4EE-BA3FA2675F75}"/>
              </a:ext>
            </a:extLst>
          </p:cNvPr>
          <p:cNvSpPr txBox="1"/>
          <p:nvPr/>
        </p:nvSpPr>
        <p:spPr>
          <a:xfrm>
            <a:off x="1103506" y="1574669"/>
            <a:ext cx="1711411" cy="553998"/>
          </a:xfrm>
          <a:prstGeom prst="rect">
            <a:avLst/>
          </a:prstGeom>
          <a:noFill/>
        </p:spPr>
        <p:txBody>
          <a:bodyPr wrap="square">
            <a:spAutoFit/>
          </a:bodyPr>
          <a:lstStyle/>
          <a:p>
            <a:r>
              <a:rPr lang="ru-RU" sz="3000" b="1" dirty="0">
                <a:solidFill>
                  <a:srgbClr val="FF9900"/>
                </a:solidFill>
                <a:effectLst/>
                <a:latin typeface="Bahnschrift" panose="020B0502040204020203" pitchFamily="34" charset="0"/>
                <a:ea typeface="Calibri" panose="020F0502020204030204" pitchFamily="34" charset="0"/>
              </a:rPr>
              <a:t>Задачи</a:t>
            </a:r>
            <a:endParaRPr lang="ru-RU" sz="3000" b="1" dirty="0">
              <a:solidFill>
                <a:srgbClr val="FF9900"/>
              </a:solidFill>
              <a:latin typeface="Bahnschrift" panose="020B0502040204020203" pitchFamily="34" charset="0"/>
            </a:endParaRPr>
          </a:p>
        </p:txBody>
      </p:sp>
      <p:sp>
        <p:nvSpPr>
          <p:cNvPr id="157" name="TextBox 156">
            <a:extLst>
              <a:ext uri="{FF2B5EF4-FFF2-40B4-BE49-F238E27FC236}">
                <a16:creationId xmlns:a16="http://schemas.microsoft.com/office/drawing/2014/main" id="{F23FA449-2524-42C9-A30D-F306C70238FC}"/>
              </a:ext>
            </a:extLst>
          </p:cNvPr>
          <p:cNvSpPr txBox="1"/>
          <p:nvPr/>
        </p:nvSpPr>
        <p:spPr>
          <a:xfrm>
            <a:off x="789897" y="2036467"/>
            <a:ext cx="5744582" cy="2258247"/>
          </a:xfrm>
          <a:prstGeom prst="rect">
            <a:avLst/>
          </a:prstGeom>
          <a:noFill/>
        </p:spPr>
        <p:txBody>
          <a:bodyPr wrap="square">
            <a:spAutoFit/>
          </a:bodyPr>
          <a:lstStyle/>
          <a:p>
            <a:pPr marL="342900" lvl="0" indent="-342900" algn="just" fontAlgn="base">
              <a:lnSpc>
                <a:spcPct val="150000"/>
              </a:lnSpc>
              <a:buClr>
                <a:schemeClr val="accent3"/>
              </a:buClr>
              <a:buSzPct val="90000"/>
              <a:buFont typeface="+mj-lt"/>
              <a:buAutoNum type="arabicParenR"/>
            </a:pPr>
            <a:r>
              <a:rPr lang="ru-RU" sz="1600" u="none" strike="noStrike" kern="100" dirty="0">
                <a:solidFill>
                  <a:schemeClr val="accent6">
                    <a:lumMod val="25000"/>
                  </a:schemeClr>
                </a:solidFill>
                <a:effectLst/>
                <a:uFill>
                  <a:solidFill>
                    <a:srgbClr val="000000"/>
                  </a:solidFill>
                </a:uFill>
                <a:latin typeface="Bahnschrift" panose="020B0502040204020203" pitchFamily="34" charset="0"/>
                <a:ea typeface="Calibri" panose="020F0502020204030204" pitchFamily="34" charset="0"/>
                <a:cs typeface="Times New Roman" panose="02020603050405020304" pitchFamily="18" charset="0"/>
              </a:rPr>
              <a:t>Проектирование робота</a:t>
            </a:r>
          </a:p>
          <a:p>
            <a:pPr marL="342900" lvl="0" indent="-342900" algn="just" fontAlgn="base">
              <a:lnSpc>
                <a:spcPct val="150000"/>
              </a:lnSpc>
              <a:buClr>
                <a:schemeClr val="accent3"/>
              </a:buClr>
              <a:buSzPct val="90000"/>
              <a:buFont typeface="+mj-lt"/>
              <a:buAutoNum type="arabicParenR"/>
            </a:pPr>
            <a:r>
              <a:rPr lang="ru-RU" sz="1600" u="none" strike="noStrike" kern="100" dirty="0">
                <a:solidFill>
                  <a:schemeClr val="accent6">
                    <a:lumMod val="25000"/>
                  </a:schemeClr>
                </a:solidFill>
                <a:effectLst/>
                <a:uFill>
                  <a:solidFill>
                    <a:srgbClr val="000000"/>
                  </a:solidFill>
                </a:uFill>
                <a:latin typeface="Bahnschrift" panose="020B0502040204020203" pitchFamily="34" charset="0"/>
                <a:ea typeface="Calibri" panose="020F0502020204030204" pitchFamily="34" charset="0"/>
                <a:cs typeface="Times New Roman" panose="02020603050405020304" pitchFamily="18" charset="0"/>
              </a:rPr>
              <a:t>Выбор компонентов</a:t>
            </a:r>
          </a:p>
          <a:p>
            <a:pPr marL="342900" lvl="0" indent="-342900" algn="just" fontAlgn="base">
              <a:lnSpc>
                <a:spcPct val="150000"/>
              </a:lnSpc>
              <a:buClr>
                <a:schemeClr val="accent3"/>
              </a:buClr>
              <a:buSzPct val="90000"/>
              <a:buFont typeface="+mj-lt"/>
              <a:buAutoNum type="arabicParenR"/>
            </a:pPr>
            <a:r>
              <a:rPr lang="ru-RU" sz="1600" u="none" strike="noStrike" kern="100" dirty="0">
                <a:solidFill>
                  <a:schemeClr val="accent6">
                    <a:lumMod val="25000"/>
                  </a:schemeClr>
                </a:solidFill>
                <a:effectLst/>
                <a:uFill>
                  <a:solidFill>
                    <a:srgbClr val="000000"/>
                  </a:solidFill>
                </a:uFill>
                <a:latin typeface="Bahnschrift" panose="020B0502040204020203" pitchFamily="34" charset="0"/>
                <a:ea typeface="Calibri" panose="020F0502020204030204" pitchFamily="34" charset="0"/>
                <a:cs typeface="Times New Roman" panose="02020603050405020304" pitchFamily="18" charset="0"/>
              </a:rPr>
              <a:t>Конструирование</a:t>
            </a:r>
          </a:p>
          <a:p>
            <a:pPr marL="342900" lvl="0" indent="-342900" algn="just" fontAlgn="base">
              <a:lnSpc>
                <a:spcPct val="150000"/>
              </a:lnSpc>
              <a:buClr>
                <a:schemeClr val="accent3"/>
              </a:buClr>
              <a:buSzPct val="90000"/>
              <a:buFont typeface="+mj-lt"/>
              <a:buAutoNum type="arabicParenR"/>
            </a:pPr>
            <a:r>
              <a:rPr lang="ru-RU" sz="1600" u="none" strike="noStrike" kern="100" dirty="0">
                <a:solidFill>
                  <a:schemeClr val="accent6">
                    <a:lumMod val="25000"/>
                  </a:schemeClr>
                </a:solidFill>
                <a:effectLst/>
                <a:uFill>
                  <a:solidFill>
                    <a:srgbClr val="000000"/>
                  </a:solidFill>
                </a:uFill>
                <a:latin typeface="Bahnschrift" panose="020B0502040204020203" pitchFamily="34" charset="0"/>
                <a:ea typeface="Calibri" panose="020F0502020204030204" pitchFamily="34" charset="0"/>
                <a:cs typeface="Times New Roman" panose="02020603050405020304" pitchFamily="18" charset="0"/>
              </a:rPr>
              <a:t>Разработка программного обеспечения. </a:t>
            </a:r>
          </a:p>
          <a:p>
            <a:pPr marL="342900" lvl="0" indent="-342900" algn="just" fontAlgn="base">
              <a:lnSpc>
                <a:spcPct val="150000"/>
              </a:lnSpc>
              <a:buClr>
                <a:schemeClr val="accent3"/>
              </a:buClr>
              <a:buSzPct val="90000"/>
              <a:buFont typeface="+mj-lt"/>
              <a:buAutoNum type="arabicParenR"/>
            </a:pPr>
            <a:r>
              <a:rPr lang="ru-RU" sz="1600" u="none" strike="noStrike" kern="100" dirty="0">
                <a:solidFill>
                  <a:schemeClr val="accent6">
                    <a:lumMod val="25000"/>
                  </a:schemeClr>
                </a:solidFill>
                <a:effectLst/>
                <a:uFill>
                  <a:solidFill>
                    <a:srgbClr val="000000"/>
                  </a:solidFill>
                </a:uFill>
                <a:latin typeface="Bahnschrift" panose="020B0502040204020203" pitchFamily="34" charset="0"/>
                <a:ea typeface="Calibri" panose="020F0502020204030204" pitchFamily="34" charset="0"/>
                <a:cs typeface="Times New Roman" panose="02020603050405020304" pitchFamily="18" charset="0"/>
              </a:rPr>
              <a:t>Тестирование</a:t>
            </a:r>
          </a:p>
          <a:p>
            <a:pPr marL="342900" lvl="0" indent="-342900" algn="just" fontAlgn="base">
              <a:lnSpc>
                <a:spcPct val="150000"/>
              </a:lnSpc>
              <a:buClr>
                <a:schemeClr val="accent3"/>
              </a:buClr>
              <a:buSzPct val="90000"/>
              <a:buFont typeface="+mj-lt"/>
              <a:buAutoNum type="arabicParenR"/>
            </a:pPr>
            <a:r>
              <a:rPr lang="ru-RU" sz="1600" dirty="0">
                <a:solidFill>
                  <a:schemeClr val="accent6">
                    <a:lumMod val="25000"/>
                  </a:schemeClr>
                </a:solidFill>
                <a:effectLst/>
                <a:latin typeface="Bahnschrift" panose="020B0502040204020203" pitchFamily="34" charset="0"/>
                <a:ea typeface="Calibri" panose="020F0502020204030204" pitchFamily="34" charset="0"/>
              </a:rPr>
              <a:t>Оптимизация и доработка</a:t>
            </a:r>
            <a:endParaRPr lang="ru-RU" sz="1600" dirty="0">
              <a:solidFill>
                <a:schemeClr val="accent6">
                  <a:lumMod val="25000"/>
                </a:schemeClr>
              </a:solidFill>
              <a:latin typeface="Bahnschrift" panose="020B05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9"/>
        <p:cNvGrpSpPr/>
        <p:nvPr/>
      </p:nvGrpSpPr>
      <p:grpSpPr>
        <a:xfrm>
          <a:off x="0" y="0"/>
          <a:ext cx="0" cy="0"/>
          <a:chOff x="0" y="0"/>
          <a:chExt cx="0" cy="0"/>
        </a:xfrm>
      </p:grpSpPr>
      <p:sp>
        <p:nvSpPr>
          <p:cNvPr id="1510" name="Google Shape;1510;p54"/>
          <p:cNvSpPr/>
          <p:nvPr/>
        </p:nvSpPr>
        <p:spPr>
          <a:xfrm>
            <a:off x="840233" y="71603"/>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54"/>
          <p:cNvSpPr txBox="1">
            <a:spLocks noGrp="1"/>
          </p:cNvSpPr>
          <p:nvPr>
            <p:ph type="title"/>
          </p:nvPr>
        </p:nvSpPr>
        <p:spPr>
          <a:xfrm>
            <a:off x="3557166" y="374524"/>
            <a:ext cx="1689317"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latin typeface="Bahnschrift" panose="020B0502040204020203" pitchFamily="34" charset="0"/>
              </a:rPr>
              <a:t>Аналоги</a:t>
            </a:r>
            <a:endParaRPr dirty="0">
              <a:latin typeface="Bahnschrift" panose="020B0502040204020203" pitchFamily="34" charset="0"/>
            </a:endParaRPr>
          </a:p>
        </p:txBody>
      </p:sp>
      <p:sp>
        <p:nvSpPr>
          <p:cNvPr id="1523" name="Google Shape;1523;p54"/>
          <p:cNvSpPr/>
          <p:nvPr/>
        </p:nvSpPr>
        <p:spPr>
          <a:xfrm>
            <a:off x="1295001" y="610798"/>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54"/>
          <p:cNvSpPr/>
          <p:nvPr/>
        </p:nvSpPr>
        <p:spPr>
          <a:xfrm>
            <a:off x="5136450" y="447125"/>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54"/>
          <p:cNvSpPr/>
          <p:nvPr/>
        </p:nvSpPr>
        <p:spPr>
          <a:xfrm flipH="1">
            <a:off x="8022275" y="589725"/>
            <a:ext cx="587247" cy="14229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Объект 11">
            <a:extLst>
              <a:ext uri="{FF2B5EF4-FFF2-40B4-BE49-F238E27FC236}">
                <a16:creationId xmlns:a16="http://schemas.microsoft.com/office/drawing/2014/main" id="{B4CCAE8A-CC8C-46F2-B3B9-35EAC68061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121" y="2468790"/>
            <a:ext cx="1969679" cy="1967348"/>
          </a:xfrm>
          <a:prstGeom prst="rect">
            <a:avLst/>
          </a:prstGeom>
          <a:ln>
            <a:noFill/>
          </a:ln>
          <a:effectLst>
            <a:outerShdw blurRad="292100" dist="139700" dir="2700000" algn="tl" rotWithShape="0">
              <a:srgbClr val="333333">
                <a:alpha val="65000"/>
              </a:srgbClr>
            </a:outerShdw>
          </a:effectLst>
        </p:spPr>
      </p:pic>
      <p:pic>
        <p:nvPicPr>
          <p:cNvPr id="19" name="Объект 14">
            <a:extLst>
              <a:ext uri="{FF2B5EF4-FFF2-40B4-BE49-F238E27FC236}">
                <a16:creationId xmlns:a16="http://schemas.microsoft.com/office/drawing/2014/main" id="{F3609253-F505-4E9D-B85A-0FE7440E91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3388" y="2468791"/>
            <a:ext cx="2296877" cy="1967347"/>
          </a:xfrm>
          <a:prstGeom prst="rect">
            <a:avLst/>
          </a:prstGeom>
          <a:ln>
            <a:noFill/>
          </a:ln>
          <a:effectLst>
            <a:outerShdw blurRad="292100" dist="139700" dir="2700000" algn="tl" rotWithShape="0">
              <a:srgbClr val="333333">
                <a:alpha val="65000"/>
              </a:srgbClr>
            </a:outerShdw>
          </a:effectLst>
        </p:spPr>
      </p:pic>
      <p:pic>
        <p:nvPicPr>
          <p:cNvPr id="20" name="Объект 18">
            <a:extLst>
              <a:ext uri="{FF2B5EF4-FFF2-40B4-BE49-F238E27FC236}">
                <a16:creationId xmlns:a16="http://schemas.microsoft.com/office/drawing/2014/main" id="{36F532DD-A5EB-41AF-8AFD-B35A8D9545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48853" y="2463235"/>
            <a:ext cx="2324183" cy="1978457"/>
          </a:xfrm>
          <a:prstGeom prst="rect">
            <a:avLst/>
          </a:prstGeom>
          <a:ln>
            <a:noFill/>
          </a:ln>
          <a:effectLst>
            <a:outerShdw blurRad="292100" dist="139700" dir="2700000" algn="tl" rotWithShape="0">
              <a:srgbClr val="333333">
                <a:alpha val="65000"/>
              </a:srgbClr>
            </a:outerShdw>
          </a:effectLst>
        </p:spPr>
      </p:pic>
      <p:sp>
        <p:nvSpPr>
          <p:cNvPr id="22" name="TextBox 21">
            <a:extLst>
              <a:ext uri="{FF2B5EF4-FFF2-40B4-BE49-F238E27FC236}">
                <a16:creationId xmlns:a16="http://schemas.microsoft.com/office/drawing/2014/main" id="{7311EF1F-0A30-498F-9B74-4F08A8C0DC54}"/>
              </a:ext>
            </a:extLst>
          </p:cNvPr>
          <p:cNvSpPr txBox="1"/>
          <p:nvPr/>
        </p:nvSpPr>
        <p:spPr>
          <a:xfrm>
            <a:off x="818406" y="1202286"/>
            <a:ext cx="1936394" cy="1015663"/>
          </a:xfrm>
          <a:prstGeom prst="rect">
            <a:avLst/>
          </a:prstGeom>
          <a:noFill/>
        </p:spPr>
        <p:txBody>
          <a:bodyPr wrap="square">
            <a:spAutoFit/>
          </a:bodyPr>
          <a:lstStyle/>
          <a:p>
            <a:pPr algn="ctr"/>
            <a:r>
              <a:rPr lang="en-US" sz="2800" dirty="0" err="1">
                <a:solidFill>
                  <a:schemeClr val="accent6">
                    <a:lumMod val="25000"/>
                  </a:schemeClr>
                </a:solidFill>
                <a:latin typeface="Bahnschrift" panose="020B0502040204020203" pitchFamily="34" charset="0"/>
                <a:cs typeface="Times New Roman" panose="02020603050405020304" pitchFamily="18" charset="0"/>
              </a:rPr>
              <a:t>BeachBot</a:t>
            </a:r>
            <a:endParaRPr lang="ru-RU" sz="2800" dirty="0">
              <a:solidFill>
                <a:schemeClr val="accent6">
                  <a:lumMod val="25000"/>
                </a:schemeClr>
              </a:solidFill>
              <a:latin typeface="Bahnschrift" panose="020B0502040204020203" pitchFamily="34" charset="0"/>
              <a:cs typeface="Times New Roman" panose="02020603050405020304" pitchFamily="18" charset="0"/>
            </a:endParaRPr>
          </a:p>
          <a:p>
            <a:pPr algn="ctr"/>
            <a:r>
              <a:rPr lang="ru-RU" sz="1800" dirty="0">
                <a:solidFill>
                  <a:schemeClr val="accent6">
                    <a:lumMod val="25000"/>
                  </a:schemeClr>
                </a:solidFill>
                <a:latin typeface="Bahnschrift" panose="020B0502040204020203" pitchFamily="34" charset="0"/>
                <a:cs typeface="Times New Roman" panose="02020603050405020304" pitchFamily="18" charset="0"/>
              </a:rPr>
              <a:t>сборка окурков </a:t>
            </a:r>
            <a:r>
              <a:rPr lang="ru-RU" dirty="0">
                <a:solidFill>
                  <a:schemeClr val="accent6">
                    <a:lumMod val="25000"/>
                  </a:schemeClr>
                </a:solidFill>
                <a:latin typeface="Bahnschrift" panose="020B0502040204020203" pitchFamily="34" charset="0"/>
                <a:cs typeface="Times New Roman" panose="02020603050405020304" pitchFamily="18" charset="0"/>
              </a:rPr>
              <a:t>компания </a:t>
            </a:r>
            <a:r>
              <a:rPr lang="en-US" b="0" i="0" dirty="0" err="1">
                <a:solidFill>
                  <a:schemeClr val="accent6">
                    <a:lumMod val="25000"/>
                  </a:schemeClr>
                </a:solidFill>
                <a:effectLst/>
                <a:latin typeface="Bahnschrift" panose="020B0502040204020203" pitchFamily="34" charset="0"/>
                <a:cs typeface="Times New Roman" panose="02020603050405020304" pitchFamily="18" charset="0"/>
              </a:rPr>
              <a:t>TechTics</a:t>
            </a:r>
            <a:endParaRPr lang="ru-RU" dirty="0">
              <a:solidFill>
                <a:schemeClr val="accent6">
                  <a:lumMod val="25000"/>
                </a:schemeClr>
              </a:solidFill>
              <a:latin typeface="Bahnschrift" panose="020B0502040204020203" pitchFamily="34" charset="0"/>
            </a:endParaRPr>
          </a:p>
        </p:txBody>
      </p:sp>
      <p:sp>
        <p:nvSpPr>
          <p:cNvPr id="24" name="TextBox 23">
            <a:extLst>
              <a:ext uri="{FF2B5EF4-FFF2-40B4-BE49-F238E27FC236}">
                <a16:creationId xmlns:a16="http://schemas.microsoft.com/office/drawing/2014/main" id="{8913EEEA-550D-4504-BF70-7A05596EA379}"/>
              </a:ext>
            </a:extLst>
          </p:cNvPr>
          <p:cNvSpPr txBox="1"/>
          <p:nvPr/>
        </p:nvSpPr>
        <p:spPr>
          <a:xfrm>
            <a:off x="3098514" y="1156570"/>
            <a:ext cx="2451751" cy="1292662"/>
          </a:xfrm>
          <a:prstGeom prst="rect">
            <a:avLst/>
          </a:prstGeom>
          <a:noFill/>
        </p:spPr>
        <p:txBody>
          <a:bodyPr wrap="square">
            <a:spAutoFit/>
          </a:bodyPr>
          <a:lstStyle/>
          <a:p>
            <a:pPr marL="0" indent="0" algn="ctr">
              <a:buNone/>
            </a:pPr>
            <a:r>
              <a:rPr lang="en-US" sz="2800" dirty="0" err="1">
                <a:solidFill>
                  <a:schemeClr val="accent6">
                    <a:lumMod val="25000"/>
                  </a:schemeClr>
                </a:solidFill>
                <a:latin typeface="Bahnschrift" panose="020B0502040204020203" pitchFamily="34" charset="0"/>
                <a:cs typeface="Times New Roman" panose="02020603050405020304" pitchFamily="18" charset="0"/>
              </a:rPr>
              <a:t>BeBot</a:t>
            </a:r>
            <a:endParaRPr lang="ru-RU" sz="2800" dirty="0">
              <a:solidFill>
                <a:schemeClr val="accent6">
                  <a:lumMod val="25000"/>
                </a:schemeClr>
              </a:solidFill>
              <a:latin typeface="Bahnschrift" panose="020B0502040204020203" pitchFamily="34" charset="0"/>
              <a:cs typeface="Times New Roman" panose="02020603050405020304" pitchFamily="18" charset="0"/>
            </a:endParaRPr>
          </a:p>
          <a:p>
            <a:pPr marL="0" indent="0" algn="ctr">
              <a:buNone/>
            </a:pPr>
            <a:r>
              <a:rPr lang="ru-RU" sz="1800" dirty="0">
                <a:solidFill>
                  <a:schemeClr val="accent6">
                    <a:lumMod val="25000"/>
                  </a:schemeClr>
                </a:solidFill>
                <a:latin typeface="Bahnschrift" panose="020B0502040204020203" pitchFamily="34" charset="0"/>
                <a:cs typeface="Times New Roman" panose="02020603050405020304" pitchFamily="18" charset="0"/>
              </a:rPr>
              <a:t>сборка пластиковых бутылок </a:t>
            </a:r>
          </a:p>
          <a:p>
            <a:pPr marL="0" indent="0" algn="ctr">
              <a:buNone/>
            </a:pPr>
            <a:r>
              <a:rPr lang="ru-RU" dirty="0">
                <a:solidFill>
                  <a:schemeClr val="accent6">
                    <a:lumMod val="25000"/>
                  </a:schemeClr>
                </a:solidFill>
                <a:latin typeface="Bahnschrift" panose="020B0502040204020203" pitchFamily="34" charset="0"/>
                <a:cs typeface="Times New Roman" panose="02020603050405020304" pitchFamily="18" charset="0"/>
              </a:rPr>
              <a:t>компания 4</a:t>
            </a:r>
            <a:r>
              <a:rPr lang="en-US" dirty="0">
                <a:solidFill>
                  <a:schemeClr val="accent6">
                    <a:lumMod val="25000"/>
                  </a:schemeClr>
                </a:solidFill>
                <a:latin typeface="Bahnschrift" panose="020B0502040204020203" pitchFamily="34" charset="0"/>
                <a:cs typeface="Times New Roman" panose="02020603050405020304" pitchFamily="18" charset="0"/>
              </a:rPr>
              <a:t>Ocean</a:t>
            </a:r>
            <a:endParaRPr lang="ru-RU" dirty="0">
              <a:solidFill>
                <a:schemeClr val="accent6">
                  <a:lumMod val="25000"/>
                </a:schemeClr>
              </a:solidFill>
              <a:latin typeface="Bahnschrift" panose="020B0502040204020203"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3C74F596-3DD4-4435-871F-6D16E6090704}"/>
              </a:ext>
            </a:extLst>
          </p:cNvPr>
          <p:cNvSpPr txBox="1"/>
          <p:nvPr/>
        </p:nvSpPr>
        <p:spPr>
          <a:xfrm>
            <a:off x="5969457" y="1156570"/>
            <a:ext cx="2581834" cy="1292662"/>
          </a:xfrm>
          <a:prstGeom prst="rect">
            <a:avLst/>
          </a:prstGeom>
          <a:noFill/>
        </p:spPr>
        <p:txBody>
          <a:bodyPr wrap="square">
            <a:spAutoFit/>
          </a:bodyPr>
          <a:lstStyle/>
          <a:p>
            <a:pPr marL="0" indent="0" algn="ctr">
              <a:buNone/>
            </a:pPr>
            <a:r>
              <a:rPr lang="en-US" sz="2800" dirty="0" err="1">
                <a:solidFill>
                  <a:schemeClr val="accent6">
                    <a:lumMod val="25000"/>
                  </a:schemeClr>
                </a:solidFill>
                <a:latin typeface="Bahnschrift" panose="020B0502040204020203" pitchFamily="34" charset="0"/>
                <a:cs typeface="Times New Roman" panose="02020603050405020304" pitchFamily="18" charset="0"/>
              </a:rPr>
              <a:t>PlatjaBot</a:t>
            </a:r>
            <a:r>
              <a:rPr lang="en-US" sz="2800" dirty="0">
                <a:solidFill>
                  <a:schemeClr val="accent6">
                    <a:lumMod val="25000"/>
                  </a:schemeClr>
                </a:solidFill>
                <a:latin typeface="Bahnschrift" panose="020B0502040204020203" pitchFamily="34" charset="0"/>
                <a:cs typeface="Times New Roman" panose="02020603050405020304" pitchFamily="18" charset="0"/>
              </a:rPr>
              <a:t> </a:t>
            </a:r>
            <a:endParaRPr lang="ru-RU" sz="2800" dirty="0">
              <a:solidFill>
                <a:schemeClr val="accent6">
                  <a:lumMod val="25000"/>
                </a:schemeClr>
              </a:solidFill>
              <a:latin typeface="Bahnschrift" panose="020B0502040204020203" pitchFamily="34" charset="0"/>
              <a:cs typeface="Times New Roman" panose="02020603050405020304" pitchFamily="18" charset="0"/>
            </a:endParaRPr>
          </a:p>
          <a:p>
            <a:pPr marL="0" indent="0" algn="ctr">
              <a:buNone/>
            </a:pPr>
            <a:r>
              <a:rPr lang="ru-RU" sz="1800" dirty="0">
                <a:solidFill>
                  <a:schemeClr val="accent6">
                    <a:lumMod val="25000"/>
                  </a:schemeClr>
                </a:solidFill>
                <a:latin typeface="Bahnschrift" panose="020B0502040204020203" pitchFamily="34" charset="0"/>
                <a:cs typeface="Times New Roman" panose="02020603050405020304" pitchFamily="18" charset="0"/>
              </a:rPr>
              <a:t>сборка небольшого мусора </a:t>
            </a:r>
          </a:p>
          <a:p>
            <a:pPr marL="0" indent="0" algn="ctr">
              <a:buNone/>
            </a:pPr>
            <a:r>
              <a:rPr lang="ru-RU" dirty="0">
                <a:solidFill>
                  <a:schemeClr val="accent6">
                    <a:lumMod val="25000"/>
                  </a:schemeClr>
                </a:solidFill>
                <a:latin typeface="Bahnschrift" panose="020B0502040204020203" pitchFamily="34" charset="0"/>
                <a:cs typeface="Times New Roman" panose="02020603050405020304" pitchFamily="18" charset="0"/>
              </a:rPr>
              <a:t>компания </a:t>
            </a:r>
            <a:r>
              <a:rPr lang="en-US" dirty="0">
                <a:solidFill>
                  <a:schemeClr val="accent6">
                    <a:lumMod val="25000"/>
                  </a:schemeClr>
                </a:solidFill>
                <a:latin typeface="Bahnschrift" panose="020B0502040204020203" pitchFamily="34" charset="0"/>
                <a:cs typeface="Times New Roman" panose="02020603050405020304" pitchFamily="18" charset="0"/>
              </a:rPr>
              <a:t>JMIBOTS</a:t>
            </a:r>
            <a:endParaRPr lang="ru-RU" dirty="0">
              <a:solidFill>
                <a:schemeClr val="accent6">
                  <a:lumMod val="25000"/>
                </a:schemeClr>
              </a:solidFill>
              <a:latin typeface="Bahnschrift" panose="020B0502040204020203"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p50"/>
          <p:cNvSpPr txBox="1">
            <a:spLocks noGrp="1"/>
          </p:cNvSpPr>
          <p:nvPr>
            <p:ph type="title"/>
          </p:nvPr>
        </p:nvSpPr>
        <p:spPr>
          <a:xfrm>
            <a:off x="899691" y="383063"/>
            <a:ext cx="482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latin typeface="Bahnschrift" panose="020B0502040204020203" pitchFamily="34" charset="0"/>
              </a:rPr>
              <a:t>Техническое задание</a:t>
            </a:r>
            <a:endParaRPr dirty="0">
              <a:latin typeface="Bahnschrift" panose="020B0502040204020203" pitchFamily="34" charset="0"/>
            </a:endParaRPr>
          </a:p>
        </p:txBody>
      </p:sp>
      <p:sp>
        <p:nvSpPr>
          <p:cNvPr id="1160" name="Google Shape;1160;p50"/>
          <p:cNvSpPr txBox="1">
            <a:spLocks noGrp="1"/>
          </p:cNvSpPr>
          <p:nvPr>
            <p:ph type="body" idx="1"/>
          </p:nvPr>
        </p:nvSpPr>
        <p:spPr>
          <a:xfrm>
            <a:off x="689423" y="1058018"/>
            <a:ext cx="4826400" cy="2683206"/>
          </a:xfrm>
          <a:prstGeom prst="rect">
            <a:avLst/>
          </a:prstGeom>
        </p:spPr>
        <p:txBody>
          <a:bodyPr spcFirstLastPara="1" wrap="square" lIns="91425" tIns="91425" rIns="91425" bIns="91425" anchor="t" anchorCtr="0">
            <a:noAutofit/>
          </a:bodyPr>
          <a:lstStyle/>
          <a:p>
            <a:pPr>
              <a:buClr>
                <a:schemeClr val="accent3"/>
              </a:buClr>
            </a:pPr>
            <a:r>
              <a:rPr lang="ru-RU" sz="1600" dirty="0">
                <a:solidFill>
                  <a:schemeClr val="accent6">
                    <a:lumMod val="25000"/>
                  </a:schemeClr>
                </a:solidFill>
                <a:latin typeface="Bahnschrift" panose="020B0502040204020203" pitchFamily="34" charset="0"/>
                <a:cs typeface="Times New Roman" panose="02020603050405020304" pitchFamily="18" charset="0"/>
              </a:rPr>
              <a:t>Собираемые предметы: предметы объёмом не более</a:t>
            </a:r>
            <a:r>
              <a:rPr lang="en-US" sz="1600" dirty="0">
                <a:solidFill>
                  <a:schemeClr val="accent6">
                    <a:lumMod val="25000"/>
                  </a:schemeClr>
                </a:solidFill>
                <a:latin typeface="Bahnschrift" panose="020B0502040204020203" pitchFamily="34" charset="0"/>
                <a:cs typeface="Times New Roman" panose="02020603050405020304" pitchFamily="18" charset="0"/>
              </a:rPr>
              <a:t> 36</a:t>
            </a:r>
            <a:r>
              <a:rPr lang="ru-RU" sz="1600" dirty="0">
                <a:solidFill>
                  <a:schemeClr val="accent6">
                    <a:lumMod val="25000"/>
                  </a:schemeClr>
                </a:solidFill>
                <a:latin typeface="Bahnschrift" panose="020B0502040204020203" pitchFamily="34" charset="0"/>
                <a:cs typeface="Times New Roman" panose="02020603050405020304" pitchFamily="18" charset="0"/>
              </a:rPr>
              <a:t> см^3, такие как окурки, крышки от бутылки, камни, ракушки</a:t>
            </a:r>
          </a:p>
          <a:p>
            <a:pPr>
              <a:lnSpc>
                <a:spcPct val="150000"/>
              </a:lnSpc>
              <a:buClr>
                <a:schemeClr val="accent3"/>
              </a:buClr>
            </a:pPr>
            <a:r>
              <a:rPr lang="ru-RU" sz="1600" dirty="0">
                <a:solidFill>
                  <a:schemeClr val="accent6">
                    <a:lumMod val="25000"/>
                  </a:schemeClr>
                </a:solidFill>
                <a:latin typeface="Bahnschrift" panose="020B0502040204020203" pitchFamily="34" charset="0"/>
                <a:cs typeface="Times New Roman" panose="02020603050405020304" pitchFamily="18" charset="0"/>
              </a:rPr>
              <a:t>Глубина сборки мусора: не менее 3 см</a:t>
            </a:r>
          </a:p>
          <a:p>
            <a:pPr>
              <a:lnSpc>
                <a:spcPct val="150000"/>
              </a:lnSpc>
              <a:buClr>
                <a:schemeClr val="accent3"/>
              </a:buClr>
            </a:pPr>
            <a:r>
              <a:rPr lang="ru-RU" sz="1600" dirty="0">
                <a:solidFill>
                  <a:schemeClr val="accent6">
                    <a:lumMod val="25000"/>
                  </a:schemeClr>
                </a:solidFill>
                <a:latin typeface="Bahnschrift" panose="020B0502040204020203" pitchFamily="34" charset="0"/>
                <a:cs typeface="Times New Roman" panose="02020603050405020304" pitchFamily="18" charset="0"/>
              </a:rPr>
              <a:t>Простота транспортировки</a:t>
            </a:r>
          </a:p>
          <a:p>
            <a:pPr>
              <a:lnSpc>
                <a:spcPct val="150000"/>
              </a:lnSpc>
              <a:buClr>
                <a:schemeClr val="accent3"/>
              </a:buClr>
            </a:pPr>
            <a:r>
              <a:rPr lang="ru-RU" sz="1600" dirty="0">
                <a:solidFill>
                  <a:schemeClr val="accent6">
                    <a:lumMod val="25000"/>
                  </a:schemeClr>
                </a:solidFill>
                <a:latin typeface="Bahnschrift" panose="020B0502040204020203" pitchFamily="34" charset="0"/>
                <a:cs typeface="Times New Roman" panose="02020603050405020304" pitchFamily="18" charset="0"/>
              </a:rPr>
              <a:t>Отсек для мусора объёмом не менее 1 л</a:t>
            </a:r>
          </a:p>
          <a:p>
            <a:pPr>
              <a:lnSpc>
                <a:spcPct val="150000"/>
              </a:lnSpc>
              <a:buClr>
                <a:schemeClr val="accent3"/>
              </a:buClr>
            </a:pPr>
            <a:r>
              <a:rPr lang="ru-RU" sz="1600" dirty="0">
                <a:solidFill>
                  <a:schemeClr val="accent6">
                    <a:lumMod val="25000"/>
                  </a:schemeClr>
                </a:solidFill>
                <a:latin typeface="Bahnschrift" panose="020B0502040204020203" pitchFamily="34" charset="0"/>
                <a:cs typeface="Times New Roman" panose="02020603050405020304" pitchFamily="18" charset="0"/>
              </a:rPr>
              <a:t>Автономная очистка поля</a:t>
            </a:r>
          </a:p>
          <a:p>
            <a:pPr>
              <a:lnSpc>
                <a:spcPct val="150000"/>
              </a:lnSpc>
              <a:buClr>
                <a:schemeClr val="accent3"/>
              </a:buClr>
            </a:pPr>
            <a:r>
              <a:rPr lang="ru-RU" sz="1600" dirty="0">
                <a:solidFill>
                  <a:schemeClr val="accent6">
                    <a:lumMod val="25000"/>
                  </a:schemeClr>
                </a:solidFill>
                <a:latin typeface="Bahnschrift" panose="020B0502040204020203" pitchFamily="34" charset="0"/>
                <a:cs typeface="Times New Roman" panose="02020603050405020304" pitchFamily="18" charset="0"/>
              </a:rPr>
              <a:t>Дополнительное управление с пульта</a:t>
            </a:r>
          </a:p>
        </p:txBody>
      </p:sp>
      <p:grpSp>
        <p:nvGrpSpPr>
          <p:cNvPr id="1161" name="Google Shape;1161;p50"/>
          <p:cNvGrpSpPr/>
          <p:nvPr/>
        </p:nvGrpSpPr>
        <p:grpSpPr>
          <a:xfrm>
            <a:off x="6128045" y="3138863"/>
            <a:ext cx="1710625" cy="1610749"/>
            <a:chOff x="4005375" y="2928625"/>
            <a:chExt cx="944575" cy="889425"/>
          </a:xfrm>
        </p:grpSpPr>
        <p:sp>
          <p:nvSpPr>
            <p:cNvPr id="1162" name="Google Shape;1162;p50"/>
            <p:cNvSpPr/>
            <p:nvPr/>
          </p:nvSpPr>
          <p:spPr>
            <a:xfrm>
              <a:off x="4697325" y="3356775"/>
              <a:ext cx="252625" cy="461275"/>
            </a:xfrm>
            <a:custGeom>
              <a:avLst/>
              <a:gdLst/>
              <a:ahLst/>
              <a:cxnLst/>
              <a:rect l="l" t="t" r="r" b="b"/>
              <a:pathLst>
                <a:path w="10105" h="18451" extrusionOk="0">
                  <a:moveTo>
                    <a:pt x="1330" y="1"/>
                  </a:moveTo>
                  <a:lnTo>
                    <a:pt x="1307" y="196"/>
                  </a:lnTo>
                  <a:cubicBezTo>
                    <a:pt x="1404" y="159"/>
                    <a:pt x="1502" y="134"/>
                    <a:pt x="1602" y="122"/>
                  </a:cubicBezTo>
                  <a:lnTo>
                    <a:pt x="1602" y="122"/>
                  </a:lnTo>
                  <a:cubicBezTo>
                    <a:pt x="1814" y="322"/>
                    <a:pt x="1874" y="730"/>
                    <a:pt x="1857" y="1055"/>
                  </a:cubicBezTo>
                  <a:cubicBezTo>
                    <a:pt x="1673" y="5110"/>
                    <a:pt x="1204" y="9154"/>
                    <a:pt x="459" y="13151"/>
                  </a:cubicBezTo>
                  <a:cubicBezTo>
                    <a:pt x="242" y="14297"/>
                    <a:pt x="1" y="15534"/>
                    <a:pt x="516" y="16588"/>
                  </a:cubicBezTo>
                  <a:cubicBezTo>
                    <a:pt x="975" y="17539"/>
                    <a:pt x="1971" y="18146"/>
                    <a:pt x="3014" y="18352"/>
                  </a:cubicBezTo>
                  <a:cubicBezTo>
                    <a:pt x="3362" y="18422"/>
                    <a:pt x="3717" y="18451"/>
                    <a:pt x="4072" y="18451"/>
                  </a:cubicBezTo>
                  <a:cubicBezTo>
                    <a:pt x="4768" y="18451"/>
                    <a:pt x="5470" y="18340"/>
                    <a:pt x="6152" y="18203"/>
                  </a:cubicBezTo>
                  <a:cubicBezTo>
                    <a:pt x="7332" y="17963"/>
                    <a:pt x="8592" y="17562"/>
                    <a:pt x="9303" y="16588"/>
                  </a:cubicBezTo>
                  <a:cubicBezTo>
                    <a:pt x="10104" y="15477"/>
                    <a:pt x="9967" y="13942"/>
                    <a:pt x="9520" y="12647"/>
                  </a:cubicBezTo>
                  <a:cubicBezTo>
                    <a:pt x="9073" y="11364"/>
                    <a:pt x="8352" y="10150"/>
                    <a:pt x="8088" y="8810"/>
                  </a:cubicBezTo>
                  <a:cubicBezTo>
                    <a:pt x="7939" y="8088"/>
                    <a:pt x="7916" y="7321"/>
                    <a:pt x="7561" y="6679"/>
                  </a:cubicBezTo>
                  <a:cubicBezTo>
                    <a:pt x="7309" y="6233"/>
                    <a:pt x="6920" y="5900"/>
                    <a:pt x="6553" y="5545"/>
                  </a:cubicBezTo>
                  <a:cubicBezTo>
                    <a:pt x="5614" y="4629"/>
                    <a:pt x="4812" y="3563"/>
                    <a:pt x="4182" y="2407"/>
                  </a:cubicBezTo>
                  <a:cubicBezTo>
                    <a:pt x="3873" y="1822"/>
                    <a:pt x="3586" y="1204"/>
                    <a:pt x="3117" y="734"/>
                  </a:cubicBezTo>
                  <a:cubicBezTo>
                    <a:pt x="2761" y="370"/>
                    <a:pt x="2268" y="111"/>
                    <a:pt x="1775" y="111"/>
                  </a:cubicBezTo>
                  <a:cubicBezTo>
                    <a:pt x="1718" y="111"/>
                    <a:pt x="1660" y="114"/>
                    <a:pt x="1602" y="122"/>
                  </a:cubicBezTo>
                  <a:lnTo>
                    <a:pt x="1602" y="122"/>
                  </a:lnTo>
                  <a:cubicBezTo>
                    <a:pt x="1530" y="54"/>
                    <a:pt x="1440" y="10"/>
                    <a:pt x="1330"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0"/>
            <p:cNvSpPr/>
            <p:nvPr/>
          </p:nvSpPr>
          <p:spPr>
            <a:xfrm>
              <a:off x="4707925" y="3292350"/>
              <a:ext cx="219975" cy="262975"/>
            </a:xfrm>
            <a:custGeom>
              <a:avLst/>
              <a:gdLst/>
              <a:ahLst/>
              <a:cxnLst/>
              <a:rect l="l" t="t" r="r" b="b"/>
              <a:pathLst>
                <a:path w="8799" h="10519" extrusionOk="0">
                  <a:moveTo>
                    <a:pt x="1043" y="1"/>
                  </a:moveTo>
                  <a:lnTo>
                    <a:pt x="1032" y="138"/>
                  </a:lnTo>
                  <a:cubicBezTo>
                    <a:pt x="516" y="1123"/>
                    <a:pt x="1" y="2211"/>
                    <a:pt x="241" y="3288"/>
                  </a:cubicBezTo>
                  <a:cubicBezTo>
                    <a:pt x="448" y="4205"/>
                    <a:pt x="1169" y="4903"/>
                    <a:pt x="1547" y="5762"/>
                  </a:cubicBezTo>
                  <a:cubicBezTo>
                    <a:pt x="1845" y="6427"/>
                    <a:pt x="1925" y="7171"/>
                    <a:pt x="2280" y="7801"/>
                  </a:cubicBezTo>
                  <a:cubicBezTo>
                    <a:pt x="2670" y="8477"/>
                    <a:pt x="3346" y="8947"/>
                    <a:pt x="3987" y="9382"/>
                  </a:cubicBezTo>
                  <a:cubicBezTo>
                    <a:pt x="4617" y="9806"/>
                    <a:pt x="5259" y="10230"/>
                    <a:pt x="5992" y="10425"/>
                  </a:cubicBezTo>
                  <a:cubicBezTo>
                    <a:pt x="6222" y="10486"/>
                    <a:pt x="6464" y="10519"/>
                    <a:pt x="6704" y="10519"/>
                  </a:cubicBezTo>
                  <a:cubicBezTo>
                    <a:pt x="7228" y="10519"/>
                    <a:pt x="7746" y="10362"/>
                    <a:pt x="8123" y="10001"/>
                  </a:cubicBezTo>
                  <a:cubicBezTo>
                    <a:pt x="8741" y="9394"/>
                    <a:pt x="8798" y="8386"/>
                    <a:pt x="8489" y="7572"/>
                  </a:cubicBezTo>
                  <a:cubicBezTo>
                    <a:pt x="8180" y="6771"/>
                    <a:pt x="7561" y="6118"/>
                    <a:pt x="6966" y="5499"/>
                  </a:cubicBezTo>
                  <a:cubicBezTo>
                    <a:pt x="5087" y="3563"/>
                    <a:pt x="3174" y="1650"/>
                    <a:pt x="1043" y="1"/>
                  </a:cubicBezTo>
                  <a:close/>
                </a:path>
              </a:pathLst>
            </a:custGeom>
            <a:solidFill>
              <a:srgbClr val="85E9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50"/>
            <p:cNvSpPr/>
            <p:nvPr/>
          </p:nvSpPr>
          <p:spPr>
            <a:xfrm>
              <a:off x="4714525" y="3278900"/>
              <a:ext cx="220250" cy="262975"/>
            </a:xfrm>
            <a:custGeom>
              <a:avLst/>
              <a:gdLst/>
              <a:ahLst/>
              <a:cxnLst/>
              <a:rect l="l" t="t" r="r" b="b"/>
              <a:pathLst>
                <a:path w="8810" h="10519" extrusionOk="0">
                  <a:moveTo>
                    <a:pt x="1043" y="0"/>
                  </a:moveTo>
                  <a:lnTo>
                    <a:pt x="1031" y="149"/>
                  </a:lnTo>
                  <a:cubicBezTo>
                    <a:pt x="527" y="1123"/>
                    <a:pt x="0" y="2211"/>
                    <a:pt x="252" y="3288"/>
                  </a:cubicBezTo>
                  <a:cubicBezTo>
                    <a:pt x="458" y="4204"/>
                    <a:pt x="1180" y="4903"/>
                    <a:pt x="1558" y="5762"/>
                  </a:cubicBezTo>
                  <a:cubicBezTo>
                    <a:pt x="1845" y="6426"/>
                    <a:pt x="1925" y="7171"/>
                    <a:pt x="2291" y="7801"/>
                  </a:cubicBezTo>
                  <a:cubicBezTo>
                    <a:pt x="2681" y="8477"/>
                    <a:pt x="3345" y="8947"/>
                    <a:pt x="3998" y="9382"/>
                  </a:cubicBezTo>
                  <a:cubicBezTo>
                    <a:pt x="4617" y="9806"/>
                    <a:pt x="5270" y="10241"/>
                    <a:pt x="5991" y="10424"/>
                  </a:cubicBezTo>
                  <a:cubicBezTo>
                    <a:pt x="6222" y="10486"/>
                    <a:pt x="6464" y="10518"/>
                    <a:pt x="6704" y="10518"/>
                  </a:cubicBezTo>
                  <a:cubicBezTo>
                    <a:pt x="7228" y="10518"/>
                    <a:pt x="7745" y="10362"/>
                    <a:pt x="8122" y="10000"/>
                  </a:cubicBezTo>
                  <a:cubicBezTo>
                    <a:pt x="8741" y="9405"/>
                    <a:pt x="8809" y="8385"/>
                    <a:pt x="8489" y="7583"/>
                  </a:cubicBezTo>
                  <a:cubicBezTo>
                    <a:pt x="8179" y="6770"/>
                    <a:pt x="7572" y="6117"/>
                    <a:pt x="6965" y="5499"/>
                  </a:cubicBezTo>
                  <a:cubicBezTo>
                    <a:pt x="5098" y="3563"/>
                    <a:pt x="3185" y="1650"/>
                    <a:pt x="10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50"/>
            <p:cNvSpPr/>
            <p:nvPr/>
          </p:nvSpPr>
          <p:spPr>
            <a:xfrm>
              <a:off x="4898950" y="3711600"/>
              <a:ext cx="19500" cy="29825"/>
            </a:xfrm>
            <a:custGeom>
              <a:avLst/>
              <a:gdLst/>
              <a:ahLst/>
              <a:cxnLst/>
              <a:rect l="l" t="t" r="r" b="b"/>
              <a:pathLst>
                <a:path w="780" h="1193" extrusionOk="0">
                  <a:moveTo>
                    <a:pt x="722" y="1"/>
                  </a:moveTo>
                  <a:lnTo>
                    <a:pt x="195" y="47"/>
                  </a:lnTo>
                  <a:lnTo>
                    <a:pt x="0" y="631"/>
                  </a:lnTo>
                  <a:lnTo>
                    <a:pt x="115" y="528"/>
                  </a:lnTo>
                  <a:cubicBezTo>
                    <a:pt x="172" y="574"/>
                    <a:pt x="562" y="906"/>
                    <a:pt x="539" y="1192"/>
                  </a:cubicBezTo>
                  <a:lnTo>
                    <a:pt x="756" y="585"/>
                  </a:lnTo>
                  <a:cubicBezTo>
                    <a:pt x="779" y="516"/>
                    <a:pt x="779" y="436"/>
                    <a:pt x="756" y="367"/>
                  </a:cubicBezTo>
                  <a:cubicBezTo>
                    <a:pt x="734" y="299"/>
                    <a:pt x="688" y="196"/>
                    <a:pt x="608" y="104"/>
                  </a:cubicBezTo>
                  <a:lnTo>
                    <a:pt x="7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50"/>
            <p:cNvSpPr/>
            <p:nvPr/>
          </p:nvSpPr>
          <p:spPr>
            <a:xfrm>
              <a:off x="4896375" y="3733375"/>
              <a:ext cx="15200" cy="16350"/>
            </a:xfrm>
            <a:custGeom>
              <a:avLst/>
              <a:gdLst/>
              <a:ahLst/>
              <a:cxnLst/>
              <a:rect l="l" t="t" r="r" b="b"/>
              <a:pathLst>
                <a:path w="608" h="654" extrusionOk="0">
                  <a:moveTo>
                    <a:pt x="459" y="0"/>
                  </a:moveTo>
                  <a:lnTo>
                    <a:pt x="0" y="58"/>
                  </a:lnTo>
                  <a:lnTo>
                    <a:pt x="92" y="653"/>
                  </a:lnTo>
                  <a:lnTo>
                    <a:pt x="436" y="585"/>
                  </a:lnTo>
                  <a:cubicBezTo>
                    <a:pt x="504" y="573"/>
                    <a:pt x="562" y="516"/>
                    <a:pt x="573" y="447"/>
                  </a:cubicBezTo>
                  <a:cubicBezTo>
                    <a:pt x="607" y="344"/>
                    <a:pt x="596" y="184"/>
                    <a:pt x="4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50"/>
            <p:cNvSpPr/>
            <p:nvPr/>
          </p:nvSpPr>
          <p:spPr>
            <a:xfrm>
              <a:off x="4867725" y="3695575"/>
              <a:ext cx="25800" cy="21775"/>
            </a:xfrm>
            <a:custGeom>
              <a:avLst/>
              <a:gdLst/>
              <a:ahLst/>
              <a:cxnLst/>
              <a:rect l="l" t="t" r="r" b="b"/>
              <a:pathLst>
                <a:path w="1032" h="871" extrusionOk="0">
                  <a:moveTo>
                    <a:pt x="1032" y="0"/>
                  </a:moveTo>
                  <a:lnTo>
                    <a:pt x="448" y="69"/>
                  </a:lnTo>
                  <a:cubicBezTo>
                    <a:pt x="390" y="81"/>
                    <a:pt x="322" y="115"/>
                    <a:pt x="276" y="172"/>
                  </a:cubicBezTo>
                  <a:cubicBezTo>
                    <a:pt x="230" y="218"/>
                    <a:pt x="184" y="310"/>
                    <a:pt x="138" y="447"/>
                  </a:cubicBezTo>
                  <a:lnTo>
                    <a:pt x="1" y="378"/>
                  </a:lnTo>
                  <a:lnTo>
                    <a:pt x="1" y="378"/>
                  </a:lnTo>
                  <a:lnTo>
                    <a:pt x="299" y="871"/>
                  </a:lnTo>
                  <a:lnTo>
                    <a:pt x="848" y="791"/>
                  </a:lnTo>
                  <a:lnTo>
                    <a:pt x="711" y="722"/>
                  </a:lnTo>
                  <a:cubicBezTo>
                    <a:pt x="722" y="653"/>
                    <a:pt x="803" y="103"/>
                    <a:pt x="10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0"/>
            <p:cNvSpPr/>
            <p:nvPr/>
          </p:nvSpPr>
          <p:spPr>
            <a:xfrm>
              <a:off x="4889500" y="3695500"/>
              <a:ext cx="17200" cy="19000"/>
            </a:xfrm>
            <a:custGeom>
              <a:avLst/>
              <a:gdLst/>
              <a:ahLst/>
              <a:cxnLst/>
              <a:rect l="l" t="t" r="r" b="b"/>
              <a:pathLst>
                <a:path w="688" h="760" extrusionOk="0">
                  <a:moveTo>
                    <a:pt x="332" y="0"/>
                  </a:moveTo>
                  <a:cubicBezTo>
                    <a:pt x="321" y="0"/>
                    <a:pt x="310" y="1"/>
                    <a:pt x="298" y="3"/>
                  </a:cubicBezTo>
                  <a:cubicBezTo>
                    <a:pt x="207" y="26"/>
                    <a:pt x="81" y="106"/>
                    <a:pt x="0" y="324"/>
                  </a:cubicBezTo>
                  <a:lnTo>
                    <a:pt x="252" y="759"/>
                  </a:lnTo>
                  <a:lnTo>
                    <a:pt x="688" y="381"/>
                  </a:lnTo>
                  <a:lnTo>
                    <a:pt x="470" y="72"/>
                  </a:lnTo>
                  <a:cubicBezTo>
                    <a:pt x="441" y="24"/>
                    <a:pt x="389" y="0"/>
                    <a:pt x="3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50"/>
            <p:cNvSpPr/>
            <p:nvPr/>
          </p:nvSpPr>
          <p:spPr>
            <a:xfrm>
              <a:off x="4864875" y="3730225"/>
              <a:ext cx="26375" cy="25500"/>
            </a:xfrm>
            <a:custGeom>
              <a:avLst/>
              <a:gdLst/>
              <a:ahLst/>
              <a:cxnLst/>
              <a:rect l="l" t="t" r="r" b="b"/>
              <a:pathLst>
                <a:path w="1055" h="1020" extrusionOk="0">
                  <a:moveTo>
                    <a:pt x="722" y="0"/>
                  </a:moveTo>
                  <a:lnTo>
                    <a:pt x="733" y="172"/>
                  </a:lnTo>
                  <a:cubicBezTo>
                    <a:pt x="695" y="188"/>
                    <a:pt x="469" y="271"/>
                    <a:pt x="263" y="271"/>
                  </a:cubicBezTo>
                  <a:cubicBezTo>
                    <a:pt x="163" y="271"/>
                    <a:pt x="68" y="251"/>
                    <a:pt x="0" y="195"/>
                  </a:cubicBezTo>
                  <a:lnTo>
                    <a:pt x="0" y="195"/>
                  </a:lnTo>
                  <a:lnTo>
                    <a:pt x="344" y="734"/>
                  </a:lnTo>
                  <a:cubicBezTo>
                    <a:pt x="378" y="791"/>
                    <a:pt x="436" y="837"/>
                    <a:pt x="504" y="848"/>
                  </a:cubicBezTo>
                  <a:cubicBezTo>
                    <a:pt x="542" y="861"/>
                    <a:pt x="587" y="870"/>
                    <a:pt x="640" y="870"/>
                  </a:cubicBezTo>
                  <a:cubicBezTo>
                    <a:pt x="684" y="870"/>
                    <a:pt x="734" y="864"/>
                    <a:pt x="791" y="848"/>
                  </a:cubicBezTo>
                  <a:lnTo>
                    <a:pt x="802" y="1020"/>
                  </a:lnTo>
                  <a:lnTo>
                    <a:pt x="1054" y="493"/>
                  </a:lnTo>
                  <a:lnTo>
                    <a:pt x="7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50"/>
            <p:cNvSpPr/>
            <p:nvPr/>
          </p:nvSpPr>
          <p:spPr>
            <a:xfrm>
              <a:off x="4862000" y="3717900"/>
              <a:ext cx="16650" cy="17600"/>
            </a:xfrm>
            <a:custGeom>
              <a:avLst/>
              <a:gdLst/>
              <a:ahLst/>
              <a:cxnLst/>
              <a:rect l="l" t="t" r="r" b="b"/>
              <a:pathLst>
                <a:path w="666" h="704" extrusionOk="0">
                  <a:moveTo>
                    <a:pt x="161" y="1"/>
                  </a:moveTo>
                  <a:lnTo>
                    <a:pt x="24" y="356"/>
                  </a:lnTo>
                  <a:cubicBezTo>
                    <a:pt x="1" y="425"/>
                    <a:pt x="12" y="505"/>
                    <a:pt x="58" y="562"/>
                  </a:cubicBezTo>
                  <a:cubicBezTo>
                    <a:pt x="119" y="633"/>
                    <a:pt x="224" y="704"/>
                    <a:pt x="389" y="704"/>
                  </a:cubicBezTo>
                  <a:cubicBezTo>
                    <a:pt x="411" y="704"/>
                    <a:pt x="435" y="702"/>
                    <a:pt x="459" y="700"/>
                  </a:cubicBezTo>
                  <a:lnTo>
                    <a:pt x="665" y="241"/>
                  </a:lnTo>
                  <a:lnTo>
                    <a:pt x="1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50"/>
            <p:cNvSpPr/>
            <p:nvPr/>
          </p:nvSpPr>
          <p:spPr>
            <a:xfrm>
              <a:off x="4486000" y="3616250"/>
              <a:ext cx="215075" cy="111700"/>
            </a:xfrm>
            <a:custGeom>
              <a:avLst/>
              <a:gdLst/>
              <a:ahLst/>
              <a:cxnLst/>
              <a:rect l="l" t="t" r="r" b="b"/>
              <a:pathLst>
                <a:path w="8603" h="4468" extrusionOk="0">
                  <a:moveTo>
                    <a:pt x="1249" y="0"/>
                  </a:moveTo>
                  <a:cubicBezTo>
                    <a:pt x="836" y="2944"/>
                    <a:pt x="0" y="3941"/>
                    <a:pt x="974" y="4113"/>
                  </a:cubicBezTo>
                  <a:cubicBezTo>
                    <a:pt x="1798" y="4262"/>
                    <a:pt x="7446" y="4468"/>
                    <a:pt x="7446" y="4468"/>
                  </a:cubicBezTo>
                  <a:cubicBezTo>
                    <a:pt x="7881" y="4468"/>
                    <a:pt x="8603" y="3872"/>
                    <a:pt x="8110" y="3723"/>
                  </a:cubicBezTo>
                  <a:cubicBezTo>
                    <a:pt x="7664" y="3586"/>
                    <a:pt x="6655" y="3345"/>
                    <a:pt x="6243" y="3116"/>
                  </a:cubicBezTo>
                  <a:lnTo>
                    <a:pt x="3895" y="1776"/>
                  </a:lnTo>
                  <a:cubicBezTo>
                    <a:pt x="3665" y="1840"/>
                    <a:pt x="3454" y="1869"/>
                    <a:pt x="3260" y="1869"/>
                  </a:cubicBezTo>
                  <a:cubicBezTo>
                    <a:pt x="1693" y="1869"/>
                    <a:pt x="1249" y="0"/>
                    <a:pt x="1249" y="0"/>
                  </a:cubicBezTo>
                  <a:close/>
                </a:path>
              </a:pathLst>
            </a:custGeom>
            <a:solidFill>
              <a:srgbClr val="EC91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50"/>
            <p:cNvSpPr/>
            <p:nvPr/>
          </p:nvSpPr>
          <p:spPr>
            <a:xfrm>
              <a:off x="4315875" y="3296475"/>
              <a:ext cx="339675" cy="378225"/>
            </a:xfrm>
            <a:custGeom>
              <a:avLst/>
              <a:gdLst/>
              <a:ahLst/>
              <a:cxnLst/>
              <a:rect l="l" t="t" r="r" b="b"/>
              <a:pathLst>
                <a:path w="13587" h="15129" extrusionOk="0">
                  <a:moveTo>
                    <a:pt x="11845" y="0"/>
                  </a:moveTo>
                  <a:cubicBezTo>
                    <a:pt x="11796" y="0"/>
                    <a:pt x="11746" y="2"/>
                    <a:pt x="11696" y="7"/>
                  </a:cubicBezTo>
                  <a:cubicBezTo>
                    <a:pt x="10769" y="88"/>
                    <a:pt x="9738" y="351"/>
                    <a:pt x="9016" y="351"/>
                  </a:cubicBezTo>
                  <a:lnTo>
                    <a:pt x="1" y="1325"/>
                  </a:lnTo>
                  <a:lnTo>
                    <a:pt x="1696" y="6571"/>
                  </a:lnTo>
                  <a:lnTo>
                    <a:pt x="8729" y="5380"/>
                  </a:lnTo>
                  <a:lnTo>
                    <a:pt x="7767" y="15128"/>
                  </a:lnTo>
                  <a:lnTo>
                    <a:pt x="10597" y="15048"/>
                  </a:lnTo>
                  <a:lnTo>
                    <a:pt x="13586" y="1645"/>
                  </a:lnTo>
                  <a:cubicBezTo>
                    <a:pt x="13424" y="746"/>
                    <a:pt x="12707" y="0"/>
                    <a:pt x="11845" y="0"/>
                  </a:cubicBezTo>
                  <a:close/>
                </a:path>
              </a:pathLst>
            </a:custGeom>
            <a:solidFill>
              <a:srgbClr val="EC91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50"/>
            <p:cNvSpPr/>
            <p:nvPr/>
          </p:nvSpPr>
          <p:spPr>
            <a:xfrm>
              <a:off x="4414975" y="3293775"/>
              <a:ext cx="135175" cy="163800"/>
            </a:xfrm>
            <a:custGeom>
              <a:avLst/>
              <a:gdLst/>
              <a:ahLst/>
              <a:cxnLst/>
              <a:rect l="l" t="t" r="r" b="b"/>
              <a:pathLst>
                <a:path w="5407" h="6552" extrusionOk="0">
                  <a:moveTo>
                    <a:pt x="5407" y="1"/>
                  </a:moveTo>
                  <a:lnTo>
                    <a:pt x="0" y="608"/>
                  </a:lnTo>
                  <a:lnTo>
                    <a:pt x="229" y="6530"/>
                  </a:lnTo>
                  <a:cubicBezTo>
                    <a:pt x="229" y="6530"/>
                    <a:pt x="623" y="6552"/>
                    <a:pt x="1163" y="6552"/>
                  </a:cubicBezTo>
                  <a:cubicBezTo>
                    <a:pt x="2153" y="6552"/>
                    <a:pt x="3633" y="6480"/>
                    <a:pt x="4078" y="6072"/>
                  </a:cubicBezTo>
                  <a:cubicBezTo>
                    <a:pt x="5224" y="5018"/>
                    <a:pt x="5407" y="1"/>
                    <a:pt x="5407" y="1"/>
                  </a:cubicBezTo>
                  <a:close/>
                </a:path>
              </a:pathLst>
            </a:custGeom>
            <a:solidFill>
              <a:srgbClr val="EB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0"/>
            <p:cNvSpPr/>
            <p:nvPr/>
          </p:nvSpPr>
          <p:spPr>
            <a:xfrm>
              <a:off x="4005375" y="3563750"/>
              <a:ext cx="175100" cy="151800"/>
            </a:xfrm>
            <a:custGeom>
              <a:avLst/>
              <a:gdLst/>
              <a:ahLst/>
              <a:cxnLst/>
              <a:rect l="l" t="t" r="r" b="b"/>
              <a:pathLst>
                <a:path w="7004" h="6072" extrusionOk="0">
                  <a:moveTo>
                    <a:pt x="1484" y="0"/>
                  </a:moveTo>
                  <a:cubicBezTo>
                    <a:pt x="845" y="0"/>
                    <a:pt x="509" y="2959"/>
                    <a:pt x="49" y="5594"/>
                  </a:cubicBezTo>
                  <a:cubicBezTo>
                    <a:pt x="1" y="5853"/>
                    <a:pt x="643" y="6071"/>
                    <a:pt x="1059" y="6071"/>
                  </a:cubicBezTo>
                  <a:cubicBezTo>
                    <a:pt x="1433" y="6071"/>
                    <a:pt x="1622" y="5894"/>
                    <a:pt x="954" y="5411"/>
                  </a:cubicBezTo>
                  <a:lnTo>
                    <a:pt x="2512" y="2948"/>
                  </a:lnTo>
                  <a:cubicBezTo>
                    <a:pt x="2979" y="3005"/>
                    <a:pt x="3385" y="3030"/>
                    <a:pt x="3736" y="3030"/>
                  </a:cubicBezTo>
                  <a:cubicBezTo>
                    <a:pt x="7003" y="3030"/>
                    <a:pt x="5593" y="817"/>
                    <a:pt x="5593" y="817"/>
                  </a:cubicBezTo>
                  <a:lnTo>
                    <a:pt x="5593" y="817"/>
                  </a:lnTo>
                  <a:cubicBezTo>
                    <a:pt x="5593" y="817"/>
                    <a:pt x="5478" y="821"/>
                    <a:pt x="5286" y="821"/>
                  </a:cubicBezTo>
                  <a:cubicBezTo>
                    <a:pt x="4506" y="821"/>
                    <a:pt x="2457" y="755"/>
                    <a:pt x="1676" y="84"/>
                  </a:cubicBezTo>
                  <a:cubicBezTo>
                    <a:pt x="1609" y="27"/>
                    <a:pt x="1545" y="0"/>
                    <a:pt x="1484" y="0"/>
                  </a:cubicBezTo>
                  <a:close/>
                </a:path>
              </a:pathLst>
            </a:custGeom>
            <a:solidFill>
              <a:srgbClr val="F89D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0"/>
            <p:cNvSpPr/>
            <p:nvPr/>
          </p:nvSpPr>
          <p:spPr>
            <a:xfrm>
              <a:off x="4068150" y="3297800"/>
              <a:ext cx="387225" cy="400725"/>
            </a:xfrm>
            <a:custGeom>
              <a:avLst/>
              <a:gdLst/>
              <a:ahLst/>
              <a:cxnLst/>
              <a:rect l="l" t="t" r="r" b="b"/>
              <a:pathLst>
                <a:path w="15489" h="16029" extrusionOk="0">
                  <a:moveTo>
                    <a:pt x="7802" y="0"/>
                  </a:moveTo>
                  <a:cubicBezTo>
                    <a:pt x="7802" y="0"/>
                    <a:pt x="5614" y="1730"/>
                    <a:pt x="6794" y="5109"/>
                  </a:cubicBezTo>
                  <a:cubicBezTo>
                    <a:pt x="7962" y="8488"/>
                    <a:pt x="9165" y="11283"/>
                    <a:pt x="9165" y="11283"/>
                  </a:cubicBezTo>
                  <a:lnTo>
                    <a:pt x="975" y="11375"/>
                  </a:lnTo>
                  <a:lnTo>
                    <a:pt x="1" y="13586"/>
                  </a:lnTo>
                  <a:cubicBezTo>
                    <a:pt x="1" y="13586"/>
                    <a:pt x="10035" y="16029"/>
                    <a:pt x="13496" y="16029"/>
                  </a:cubicBezTo>
                  <a:cubicBezTo>
                    <a:pt x="14119" y="16029"/>
                    <a:pt x="14529" y="15949"/>
                    <a:pt x="14629" y="15762"/>
                  </a:cubicBezTo>
                  <a:cubicBezTo>
                    <a:pt x="15488" y="14136"/>
                    <a:pt x="14091" y="3620"/>
                    <a:pt x="14091" y="3620"/>
                  </a:cubicBezTo>
                  <a:lnTo>
                    <a:pt x="7802" y="0"/>
                  </a:lnTo>
                  <a:close/>
                </a:path>
              </a:pathLst>
            </a:custGeom>
            <a:solidFill>
              <a:srgbClr val="F89D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0"/>
            <p:cNvSpPr/>
            <p:nvPr/>
          </p:nvSpPr>
          <p:spPr>
            <a:xfrm>
              <a:off x="4217650" y="3298650"/>
              <a:ext cx="249450" cy="239450"/>
            </a:xfrm>
            <a:custGeom>
              <a:avLst/>
              <a:gdLst/>
              <a:ahLst/>
              <a:cxnLst/>
              <a:rect l="l" t="t" r="r" b="b"/>
              <a:pathLst>
                <a:path w="9978" h="9578" extrusionOk="0">
                  <a:moveTo>
                    <a:pt x="1501" y="1"/>
                  </a:moveTo>
                  <a:cubicBezTo>
                    <a:pt x="1501" y="1"/>
                    <a:pt x="253" y="825"/>
                    <a:pt x="46" y="3380"/>
                  </a:cubicBezTo>
                  <a:cubicBezTo>
                    <a:pt x="0" y="3941"/>
                    <a:pt x="23" y="4502"/>
                    <a:pt x="92" y="5052"/>
                  </a:cubicBezTo>
                  <a:cubicBezTo>
                    <a:pt x="184" y="5820"/>
                    <a:pt x="413" y="6564"/>
                    <a:pt x="711" y="7275"/>
                  </a:cubicBezTo>
                  <a:lnTo>
                    <a:pt x="1650" y="9543"/>
                  </a:lnTo>
                  <a:lnTo>
                    <a:pt x="9062" y="9577"/>
                  </a:lnTo>
                  <a:cubicBezTo>
                    <a:pt x="9978" y="8054"/>
                    <a:pt x="8729" y="4044"/>
                    <a:pt x="8729" y="4044"/>
                  </a:cubicBezTo>
                  <a:lnTo>
                    <a:pt x="1501" y="1"/>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0"/>
            <p:cNvSpPr/>
            <p:nvPr/>
          </p:nvSpPr>
          <p:spPr>
            <a:xfrm>
              <a:off x="4769800" y="3222075"/>
              <a:ext cx="69325" cy="78325"/>
            </a:xfrm>
            <a:custGeom>
              <a:avLst/>
              <a:gdLst/>
              <a:ahLst/>
              <a:cxnLst/>
              <a:rect l="l" t="t" r="r" b="b"/>
              <a:pathLst>
                <a:path w="2773" h="3133" extrusionOk="0">
                  <a:moveTo>
                    <a:pt x="1609" y="0"/>
                  </a:moveTo>
                  <a:cubicBezTo>
                    <a:pt x="1595" y="0"/>
                    <a:pt x="1581" y="2"/>
                    <a:pt x="1569" y="5"/>
                  </a:cubicBezTo>
                  <a:cubicBezTo>
                    <a:pt x="1558" y="612"/>
                    <a:pt x="607" y="1563"/>
                    <a:pt x="607" y="1563"/>
                  </a:cubicBezTo>
                  <a:lnTo>
                    <a:pt x="46" y="1884"/>
                  </a:lnTo>
                  <a:cubicBezTo>
                    <a:pt x="0" y="1907"/>
                    <a:pt x="1123" y="3132"/>
                    <a:pt x="1123" y="3132"/>
                  </a:cubicBezTo>
                  <a:cubicBezTo>
                    <a:pt x="1123" y="3132"/>
                    <a:pt x="1993" y="2846"/>
                    <a:pt x="2772" y="2560"/>
                  </a:cubicBezTo>
                  <a:cubicBezTo>
                    <a:pt x="2715" y="2033"/>
                    <a:pt x="2658" y="1506"/>
                    <a:pt x="2589" y="979"/>
                  </a:cubicBezTo>
                  <a:cubicBezTo>
                    <a:pt x="2578" y="910"/>
                    <a:pt x="2578" y="830"/>
                    <a:pt x="2589" y="773"/>
                  </a:cubicBezTo>
                  <a:lnTo>
                    <a:pt x="2589" y="773"/>
                  </a:lnTo>
                  <a:cubicBezTo>
                    <a:pt x="2142" y="910"/>
                    <a:pt x="1741" y="1047"/>
                    <a:pt x="1741" y="1047"/>
                  </a:cubicBezTo>
                  <a:cubicBezTo>
                    <a:pt x="1741" y="1047"/>
                    <a:pt x="2005" y="601"/>
                    <a:pt x="1844" y="154"/>
                  </a:cubicBezTo>
                  <a:cubicBezTo>
                    <a:pt x="1815" y="56"/>
                    <a:pt x="1694" y="0"/>
                    <a:pt x="1609" y="0"/>
                  </a:cubicBezTo>
                  <a:close/>
                </a:path>
              </a:pathLst>
            </a:custGeom>
            <a:solidFill>
              <a:srgbClr val="EC91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50"/>
            <p:cNvSpPr/>
            <p:nvPr/>
          </p:nvSpPr>
          <p:spPr>
            <a:xfrm>
              <a:off x="4526650" y="3171500"/>
              <a:ext cx="293575" cy="182875"/>
            </a:xfrm>
            <a:custGeom>
              <a:avLst/>
              <a:gdLst/>
              <a:ahLst/>
              <a:cxnLst/>
              <a:rect l="l" t="t" r="r" b="b"/>
              <a:pathLst>
                <a:path w="11743" h="7315" extrusionOk="0">
                  <a:moveTo>
                    <a:pt x="2647" y="1"/>
                  </a:moveTo>
                  <a:lnTo>
                    <a:pt x="1" y="1043"/>
                  </a:lnTo>
                  <a:cubicBezTo>
                    <a:pt x="1" y="1043"/>
                    <a:pt x="1467" y="4628"/>
                    <a:pt x="2899" y="6461"/>
                  </a:cubicBezTo>
                  <a:cubicBezTo>
                    <a:pt x="3381" y="7077"/>
                    <a:pt x="4106" y="7315"/>
                    <a:pt x="4937" y="7315"/>
                  </a:cubicBezTo>
                  <a:cubicBezTo>
                    <a:pt x="7736" y="7315"/>
                    <a:pt x="11742" y="4617"/>
                    <a:pt x="11742" y="4617"/>
                  </a:cubicBezTo>
                  <a:lnTo>
                    <a:pt x="11101" y="3162"/>
                  </a:lnTo>
                  <a:cubicBezTo>
                    <a:pt x="11101" y="3162"/>
                    <a:pt x="6375" y="4758"/>
                    <a:pt x="5796" y="4758"/>
                  </a:cubicBezTo>
                  <a:cubicBezTo>
                    <a:pt x="5764" y="4758"/>
                    <a:pt x="5745" y="4753"/>
                    <a:pt x="5740" y="4743"/>
                  </a:cubicBezTo>
                  <a:cubicBezTo>
                    <a:pt x="4858" y="3196"/>
                    <a:pt x="2647" y="1"/>
                    <a:pt x="2647" y="1"/>
                  </a:cubicBezTo>
                  <a:close/>
                </a:path>
              </a:pathLst>
            </a:custGeom>
            <a:solidFill>
              <a:srgbClr val="EC91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50"/>
            <p:cNvSpPr/>
            <p:nvPr/>
          </p:nvSpPr>
          <p:spPr>
            <a:xfrm>
              <a:off x="4460500" y="3096775"/>
              <a:ext cx="195325" cy="191675"/>
            </a:xfrm>
            <a:custGeom>
              <a:avLst/>
              <a:gdLst/>
              <a:ahLst/>
              <a:cxnLst/>
              <a:rect l="l" t="t" r="r" b="b"/>
              <a:pathLst>
                <a:path w="7813" h="7667" extrusionOk="0">
                  <a:moveTo>
                    <a:pt x="2130" y="1"/>
                  </a:moveTo>
                  <a:cubicBezTo>
                    <a:pt x="1990" y="1"/>
                    <a:pt x="1860" y="33"/>
                    <a:pt x="1742" y="103"/>
                  </a:cubicBezTo>
                  <a:cubicBezTo>
                    <a:pt x="0" y="1111"/>
                    <a:pt x="4331" y="7572"/>
                    <a:pt x="4342" y="7663"/>
                  </a:cubicBezTo>
                  <a:cubicBezTo>
                    <a:pt x="4343" y="7666"/>
                    <a:pt x="4346" y="7667"/>
                    <a:pt x="4351" y="7667"/>
                  </a:cubicBezTo>
                  <a:cubicBezTo>
                    <a:pt x="4542" y="7667"/>
                    <a:pt x="7813" y="6037"/>
                    <a:pt x="7813" y="6037"/>
                  </a:cubicBezTo>
                  <a:cubicBezTo>
                    <a:pt x="7813" y="6037"/>
                    <a:pt x="4044" y="1"/>
                    <a:pt x="21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0"/>
            <p:cNvSpPr/>
            <p:nvPr/>
          </p:nvSpPr>
          <p:spPr>
            <a:xfrm>
              <a:off x="4783250" y="3220175"/>
              <a:ext cx="55300" cy="82800"/>
            </a:xfrm>
            <a:custGeom>
              <a:avLst/>
              <a:gdLst/>
              <a:ahLst/>
              <a:cxnLst/>
              <a:rect l="l" t="t" r="r" b="b"/>
              <a:pathLst>
                <a:path w="2212" h="3312" extrusionOk="0">
                  <a:moveTo>
                    <a:pt x="1192" y="1"/>
                  </a:moveTo>
                  <a:lnTo>
                    <a:pt x="1" y="1627"/>
                  </a:lnTo>
                  <a:lnTo>
                    <a:pt x="195" y="3311"/>
                  </a:lnTo>
                  <a:lnTo>
                    <a:pt x="2211" y="3071"/>
                  </a:lnTo>
                  <a:lnTo>
                    <a:pt x="1192" y="1"/>
                  </a:lnTo>
                  <a:close/>
                </a:path>
              </a:pathLst>
            </a:custGeom>
            <a:solidFill>
              <a:srgbClr val="EC91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0"/>
            <p:cNvSpPr/>
            <p:nvPr/>
          </p:nvSpPr>
          <p:spPr>
            <a:xfrm>
              <a:off x="4804725" y="3113950"/>
              <a:ext cx="88525" cy="244000"/>
            </a:xfrm>
            <a:custGeom>
              <a:avLst/>
              <a:gdLst/>
              <a:ahLst/>
              <a:cxnLst/>
              <a:rect l="l" t="t" r="r" b="b"/>
              <a:pathLst>
                <a:path w="3541" h="9760" extrusionOk="0">
                  <a:moveTo>
                    <a:pt x="2475" y="0"/>
                  </a:moveTo>
                  <a:lnTo>
                    <a:pt x="1788" y="11"/>
                  </a:lnTo>
                  <a:lnTo>
                    <a:pt x="1032" y="11"/>
                  </a:lnTo>
                  <a:cubicBezTo>
                    <a:pt x="1032" y="11"/>
                    <a:pt x="1226" y="550"/>
                    <a:pt x="665" y="1856"/>
                  </a:cubicBezTo>
                  <a:cubicBezTo>
                    <a:pt x="596" y="1993"/>
                    <a:pt x="528" y="2119"/>
                    <a:pt x="459" y="2257"/>
                  </a:cubicBezTo>
                  <a:cubicBezTo>
                    <a:pt x="333" y="2509"/>
                    <a:pt x="1" y="3288"/>
                    <a:pt x="46" y="4800"/>
                  </a:cubicBezTo>
                  <a:cubicBezTo>
                    <a:pt x="92" y="6140"/>
                    <a:pt x="92" y="8099"/>
                    <a:pt x="81" y="9107"/>
                  </a:cubicBezTo>
                  <a:cubicBezTo>
                    <a:pt x="81" y="9462"/>
                    <a:pt x="379" y="9760"/>
                    <a:pt x="734" y="9760"/>
                  </a:cubicBezTo>
                  <a:lnTo>
                    <a:pt x="1696" y="9748"/>
                  </a:lnTo>
                  <a:lnTo>
                    <a:pt x="1925" y="9748"/>
                  </a:lnTo>
                  <a:lnTo>
                    <a:pt x="2899" y="9737"/>
                  </a:lnTo>
                  <a:cubicBezTo>
                    <a:pt x="3254" y="9737"/>
                    <a:pt x="3540" y="9439"/>
                    <a:pt x="3540" y="9084"/>
                  </a:cubicBezTo>
                  <a:cubicBezTo>
                    <a:pt x="3517" y="8076"/>
                    <a:pt x="3483" y="6117"/>
                    <a:pt x="3517" y="4777"/>
                  </a:cubicBezTo>
                  <a:cubicBezTo>
                    <a:pt x="3540" y="3265"/>
                    <a:pt x="3208" y="2486"/>
                    <a:pt x="3071" y="2234"/>
                  </a:cubicBezTo>
                  <a:cubicBezTo>
                    <a:pt x="3002" y="2108"/>
                    <a:pt x="2933" y="1970"/>
                    <a:pt x="2864" y="1833"/>
                  </a:cubicBezTo>
                  <a:cubicBezTo>
                    <a:pt x="2280" y="550"/>
                    <a:pt x="2475" y="0"/>
                    <a:pt x="2475" y="0"/>
                  </a:cubicBez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50"/>
            <p:cNvSpPr/>
            <p:nvPr/>
          </p:nvSpPr>
          <p:spPr>
            <a:xfrm>
              <a:off x="4829925" y="3101625"/>
              <a:ext cx="38125" cy="18650"/>
            </a:xfrm>
            <a:custGeom>
              <a:avLst/>
              <a:gdLst/>
              <a:ahLst/>
              <a:cxnLst/>
              <a:rect l="l" t="t" r="r" b="b"/>
              <a:pathLst>
                <a:path w="1525" h="746" extrusionOk="0">
                  <a:moveTo>
                    <a:pt x="1513" y="0"/>
                  </a:moveTo>
                  <a:lnTo>
                    <a:pt x="1" y="12"/>
                  </a:lnTo>
                  <a:lnTo>
                    <a:pt x="1" y="745"/>
                  </a:lnTo>
                  <a:lnTo>
                    <a:pt x="1524" y="745"/>
                  </a:lnTo>
                  <a:lnTo>
                    <a:pt x="1513" y="0"/>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50"/>
            <p:cNvSpPr/>
            <p:nvPr/>
          </p:nvSpPr>
          <p:spPr>
            <a:xfrm>
              <a:off x="4869725" y="3224725"/>
              <a:ext cx="40050" cy="32450"/>
            </a:xfrm>
            <a:custGeom>
              <a:avLst/>
              <a:gdLst/>
              <a:ahLst/>
              <a:cxnLst/>
              <a:rect l="l" t="t" r="r" b="b"/>
              <a:pathLst>
                <a:path w="1602" h="1298" extrusionOk="0">
                  <a:moveTo>
                    <a:pt x="985" y="0"/>
                  </a:moveTo>
                  <a:cubicBezTo>
                    <a:pt x="957" y="0"/>
                    <a:pt x="940" y="2"/>
                    <a:pt x="940" y="2"/>
                  </a:cubicBezTo>
                  <a:lnTo>
                    <a:pt x="917" y="518"/>
                  </a:lnTo>
                  <a:lnTo>
                    <a:pt x="184" y="747"/>
                  </a:lnTo>
                  <a:cubicBezTo>
                    <a:pt x="70" y="781"/>
                    <a:pt x="1" y="907"/>
                    <a:pt x="12" y="1045"/>
                  </a:cubicBezTo>
                  <a:cubicBezTo>
                    <a:pt x="34" y="1187"/>
                    <a:pt x="140" y="1297"/>
                    <a:pt x="259" y="1297"/>
                  </a:cubicBezTo>
                  <a:cubicBezTo>
                    <a:pt x="264" y="1297"/>
                    <a:pt x="270" y="1297"/>
                    <a:pt x="276" y="1297"/>
                  </a:cubicBezTo>
                  <a:cubicBezTo>
                    <a:pt x="1387" y="1228"/>
                    <a:pt x="1582" y="770"/>
                    <a:pt x="1582" y="770"/>
                  </a:cubicBezTo>
                  <a:cubicBezTo>
                    <a:pt x="1601" y="57"/>
                    <a:pt x="1134" y="0"/>
                    <a:pt x="985" y="0"/>
                  </a:cubicBezTo>
                  <a:close/>
                </a:path>
              </a:pathLst>
            </a:custGeom>
            <a:solidFill>
              <a:srgbClr val="F79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50"/>
            <p:cNvSpPr/>
            <p:nvPr/>
          </p:nvSpPr>
          <p:spPr>
            <a:xfrm>
              <a:off x="4871425" y="3243950"/>
              <a:ext cx="43300" cy="44800"/>
            </a:xfrm>
            <a:custGeom>
              <a:avLst/>
              <a:gdLst/>
              <a:ahLst/>
              <a:cxnLst/>
              <a:rect l="l" t="t" r="r" b="b"/>
              <a:pathLst>
                <a:path w="1732" h="1792" extrusionOk="0">
                  <a:moveTo>
                    <a:pt x="1514" y="1"/>
                  </a:moveTo>
                  <a:cubicBezTo>
                    <a:pt x="1514" y="1"/>
                    <a:pt x="59" y="46"/>
                    <a:pt x="25" y="516"/>
                  </a:cubicBezTo>
                  <a:cubicBezTo>
                    <a:pt x="1" y="832"/>
                    <a:pt x="157" y="881"/>
                    <a:pt x="256" y="881"/>
                  </a:cubicBezTo>
                  <a:cubicBezTo>
                    <a:pt x="301" y="881"/>
                    <a:pt x="334" y="871"/>
                    <a:pt x="334" y="871"/>
                  </a:cubicBezTo>
                  <a:lnTo>
                    <a:pt x="334" y="871"/>
                  </a:lnTo>
                  <a:cubicBezTo>
                    <a:pt x="242" y="917"/>
                    <a:pt x="174" y="997"/>
                    <a:pt x="196" y="1135"/>
                  </a:cubicBezTo>
                  <a:cubicBezTo>
                    <a:pt x="208" y="1261"/>
                    <a:pt x="368" y="1329"/>
                    <a:pt x="368" y="1329"/>
                  </a:cubicBezTo>
                  <a:cubicBezTo>
                    <a:pt x="300" y="1375"/>
                    <a:pt x="311" y="1398"/>
                    <a:pt x="311" y="1455"/>
                  </a:cubicBezTo>
                  <a:cubicBezTo>
                    <a:pt x="300" y="1536"/>
                    <a:pt x="322" y="1604"/>
                    <a:pt x="380" y="1639"/>
                  </a:cubicBezTo>
                  <a:cubicBezTo>
                    <a:pt x="555" y="1761"/>
                    <a:pt x="787" y="1791"/>
                    <a:pt x="990" y="1791"/>
                  </a:cubicBezTo>
                  <a:cubicBezTo>
                    <a:pt x="1091" y="1791"/>
                    <a:pt x="1185" y="1784"/>
                    <a:pt x="1262" y="1776"/>
                  </a:cubicBezTo>
                  <a:cubicBezTo>
                    <a:pt x="1399" y="1753"/>
                    <a:pt x="1525" y="1662"/>
                    <a:pt x="1571" y="1536"/>
                  </a:cubicBezTo>
                  <a:cubicBezTo>
                    <a:pt x="1628" y="1352"/>
                    <a:pt x="1571" y="1238"/>
                    <a:pt x="1571" y="1238"/>
                  </a:cubicBezTo>
                  <a:cubicBezTo>
                    <a:pt x="1709" y="986"/>
                    <a:pt x="1594" y="688"/>
                    <a:pt x="1594" y="688"/>
                  </a:cubicBezTo>
                  <a:cubicBezTo>
                    <a:pt x="1731" y="333"/>
                    <a:pt x="1514" y="1"/>
                    <a:pt x="1514" y="1"/>
                  </a:cubicBezTo>
                  <a:close/>
                </a:path>
              </a:pathLst>
            </a:custGeom>
            <a:solidFill>
              <a:srgbClr val="F79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50"/>
            <p:cNvSpPr/>
            <p:nvPr/>
          </p:nvSpPr>
          <p:spPr>
            <a:xfrm>
              <a:off x="4493150" y="3019150"/>
              <a:ext cx="23500" cy="40975"/>
            </a:xfrm>
            <a:custGeom>
              <a:avLst/>
              <a:gdLst/>
              <a:ahLst/>
              <a:cxnLst/>
              <a:rect l="l" t="t" r="r" b="b"/>
              <a:pathLst>
                <a:path w="940" h="1639" extrusionOk="0">
                  <a:moveTo>
                    <a:pt x="940" y="0"/>
                  </a:moveTo>
                  <a:lnTo>
                    <a:pt x="0" y="184"/>
                  </a:lnTo>
                  <a:cubicBezTo>
                    <a:pt x="0" y="184"/>
                    <a:pt x="103" y="1134"/>
                    <a:pt x="630" y="1638"/>
                  </a:cubicBezTo>
                  <a:cubicBezTo>
                    <a:pt x="630" y="1593"/>
                    <a:pt x="940" y="0"/>
                    <a:pt x="9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50"/>
            <p:cNvSpPr/>
            <p:nvPr/>
          </p:nvSpPr>
          <p:spPr>
            <a:xfrm>
              <a:off x="4497450" y="2937550"/>
              <a:ext cx="125175" cy="150075"/>
            </a:xfrm>
            <a:custGeom>
              <a:avLst/>
              <a:gdLst/>
              <a:ahLst/>
              <a:cxnLst/>
              <a:rect l="l" t="t" r="r" b="b"/>
              <a:pathLst>
                <a:path w="5007" h="6003" extrusionOk="0">
                  <a:moveTo>
                    <a:pt x="2356" y="1"/>
                  </a:moveTo>
                  <a:cubicBezTo>
                    <a:pt x="2292" y="1"/>
                    <a:pt x="2229" y="4"/>
                    <a:pt x="2165" y="11"/>
                  </a:cubicBezTo>
                  <a:cubicBezTo>
                    <a:pt x="1982" y="34"/>
                    <a:pt x="1799" y="80"/>
                    <a:pt x="1627" y="160"/>
                  </a:cubicBezTo>
                  <a:cubicBezTo>
                    <a:pt x="46" y="870"/>
                    <a:pt x="0" y="3333"/>
                    <a:pt x="699" y="4696"/>
                  </a:cubicBezTo>
                  <a:cubicBezTo>
                    <a:pt x="1085" y="5445"/>
                    <a:pt x="1829" y="6002"/>
                    <a:pt x="2667" y="6002"/>
                  </a:cubicBezTo>
                  <a:cubicBezTo>
                    <a:pt x="2675" y="6002"/>
                    <a:pt x="2684" y="6002"/>
                    <a:pt x="2692" y="6002"/>
                  </a:cubicBezTo>
                  <a:cubicBezTo>
                    <a:pt x="3929" y="5991"/>
                    <a:pt x="4708" y="4880"/>
                    <a:pt x="4880" y="3700"/>
                  </a:cubicBezTo>
                  <a:cubicBezTo>
                    <a:pt x="5006" y="2818"/>
                    <a:pt x="4834" y="1890"/>
                    <a:pt x="4330" y="1168"/>
                  </a:cubicBezTo>
                  <a:cubicBezTo>
                    <a:pt x="3875" y="501"/>
                    <a:pt x="3127" y="1"/>
                    <a:pt x="2356" y="1"/>
                  </a:cubicBezTo>
                  <a:close/>
                </a:path>
              </a:pathLst>
            </a:custGeom>
            <a:solidFill>
              <a:srgbClr val="F9A1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50"/>
            <p:cNvSpPr/>
            <p:nvPr/>
          </p:nvSpPr>
          <p:spPr>
            <a:xfrm>
              <a:off x="4479125" y="2993250"/>
              <a:ext cx="32100" cy="43650"/>
            </a:xfrm>
            <a:custGeom>
              <a:avLst/>
              <a:gdLst/>
              <a:ahLst/>
              <a:cxnLst/>
              <a:rect l="l" t="t" r="r" b="b"/>
              <a:pathLst>
                <a:path w="1284" h="1746" extrusionOk="0">
                  <a:moveTo>
                    <a:pt x="677" y="0"/>
                  </a:moveTo>
                  <a:cubicBezTo>
                    <a:pt x="618" y="0"/>
                    <a:pt x="559" y="9"/>
                    <a:pt x="504" y="28"/>
                  </a:cubicBezTo>
                  <a:cubicBezTo>
                    <a:pt x="252" y="120"/>
                    <a:pt x="69" y="406"/>
                    <a:pt x="34" y="693"/>
                  </a:cubicBezTo>
                  <a:cubicBezTo>
                    <a:pt x="0" y="1025"/>
                    <a:pt x="126" y="1357"/>
                    <a:pt x="367" y="1563"/>
                  </a:cubicBezTo>
                  <a:cubicBezTo>
                    <a:pt x="514" y="1682"/>
                    <a:pt x="716" y="1746"/>
                    <a:pt x="917" y="1746"/>
                  </a:cubicBezTo>
                  <a:cubicBezTo>
                    <a:pt x="1045" y="1746"/>
                    <a:pt x="1172" y="1720"/>
                    <a:pt x="1283" y="1666"/>
                  </a:cubicBezTo>
                  <a:lnTo>
                    <a:pt x="1214" y="349"/>
                  </a:lnTo>
                  <a:cubicBezTo>
                    <a:pt x="1133" y="132"/>
                    <a:pt x="901" y="0"/>
                    <a:pt x="677" y="0"/>
                  </a:cubicBezTo>
                  <a:close/>
                </a:path>
              </a:pathLst>
            </a:custGeom>
            <a:solidFill>
              <a:srgbClr val="F9A1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50"/>
            <p:cNvSpPr/>
            <p:nvPr/>
          </p:nvSpPr>
          <p:spPr>
            <a:xfrm>
              <a:off x="4474825" y="3014275"/>
              <a:ext cx="96825" cy="145825"/>
            </a:xfrm>
            <a:custGeom>
              <a:avLst/>
              <a:gdLst/>
              <a:ahLst/>
              <a:cxnLst/>
              <a:rect l="l" t="t" r="r" b="b"/>
              <a:pathLst>
                <a:path w="3873" h="5833" extrusionOk="0">
                  <a:moveTo>
                    <a:pt x="1409" y="1"/>
                  </a:moveTo>
                  <a:lnTo>
                    <a:pt x="229" y="3964"/>
                  </a:lnTo>
                  <a:cubicBezTo>
                    <a:pt x="0" y="4686"/>
                    <a:pt x="378" y="5465"/>
                    <a:pt x="1089" y="5740"/>
                  </a:cubicBezTo>
                  <a:cubicBezTo>
                    <a:pt x="1257" y="5803"/>
                    <a:pt x="1429" y="5833"/>
                    <a:pt x="1598" y="5833"/>
                  </a:cubicBezTo>
                  <a:cubicBezTo>
                    <a:pt x="2257" y="5833"/>
                    <a:pt x="2867" y="5381"/>
                    <a:pt x="3013" y="4697"/>
                  </a:cubicBezTo>
                  <a:lnTo>
                    <a:pt x="3872" y="940"/>
                  </a:lnTo>
                  <a:lnTo>
                    <a:pt x="1409" y="1"/>
                  </a:lnTo>
                  <a:close/>
                </a:path>
              </a:pathLst>
            </a:custGeom>
            <a:solidFill>
              <a:srgbClr val="F9A1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50"/>
            <p:cNvSpPr/>
            <p:nvPr/>
          </p:nvSpPr>
          <p:spPr>
            <a:xfrm>
              <a:off x="4514900" y="3054950"/>
              <a:ext cx="45575" cy="46425"/>
            </a:xfrm>
            <a:custGeom>
              <a:avLst/>
              <a:gdLst/>
              <a:ahLst/>
              <a:cxnLst/>
              <a:rect l="l" t="t" r="r" b="b"/>
              <a:pathLst>
                <a:path w="1823" h="1857" extrusionOk="0">
                  <a:moveTo>
                    <a:pt x="1" y="0"/>
                  </a:moveTo>
                  <a:lnTo>
                    <a:pt x="1" y="0"/>
                  </a:lnTo>
                  <a:cubicBezTo>
                    <a:pt x="1" y="1"/>
                    <a:pt x="196" y="1215"/>
                    <a:pt x="1685" y="1856"/>
                  </a:cubicBezTo>
                  <a:lnTo>
                    <a:pt x="1822" y="1306"/>
                  </a:lnTo>
                  <a:cubicBezTo>
                    <a:pt x="1822" y="1306"/>
                    <a:pt x="642" y="1249"/>
                    <a:pt x="1" y="0"/>
                  </a:cubicBezTo>
                  <a:close/>
                </a:path>
              </a:pathLst>
            </a:custGeom>
            <a:solidFill>
              <a:srgbClr val="1110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50"/>
            <p:cNvSpPr/>
            <p:nvPr/>
          </p:nvSpPr>
          <p:spPr>
            <a:xfrm>
              <a:off x="4558300" y="3019075"/>
              <a:ext cx="8950" cy="7100"/>
            </a:xfrm>
            <a:custGeom>
              <a:avLst/>
              <a:gdLst/>
              <a:ahLst/>
              <a:cxnLst/>
              <a:rect l="l" t="t" r="r" b="b"/>
              <a:pathLst>
                <a:path w="358" h="284" extrusionOk="0">
                  <a:moveTo>
                    <a:pt x="197" y="1"/>
                  </a:moveTo>
                  <a:cubicBezTo>
                    <a:pt x="99" y="1"/>
                    <a:pt x="1" y="100"/>
                    <a:pt x="63" y="210"/>
                  </a:cubicBezTo>
                  <a:cubicBezTo>
                    <a:pt x="88" y="262"/>
                    <a:pt x="130" y="284"/>
                    <a:pt x="173" y="284"/>
                  </a:cubicBezTo>
                  <a:cubicBezTo>
                    <a:pt x="212" y="284"/>
                    <a:pt x="252" y="266"/>
                    <a:pt x="279" y="237"/>
                  </a:cubicBezTo>
                  <a:lnTo>
                    <a:pt x="279" y="237"/>
                  </a:lnTo>
                  <a:cubicBezTo>
                    <a:pt x="330" y="206"/>
                    <a:pt x="357" y="145"/>
                    <a:pt x="315" y="72"/>
                  </a:cubicBezTo>
                  <a:cubicBezTo>
                    <a:pt x="287" y="22"/>
                    <a:pt x="242" y="1"/>
                    <a:pt x="197" y="1"/>
                  </a:cubicBezTo>
                  <a:close/>
                </a:path>
              </a:pathLst>
            </a:custGeom>
            <a:solidFill>
              <a:srgbClr val="222B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50"/>
            <p:cNvSpPr/>
            <p:nvPr/>
          </p:nvSpPr>
          <p:spPr>
            <a:xfrm>
              <a:off x="4549075" y="3003950"/>
              <a:ext cx="29450" cy="9600"/>
            </a:xfrm>
            <a:custGeom>
              <a:avLst/>
              <a:gdLst/>
              <a:ahLst/>
              <a:cxnLst/>
              <a:rect l="l" t="t" r="r" b="b"/>
              <a:pathLst>
                <a:path w="1178" h="384" extrusionOk="0">
                  <a:moveTo>
                    <a:pt x="125" y="1"/>
                  </a:moveTo>
                  <a:cubicBezTo>
                    <a:pt x="8" y="1"/>
                    <a:pt x="1" y="196"/>
                    <a:pt x="135" y="207"/>
                  </a:cubicBezTo>
                  <a:cubicBezTo>
                    <a:pt x="421" y="230"/>
                    <a:pt x="707" y="288"/>
                    <a:pt x="994" y="379"/>
                  </a:cubicBezTo>
                  <a:cubicBezTo>
                    <a:pt x="1003" y="382"/>
                    <a:pt x="1013" y="383"/>
                    <a:pt x="1022" y="383"/>
                  </a:cubicBezTo>
                  <a:cubicBezTo>
                    <a:pt x="1129" y="383"/>
                    <a:pt x="1178" y="205"/>
                    <a:pt x="1051" y="173"/>
                  </a:cubicBezTo>
                  <a:cubicBezTo>
                    <a:pt x="753" y="81"/>
                    <a:pt x="444" y="24"/>
                    <a:pt x="135" y="1"/>
                  </a:cubicBezTo>
                  <a:cubicBezTo>
                    <a:pt x="131" y="1"/>
                    <a:pt x="128" y="1"/>
                    <a:pt x="125" y="1"/>
                  </a:cubicBezTo>
                  <a:close/>
                </a:path>
              </a:pathLst>
            </a:custGeom>
            <a:solidFill>
              <a:srgbClr val="222B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50"/>
            <p:cNvSpPr/>
            <p:nvPr/>
          </p:nvSpPr>
          <p:spPr>
            <a:xfrm>
              <a:off x="4604400" y="3021100"/>
              <a:ext cx="9250" cy="7175"/>
            </a:xfrm>
            <a:custGeom>
              <a:avLst/>
              <a:gdLst/>
              <a:ahLst/>
              <a:cxnLst/>
              <a:rect l="l" t="t" r="r" b="b"/>
              <a:pathLst>
                <a:path w="370" h="287" extrusionOk="0">
                  <a:moveTo>
                    <a:pt x="198" y="0"/>
                  </a:moveTo>
                  <a:cubicBezTo>
                    <a:pt x="100" y="0"/>
                    <a:pt x="1" y="102"/>
                    <a:pt x="64" y="220"/>
                  </a:cubicBezTo>
                  <a:cubicBezTo>
                    <a:pt x="87" y="268"/>
                    <a:pt x="127" y="287"/>
                    <a:pt x="168" y="287"/>
                  </a:cubicBezTo>
                  <a:cubicBezTo>
                    <a:pt x="201" y="287"/>
                    <a:pt x="235" y="274"/>
                    <a:pt x="262" y="253"/>
                  </a:cubicBezTo>
                  <a:lnTo>
                    <a:pt x="262" y="253"/>
                  </a:lnTo>
                  <a:cubicBezTo>
                    <a:pt x="327" y="225"/>
                    <a:pt x="369" y="154"/>
                    <a:pt x="316" y="71"/>
                  </a:cubicBezTo>
                  <a:cubicBezTo>
                    <a:pt x="287" y="21"/>
                    <a:pt x="243" y="0"/>
                    <a:pt x="198" y="0"/>
                  </a:cubicBezTo>
                  <a:close/>
                </a:path>
              </a:pathLst>
            </a:custGeom>
            <a:solidFill>
              <a:srgbClr val="222B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50"/>
            <p:cNvSpPr/>
            <p:nvPr/>
          </p:nvSpPr>
          <p:spPr>
            <a:xfrm>
              <a:off x="4586500" y="3028875"/>
              <a:ext cx="10050" cy="14075"/>
            </a:xfrm>
            <a:custGeom>
              <a:avLst/>
              <a:gdLst/>
              <a:ahLst/>
              <a:cxnLst/>
              <a:rect l="l" t="t" r="r" b="b"/>
              <a:pathLst>
                <a:path w="402" h="563" extrusionOk="0">
                  <a:moveTo>
                    <a:pt x="81" y="1"/>
                  </a:moveTo>
                  <a:lnTo>
                    <a:pt x="81" y="1"/>
                  </a:lnTo>
                  <a:cubicBezTo>
                    <a:pt x="92" y="81"/>
                    <a:pt x="104" y="150"/>
                    <a:pt x="115" y="219"/>
                  </a:cubicBezTo>
                  <a:cubicBezTo>
                    <a:pt x="131" y="273"/>
                    <a:pt x="152" y="322"/>
                    <a:pt x="185" y="370"/>
                  </a:cubicBezTo>
                  <a:lnTo>
                    <a:pt x="185" y="370"/>
                  </a:lnTo>
                  <a:lnTo>
                    <a:pt x="12" y="516"/>
                  </a:lnTo>
                  <a:cubicBezTo>
                    <a:pt x="1" y="528"/>
                    <a:pt x="1" y="539"/>
                    <a:pt x="1" y="551"/>
                  </a:cubicBezTo>
                  <a:cubicBezTo>
                    <a:pt x="1" y="562"/>
                    <a:pt x="24" y="562"/>
                    <a:pt x="35" y="562"/>
                  </a:cubicBezTo>
                  <a:lnTo>
                    <a:pt x="310" y="448"/>
                  </a:lnTo>
                  <a:lnTo>
                    <a:pt x="402" y="356"/>
                  </a:lnTo>
                  <a:lnTo>
                    <a:pt x="322" y="322"/>
                  </a:lnTo>
                  <a:cubicBezTo>
                    <a:pt x="276" y="310"/>
                    <a:pt x="218" y="253"/>
                    <a:pt x="184" y="196"/>
                  </a:cubicBezTo>
                  <a:cubicBezTo>
                    <a:pt x="150" y="138"/>
                    <a:pt x="115" y="70"/>
                    <a:pt x="81" y="1"/>
                  </a:cubicBezTo>
                  <a:close/>
                </a:path>
              </a:pathLst>
            </a:custGeom>
            <a:solidFill>
              <a:srgbClr val="E77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0"/>
            <p:cNvSpPr/>
            <p:nvPr/>
          </p:nvSpPr>
          <p:spPr>
            <a:xfrm>
              <a:off x="4586500" y="3028875"/>
              <a:ext cx="10050" cy="14075"/>
            </a:xfrm>
            <a:custGeom>
              <a:avLst/>
              <a:gdLst/>
              <a:ahLst/>
              <a:cxnLst/>
              <a:rect l="l" t="t" r="r" b="b"/>
              <a:pathLst>
                <a:path w="402" h="563" extrusionOk="0">
                  <a:moveTo>
                    <a:pt x="81" y="1"/>
                  </a:moveTo>
                  <a:lnTo>
                    <a:pt x="81" y="1"/>
                  </a:lnTo>
                  <a:cubicBezTo>
                    <a:pt x="92" y="81"/>
                    <a:pt x="104" y="150"/>
                    <a:pt x="115" y="219"/>
                  </a:cubicBezTo>
                  <a:cubicBezTo>
                    <a:pt x="131" y="273"/>
                    <a:pt x="152" y="322"/>
                    <a:pt x="185" y="370"/>
                  </a:cubicBezTo>
                  <a:lnTo>
                    <a:pt x="185" y="370"/>
                  </a:lnTo>
                  <a:lnTo>
                    <a:pt x="12" y="516"/>
                  </a:lnTo>
                  <a:cubicBezTo>
                    <a:pt x="1" y="528"/>
                    <a:pt x="1" y="539"/>
                    <a:pt x="1" y="551"/>
                  </a:cubicBezTo>
                  <a:cubicBezTo>
                    <a:pt x="1" y="562"/>
                    <a:pt x="24" y="562"/>
                    <a:pt x="35" y="562"/>
                  </a:cubicBezTo>
                  <a:lnTo>
                    <a:pt x="310" y="448"/>
                  </a:lnTo>
                  <a:lnTo>
                    <a:pt x="402" y="356"/>
                  </a:lnTo>
                  <a:lnTo>
                    <a:pt x="322" y="322"/>
                  </a:lnTo>
                  <a:cubicBezTo>
                    <a:pt x="276" y="310"/>
                    <a:pt x="218" y="253"/>
                    <a:pt x="184" y="196"/>
                  </a:cubicBezTo>
                  <a:cubicBezTo>
                    <a:pt x="150" y="138"/>
                    <a:pt x="115" y="70"/>
                    <a:pt x="81" y="1"/>
                  </a:cubicBezTo>
                  <a:close/>
                </a:path>
              </a:pathLst>
            </a:custGeom>
            <a:solidFill>
              <a:srgbClr val="E77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50"/>
            <p:cNvSpPr/>
            <p:nvPr/>
          </p:nvSpPr>
          <p:spPr>
            <a:xfrm>
              <a:off x="4594900" y="3008900"/>
              <a:ext cx="26775" cy="6000"/>
            </a:xfrm>
            <a:custGeom>
              <a:avLst/>
              <a:gdLst/>
              <a:ahLst/>
              <a:cxnLst/>
              <a:rect l="l" t="t" r="r" b="b"/>
              <a:pathLst>
                <a:path w="1071" h="240" extrusionOk="0">
                  <a:moveTo>
                    <a:pt x="599" y="0"/>
                  </a:moveTo>
                  <a:cubicBezTo>
                    <a:pt x="437" y="0"/>
                    <a:pt x="276" y="12"/>
                    <a:pt x="123" y="32"/>
                  </a:cubicBezTo>
                  <a:cubicBezTo>
                    <a:pt x="0" y="44"/>
                    <a:pt x="40" y="239"/>
                    <a:pt x="148" y="239"/>
                  </a:cubicBezTo>
                  <a:cubicBezTo>
                    <a:pt x="151" y="239"/>
                    <a:pt x="154" y="239"/>
                    <a:pt x="157" y="239"/>
                  </a:cubicBezTo>
                  <a:cubicBezTo>
                    <a:pt x="310" y="219"/>
                    <a:pt x="464" y="206"/>
                    <a:pt x="617" y="206"/>
                  </a:cubicBezTo>
                  <a:cubicBezTo>
                    <a:pt x="727" y="206"/>
                    <a:pt x="837" y="213"/>
                    <a:pt x="948" y="227"/>
                  </a:cubicBezTo>
                  <a:cubicBezTo>
                    <a:pt x="951" y="227"/>
                    <a:pt x="954" y="228"/>
                    <a:pt x="957" y="228"/>
                  </a:cubicBezTo>
                  <a:cubicBezTo>
                    <a:pt x="1063" y="228"/>
                    <a:pt x="1070" y="32"/>
                    <a:pt x="948" y="21"/>
                  </a:cubicBezTo>
                  <a:cubicBezTo>
                    <a:pt x="833" y="7"/>
                    <a:pt x="715" y="0"/>
                    <a:pt x="599" y="0"/>
                  </a:cubicBezTo>
                  <a:close/>
                </a:path>
              </a:pathLst>
            </a:custGeom>
            <a:solidFill>
              <a:srgbClr val="222B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50"/>
            <p:cNvSpPr/>
            <p:nvPr/>
          </p:nvSpPr>
          <p:spPr>
            <a:xfrm>
              <a:off x="4493725" y="3007700"/>
              <a:ext cx="6900" cy="11750"/>
            </a:xfrm>
            <a:custGeom>
              <a:avLst/>
              <a:gdLst/>
              <a:ahLst/>
              <a:cxnLst/>
              <a:rect l="l" t="t" r="r" b="b"/>
              <a:pathLst>
                <a:path w="276" h="470" fill="none" extrusionOk="0">
                  <a:moveTo>
                    <a:pt x="275" y="470"/>
                  </a:moveTo>
                  <a:cubicBezTo>
                    <a:pt x="103" y="435"/>
                    <a:pt x="0" y="298"/>
                    <a:pt x="23" y="172"/>
                  </a:cubicBezTo>
                  <a:cubicBezTo>
                    <a:pt x="46" y="69"/>
                    <a:pt x="149" y="12"/>
                    <a:pt x="264" y="0"/>
                  </a:cubicBezTo>
                </a:path>
              </a:pathLst>
            </a:custGeom>
            <a:noFill/>
            <a:ln w="3150" cap="rnd" cmpd="sng">
              <a:solidFill>
                <a:srgbClr val="E77E7C"/>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50"/>
            <p:cNvSpPr/>
            <p:nvPr/>
          </p:nvSpPr>
          <p:spPr>
            <a:xfrm>
              <a:off x="4502875" y="3001400"/>
              <a:ext cx="112875" cy="88675"/>
            </a:xfrm>
            <a:custGeom>
              <a:avLst/>
              <a:gdLst/>
              <a:ahLst/>
              <a:cxnLst/>
              <a:rect l="l" t="t" r="r" b="b"/>
              <a:pathLst>
                <a:path w="4515" h="3547" extrusionOk="0">
                  <a:moveTo>
                    <a:pt x="665" y="0"/>
                  </a:moveTo>
                  <a:lnTo>
                    <a:pt x="207" y="287"/>
                  </a:lnTo>
                  <a:cubicBezTo>
                    <a:pt x="1" y="2566"/>
                    <a:pt x="1307" y="3265"/>
                    <a:pt x="1971" y="3471"/>
                  </a:cubicBezTo>
                  <a:cubicBezTo>
                    <a:pt x="2142" y="3516"/>
                    <a:pt x="2321" y="3547"/>
                    <a:pt x="2500" y="3547"/>
                  </a:cubicBezTo>
                  <a:cubicBezTo>
                    <a:pt x="2549" y="3547"/>
                    <a:pt x="2598" y="3545"/>
                    <a:pt x="2647" y="3540"/>
                  </a:cubicBezTo>
                  <a:cubicBezTo>
                    <a:pt x="4067" y="3414"/>
                    <a:pt x="4514" y="1753"/>
                    <a:pt x="4514" y="1753"/>
                  </a:cubicBezTo>
                  <a:lnTo>
                    <a:pt x="4514" y="1753"/>
                  </a:lnTo>
                  <a:cubicBezTo>
                    <a:pt x="4168" y="1818"/>
                    <a:pt x="3851" y="1847"/>
                    <a:pt x="3562" y="1847"/>
                  </a:cubicBezTo>
                  <a:cubicBezTo>
                    <a:pt x="1245" y="1847"/>
                    <a:pt x="665" y="0"/>
                    <a:pt x="6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50"/>
            <p:cNvSpPr/>
            <p:nvPr/>
          </p:nvSpPr>
          <p:spPr>
            <a:xfrm>
              <a:off x="4574475" y="3052950"/>
              <a:ext cx="15500" cy="6825"/>
            </a:xfrm>
            <a:custGeom>
              <a:avLst/>
              <a:gdLst/>
              <a:ahLst/>
              <a:cxnLst/>
              <a:rect l="l" t="t" r="r" b="b"/>
              <a:pathLst>
                <a:path w="620" h="273" extrusionOk="0">
                  <a:moveTo>
                    <a:pt x="1" y="0"/>
                  </a:moveTo>
                  <a:lnTo>
                    <a:pt x="1" y="0"/>
                  </a:lnTo>
                  <a:cubicBezTo>
                    <a:pt x="98" y="207"/>
                    <a:pt x="207" y="272"/>
                    <a:pt x="307" y="272"/>
                  </a:cubicBezTo>
                  <a:cubicBezTo>
                    <a:pt x="478" y="272"/>
                    <a:pt x="619" y="80"/>
                    <a:pt x="619" y="80"/>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50"/>
            <p:cNvSpPr/>
            <p:nvPr/>
          </p:nvSpPr>
          <p:spPr>
            <a:xfrm>
              <a:off x="4491725" y="2928625"/>
              <a:ext cx="118875" cy="89200"/>
            </a:xfrm>
            <a:custGeom>
              <a:avLst/>
              <a:gdLst/>
              <a:ahLst/>
              <a:cxnLst/>
              <a:rect l="l" t="t" r="r" b="b"/>
              <a:pathLst>
                <a:path w="4755" h="3568" extrusionOk="0">
                  <a:moveTo>
                    <a:pt x="2455" y="1"/>
                  </a:moveTo>
                  <a:cubicBezTo>
                    <a:pt x="2435" y="1"/>
                    <a:pt x="2415" y="1"/>
                    <a:pt x="2394" y="2"/>
                  </a:cubicBezTo>
                  <a:cubicBezTo>
                    <a:pt x="756" y="59"/>
                    <a:pt x="115" y="1605"/>
                    <a:pt x="0" y="2613"/>
                  </a:cubicBezTo>
                  <a:cubicBezTo>
                    <a:pt x="0" y="2613"/>
                    <a:pt x="51" y="2605"/>
                    <a:pt x="127" y="2605"/>
                  </a:cubicBezTo>
                  <a:cubicBezTo>
                    <a:pt x="297" y="2605"/>
                    <a:pt x="591" y="2649"/>
                    <a:pt x="710" y="2934"/>
                  </a:cubicBezTo>
                  <a:lnTo>
                    <a:pt x="653" y="3198"/>
                  </a:lnTo>
                  <a:cubicBezTo>
                    <a:pt x="653" y="3198"/>
                    <a:pt x="972" y="3568"/>
                    <a:pt x="1005" y="3568"/>
                  </a:cubicBezTo>
                  <a:cubicBezTo>
                    <a:pt x="1007" y="3568"/>
                    <a:pt x="1008" y="3567"/>
                    <a:pt x="1008" y="3564"/>
                  </a:cubicBezTo>
                  <a:cubicBezTo>
                    <a:pt x="1008" y="3507"/>
                    <a:pt x="2326" y="2235"/>
                    <a:pt x="1799" y="1456"/>
                  </a:cubicBezTo>
                  <a:cubicBezTo>
                    <a:pt x="1799" y="1456"/>
                    <a:pt x="2427" y="1108"/>
                    <a:pt x="3189" y="1108"/>
                  </a:cubicBezTo>
                  <a:cubicBezTo>
                    <a:pt x="3700" y="1108"/>
                    <a:pt x="4271" y="1264"/>
                    <a:pt x="4754" y="1789"/>
                  </a:cubicBezTo>
                  <a:cubicBezTo>
                    <a:pt x="4754" y="1789"/>
                    <a:pt x="4061" y="1"/>
                    <a:pt x="245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50"/>
            <p:cNvSpPr/>
            <p:nvPr/>
          </p:nvSpPr>
          <p:spPr>
            <a:xfrm>
              <a:off x="4517100" y="2944675"/>
              <a:ext cx="97775" cy="40200"/>
            </a:xfrm>
            <a:custGeom>
              <a:avLst/>
              <a:gdLst/>
              <a:ahLst/>
              <a:cxnLst/>
              <a:rect l="l" t="t" r="r" b="b"/>
              <a:pathLst>
                <a:path w="3911" h="1608" extrusionOk="0">
                  <a:moveTo>
                    <a:pt x="1462" y="1"/>
                  </a:moveTo>
                  <a:cubicBezTo>
                    <a:pt x="0" y="1"/>
                    <a:pt x="784" y="814"/>
                    <a:pt x="784" y="814"/>
                  </a:cubicBezTo>
                  <a:cubicBezTo>
                    <a:pt x="784" y="814"/>
                    <a:pt x="2182" y="1608"/>
                    <a:pt x="3511" y="1608"/>
                  </a:cubicBezTo>
                  <a:cubicBezTo>
                    <a:pt x="3645" y="1608"/>
                    <a:pt x="3779" y="1600"/>
                    <a:pt x="3911" y="1582"/>
                  </a:cubicBezTo>
                  <a:cubicBezTo>
                    <a:pt x="3911" y="1582"/>
                    <a:pt x="3682" y="150"/>
                    <a:pt x="1792" y="13"/>
                  </a:cubicBezTo>
                  <a:cubicBezTo>
                    <a:pt x="1671" y="5"/>
                    <a:pt x="1561" y="1"/>
                    <a:pt x="14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50"/>
            <p:cNvSpPr/>
            <p:nvPr/>
          </p:nvSpPr>
          <p:spPr>
            <a:xfrm>
              <a:off x="4488650" y="3058175"/>
              <a:ext cx="65225" cy="109625"/>
            </a:xfrm>
            <a:custGeom>
              <a:avLst/>
              <a:gdLst/>
              <a:ahLst/>
              <a:cxnLst/>
              <a:rect l="l" t="t" r="r" b="b"/>
              <a:pathLst>
                <a:path w="2609" h="4385" extrusionOk="0">
                  <a:moveTo>
                    <a:pt x="176" y="1"/>
                  </a:moveTo>
                  <a:cubicBezTo>
                    <a:pt x="87" y="1"/>
                    <a:pt x="1" y="72"/>
                    <a:pt x="9" y="181"/>
                  </a:cubicBezTo>
                  <a:lnTo>
                    <a:pt x="31" y="662"/>
                  </a:lnTo>
                  <a:lnTo>
                    <a:pt x="2345" y="4385"/>
                  </a:lnTo>
                  <a:lnTo>
                    <a:pt x="2609" y="2323"/>
                  </a:lnTo>
                  <a:lnTo>
                    <a:pt x="295" y="55"/>
                  </a:lnTo>
                  <a:cubicBezTo>
                    <a:pt x="261" y="17"/>
                    <a:pt x="218" y="1"/>
                    <a:pt x="176" y="1"/>
                  </a:cubicBez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50"/>
            <p:cNvSpPr/>
            <p:nvPr/>
          </p:nvSpPr>
          <p:spPr>
            <a:xfrm>
              <a:off x="4254875" y="3076425"/>
              <a:ext cx="301575" cy="323350"/>
            </a:xfrm>
            <a:custGeom>
              <a:avLst/>
              <a:gdLst/>
              <a:ahLst/>
              <a:cxnLst/>
              <a:rect l="l" t="t" r="r" b="b"/>
              <a:pathLst>
                <a:path w="12063" h="12934" extrusionOk="0">
                  <a:moveTo>
                    <a:pt x="9382" y="0"/>
                  </a:moveTo>
                  <a:cubicBezTo>
                    <a:pt x="9382" y="0"/>
                    <a:pt x="6244" y="1810"/>
                    <a:pt x="4674" y="3311"/>
                  </a:cubicBezTo>
                  <a:cubicBezTo>
                    <a:pt x="2246" y="5648"/>
                    <a:pt x="12" y="8890"/>
                    <a:pt x="12" y="8890"/>
                  </a:cubicBezTo>
                  <a:cubicBezTo>
                    <a:pt x="12" y="8890"/>
                    <a:pt x="1" y="10310"/>
                    <a:pt x="1776" y="11387"/>
                  </a:cubicBezTo>
                  <a:cubicBezTo>
                    <a:pt x="3002" y="12131"/>
                    <a:pt x="5728" y="12532"/>
                    <a:pt x="7240" y="12933"/>
                  </a:cubicBezTo>
                  <a:cubicBezTo>
                    <a:pt x="7240" y="12933"/>
                    <a:pt x="11169" y="6839"/>
                    <a:pt x="12063" y="2566"/>
                  </a:cubicBezTo>
                  <a:lnTo>
                    <a:pt x="93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50"/>
            <p:cNvSpPr/>
            <p:nvPr/>
          </p:nvSpPr>
          <p:spPr>
            <a:xfrm>
              <a:off x="4435875" y="3238225"/>
              <a:ext cx="75350" cy="161550"/>
            </a:xfrm>
            <a:custGeom>
              <a:avLst/>
              <a:gdLst/>
              <a:ahLst/>
              <a:cxnLst/>
              <a:rect l="l" t="t" r="r" b="b"/>
              <a:pathLst>
                <a:path w="3014" h="6462" extrusionOk="0">
                  <a:moveTo>
                    <a:pt x="1043" y="1"/>
                  </a:moveTo>
                  <a:lnTo>
                    <a:pt x="0" y="6461"/>
                  </a:lnTo>
                  <a:lnTo>
                    <a:pt x="0" y="6461"/>
                  </a:lnTo>
                  <a:lnTo>
                    <a:pt x="3013" y="1432"/>
                  </a:lnTo>
                  <a:lnTo>
                    <a:pt x="10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50"/>
            <p:cNvSpPr/>
            <p:nvPr/>
          </p:nvSpPr>
          <p:spPr>
            <a:xfrm>
              <a:off x="4678425" y="3332150"/>
              <a:ext cx="110575" cy="74050"/>
            </a:xfrm>
            <a:custGeom>
              <a:avLst/>
              <a:gdLst/>
              <a:ahLst/>
              <a:cxnLst/>
              <a:rect l="l" t="t" r="r" b="b"/>
              <a:pathLst>
                <a:path w="4423" h="2962" extrusionOk="0">
                  <a:moveTo>
                    <a:pt x="2143" y="1"/>
                  </a:moveTo>
                  <a:cubicBezTo>
                    <a:pt x="1925" y="574"/>
                    <a:pt x="688" y="1123"/>
                    <a:pt x="688" y="1123"/>
                  </a:cubicBezTo>
                  <a:lnTo>
                    <a:pt x="58" y="1227"/>
                  </a:lnTo>
                  <a:cubicBezTo>
                    <a:pt x="1" y="1227"/>
                    <a:pt x="619" y="2773"/>
                    <a:pt x="619" y="2773"/>
                  </a:cubicBezTo>
                  <a:cubicBezTo>
                    <a:pt x="619" y="2773"/>
                    <a:pt x="1518" y="2718"/>
                    <a:pt x="2137" y="2718"/>
                  </a:cubicBezTo>
                  <a:cubicBezTo>
                    <a:pt x="2415" y="2718"/>
                    <a:pt x="2636" y="2729"/>
                    <a:pt x="2693" y="2761"/>
                  </a:cubicBezTo>
                  <a:cubicBezTo>
                    <a:pt x="2917" y="2902"/>
                    <a:pt x="3126" y="2962"/>
                    <a:pt x="3308" y="2962"/>
                  </a:cubicBezTo>
                  <a:cubicBezTo>
                    <a:pt x="4125" y="2962"/>
                    <a:pt x="4422" y="1763"/>
                    <a:pt x="3243" y="1192"/>
                  </a:cubicBezTo>
                  <a:cubicBezTo>
                    <a:pt x="2902" y="1025"/>
                    <a:pt x="2600" y="979"/>
                    <a:pt x="2373" y="979"/>
                  </a:cubicBezTo>
                  <a:cubicBezTo>
                    <a:pt x="2102" y="979"/>
                    <a:pt x="1937" y="1043"/>
                    <a:pt x="1937" y="1043"/>
                  </a:cubicBezTo>
                  <a:cubicBezTo>
                    <a:pt x="1937" y="1043"/>
                    <a:pt x="2338" y="711"/>
                    <a:pt x="2349" y="241"/>
                  </a:cubicBezTo>
                  <a:cubicBezTo>
                    <a:pt x="2361" y="115"/>
                    <a:pt x="2235" y="12"/>
                    <a:pt x="2143" y="1"/>
                  </a:cubicBezTo>
                  <a:close/>
                </a:path>
              </a:pathLst>
            </a:custGeom>
            <a:solidFill>
              <a:srgbClr val="F89D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50"/>
            <p:cNvSpPr/>
            <p:nvPr/>
          </p:nvSpPr>
          <p:spPr>
            <a:xfrm>
              <a:off x="4446175" y="3184950"/>
              <a:ext cx="273525" cy="221700"/>
            </a:xfrm>
            <a:custGeom>
              <a:avLst/>
              <a:gdLst/>
              <a:ahLst/>
              <a:cxnLst/>
              <a:rect l="l" t="t" r="r" b="b"/>
              <a:pathLst>
                <a:path w="10941" h="8868" extrusionOk="0">
                  <a:moveTo>
                    <a:pt x="589" y="1"/>
                  </a:moveTo>
                  <a:cubicBezTo>
                    <a:pt x="580" y="1"/>
                    <a:pt x="571" y="1"/>
                    <a:pt x="562" y="1"/>
                  </a:cubicBezTo>
                  <a:lnTo>
                    <a:pt x="1" y="356"/>
                  </a:lnTo>
                  <a:cubicBezTo>
                    <a:pt x="1" y="356"/>
                    <a:pt x="848" y="5832"/>
                    <a:pt x="1982" y="7859"/>
                  </a:cubicBezTo>
                  <a:cubicBezTo>
                    <a:pt x="2414" y="8643"/>
                    <a:pt x="4115" y="8868"/>
                    <a:pt x="5922" y="8868"/>
                  </a:cubicBezTo>
                  <a:cubicBezTo>
                    <a:pt x="8338" y="8868"/>
                    <a:pt x="10940" y="8466"/>
                    <a:pt x="10940" y="8466"/>
                  </a:cubicBezTo>
                  <a:lnTo>
                    <a:pt x="10860" y="6874"/>
                  </a:lnTo>
                  <a:cubicBezTo>
                    <a:pt x="10860" y="6874"/>
                    <a:pt x="5316" y="6691"/>
                    <a:pt x="5282" y="6473"/>
                  </a:cubicBezTo>
                  <a:cubicBezTo>
                    <a:pt x="5167" y="5751"/>
                    <a:pt x="4995" y="4663"/>
                    <a:pt x="4823" y="3644"/>
                  </a:cubicBezTo>
                  <a:cubicBezTo>
                    <a:pt x="4561" y="2037"/>
                    <a:pt x="2226" y="1"/>
                    <a:pt x="589" y="1"/>
                  </a:cubicBezTo>
                  <a:close/>
                </a:path>
              </a:pathLst>
            </a:custGeom>
            <a:solidFill>
              <a:srgbClr val="F89D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50"/>
            <p:cNvSpPr/>
            <p:nvPr/>
          </p:nvSpPr>
          <p:spPr>
            <a:xfrm>
              <a:off x="4389200" y="3091300"/>
              <a:ext cx="195325" cy="256175"/>
            </a:xfrm>
            <a:custGeom>
              <a:avLst/>
              <a:gdLst/>
              <a:ahLst/>
              <a:cxnLst/>
              <a:rect l="l" t="t" r="r" b="b"/>
              <a:pathLst>
                <a:path w="7813" h="10247" extrusionOk="0">
                  <a:moveTo>
                    <a:pt x="4147" y="0"/>
                  </a:moveTo>
                  <a:cubicBezTo>
                    <a:pt x="4074" y="0"/>
                    <a:pt x="4002" y="15"/>
                    <a:pt x="3929" y="47"/>
                  </a:cubicBezTo>
                  <a:cubicBezTo>
                    <a:pt x="0" y="1731"/>
                    <a:pt x="3265" y="10150"/>
                    <a:pt x="3242" y="10242"/>
                  </a:cubicBezTo>
                  <a:cubicBezTo>
                    <a:pt x="3242" y="10245"/>
                    <a:pt x="3246" y="10247"/>
                    <a:pt x="3256" y="10247"/>
                  </a:cubicBezTo>
                  <a:cubicBezTo>
                    <a:pt x="3530" y="10247"/>
                    <a:pt x="7615" y="9073"/>
                    <a:pt x="7808" y="9073"/>
                  </a:cubicBezTo>
                  <a:cubicBezTo>
                    <a:pt x="7810" y="9073"/>
                    <a:pt x="7811" y="9073"/>
                    <a:pt x="7813" y="9074"/>
                  </a:cubicBezTo>
                  <a:cubicBezTo>
                    <a:pt x="7813" y="9074"/>
                    <a:pt x="5930" y="0"/>
                    <a:pt x="41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50"/>
            <p:cNvSpPr/>
            <p:nvPr/>
          </p:nvSpPr>
          <p:spPr>
            <a:xfrm>
              <a:off x="4554150" y="3154325"/>
              <a:ext cx="30375" cy="163825"/>
            </a:xfrm>
            <a:custGeom>
              <a:avLst/>
              <a:gdLst/>
              <a:ahLst/>
              <a:cxnLst/>
              <a:rect l="l" t="t" r="r" b="b"/>
              <a:pathLst>
                <a:path w="1215" h="6553" fill="none" extrusionOk="0">
                  <a:moveTo>
                    <a:pt x="0" y="0"/>
                  </a:moveTo>
                  <a:lnTo>
                    <a:pt x="1215" y="6553"/>
                  </a:lnTo>
                </a:path>
              </a:pathLst>
            </a:custGeom>
            <a:noFill/>
            <a:ln w="4875" cap="rnd" cmpd="sng">
              <a:solidFill>
                <a:srgbClr val="EEE9E9"/>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8" name="Google Shape;1208;p50"/>
          <p:cNvSpPr/>
          <p:nvPr/>
        </p:nvSpPr>
        <p:spPr>
          <a:xfrm>
            <a:off x="7570456" y="1519638"/>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50"/>
          <p:cNvSpPr/>
          <p:nvPr/>
        </p:nvSpPr>
        <p:spPr>
          <a:xfrm>
            <a:off x="6440425" y="447125"/>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50"/>
          <p:cNvSpPr/>
          <p:nvPr/>
        </p:nvSpPr>
        <p:spPr>
          <a:xfrm>
            <a:off x="7609125" y="742288"/>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0"/>
        <p:cNvGrpSpPr/>
        <p:nvPr/>
      </p:nvGrpSpPr>
      <p:grpSpPr>
        <a:xfrm>
          <a:off x="0" y="0"/>
          <a:ext cx="0" cy="0"/>
          <a:chOff x="0" y="0"/>
          <a:chExt cx="0" cy="0"/>
        </a:xfrm>
      </p:grpSpPr>
      <p:sp>
        <p:nvSpPr>
          <p:cNvPr id="1631" name="Google Shape;1631;p58"/>
          <p:cNvSpPr txBox="1">
            <a:spLocks noGrp="1"/>
          </p:cNvSpPr>
          <p:nvPr>
            <p:ph type="title"/>
          </p:nvPr>
        </p:nvSpPr>
        <p:spPr>
          <a:xfrm>
            <a:off x="713225" y="539500"/>
            <a:ext cx="7717500" cy="56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latin typeface="Bahnschrift" panose="020B0502040204020203" pitchFamily="34" charset="0"/>
              </a:rPr>
              <a:t>Принцип работы</a:t>
            </a:r>
            <a:endParaRPr dirty="0">
              <a:latin typeface="Bahnschrift" panose="020B0502040204020203" pitchFamily="34" charset="0"/>
            </a:endParaRPr>
          </a:p>
        </p:txBody>
      </p:sp>
      <p:sp>
        <p:nvSpPr>
          <p:cNvPr id="1633" name="Google Shape;1633;p58"/>
          <p:cNvSpPr txBox="1"/>
          <p:nvPr/>
        </p:nvSpPr>
        <p:spPr>
          <a:xfrm>
            <a:off x="621875" y="1649169"/>
            <a:ext cx="2781881" cy="65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ru-RU" dirty="0">
                <a:solidFill>
                  <a:schemeClr val="accent6">
                    <a:lumMod val="25000"/>
                  </a:schemeClr>
                </a:solidFill>
                <a:latin typeface="Bahnschrift" panose="020B0502040204020203" pitchFamily="34" charset="0"/>
                <a:ea typeface="Amiko"/>
                <a:cs typeface="Amiko"/>
                <a:sym typeface="Amiko"/>
              </a:rPr>
              <a:t>Перемещение в рабочее положение механизма очистки</a:t>
            </a:r>
            <a:endParaRPr dirty="0">
              <a:solidFill>
                <a:schemeClr val="accent6">
                  <a:lumMod val="25000"/>
                </a:schemeClr>
              </a:solidFill>
              <a:latin typeface="Bahnschrift" panose="020B0502040204020203" pitchFamily="34" charset="0"/>
              <a:ea typeface="Amiko"/>
              <a:cs typeface="Amiko"/>
              <a:sym typeface="Amiko"/>
            </a:endParaRPr>
          </a:p>
        </p:txBody>
      </p:sp>
      <p:sp>
        <p:nvSpPr>
          <p:cNvPr id="1635" name="Google Shape;1635;p58"/>
          <p:cNvSpPr txBox="1"/>
          <p:nvPr/>
        </p:nvSpPr>
        <p:spPr>
          <a:xfrm>
            <a:off x="2004074" y="3565775"/>
            <a:ext cx="2336400" cy="82573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ru-RU" dirty="0">
                <a:solidFill>
                  <a:schemeClr val="accent6">
                    <a:lumMod val="25000"/>
                  </a:schemeClr>
                </a:solidFill>
                <a:latin typeface="Bahnschrift" panose="020B0502040204020203" pitchFamily="34" charset="0"/>
                <a:ea typeface="Amiko"/>
                <a:cs typeface="Amiko"/>
                <a:sym typeface="Amiko"/>
              </a:rPr>
              <a:t>Построение карты движения, начало движения</a:t>
            </a:r>
            <a:endParaRPr dirty="0">
              <a:solidFill>
                <a:schemeClr val="accent6">
                  <a:lumMod val="25000"/>
                </a:schemeClr>
              </a:solidFill>
              <a:latin typeface="Bahnschrift" panose="020B0502040204020203" pitchFamily="34" charset="0"/>
              <a:ea typeface="Amiko"/>
              <a:cs typeface="Amiko"/>
              <a:sym typeface="Amiko"/>
            </a:endParaRPr>
          </a:p>
        </p:txBody>
      </p:sp>
      <p:sp>
        <p:nvSpPr>
          <p:cNvPr id="1637" name="Google Shape;1637;p58"/>
          <p:cNvSpPr txBox="1"/>
          <p:nvPr/>
        </p:nvSpPr>
        <p:spPr>
          <a:xfrm>
            <a:off x="6276136" y="1596322"/>
            <a:ext cx="1958653" cy="65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ru-RU" dirty="0">
                <a:solidFill>
                  <a:schemeClr val="accent6">
                    <a:lumMod val="25000"/>
                  </a:schemeClr>
                </a:solidFill>
                <a:latin typeface="Bahnschrift" panose="020B0502040204020203" pitchFamily="34" charset="0"/>
                <a:ea typeface="Amiko"/>
                <a:cs typeface="Amiko"/>
                <a:sym typeface="Amiko"/>
              </a:rPr>
              <a:t>Сообщение о завершении работы</a:t>
            </a:r>
            <a:endParaRPr dirty="0">
              <a:solidFill>
                <a:schemeClr val="accent6">
                  <a:lumMod val="25000"/>
                </a:schemeClr>
              </a:solidFill>
              <a:latin typeface="Bahnschrift" panose="020B0502040204020203" pitchFamily="34" charset="0"/>
              <a:ea typeface="Amiko"/>
              <a:cs typeface="Amiko"/>
              <a:sym typeface="Amiko"/>
            </a:endParaRPr>
          </a:p>
        </p:txBody>
      </p:sp>
      <p:sp>
        <p:nvSpPr>
          <p:cNvPr id="1639" name="Google Shape;1639;p58"/>
          <p:cNvSpPr txBox="1"/>
          <p:nvPr/>
        </p:nvSpPr>
        <p:spPr>
          <a:xfrm>
            <a:off x="4802925" y="3669386"/>
            <a:ext cx="2336400" cy="45918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ru-RU" dirty="0">
                <a:solidFill>
                  <a:schemeClr val="accent6">
                    <a:lumMod val="25000"/>
                  </a:schemeClr>
                </a:solidFill>
                <a:latin typeface="Bahnschrift" panose="020B0502040204020203" pitchFamily="34" charset="0"/>
                <a:ea typeface="Amiko"/>
                <a:cs typeface="Amiko"/>
                <a:sym typeface="Amiko"/>
              </a:rPr>
              <a:t>Возвращение на старт</a:t>
            </a:r>
            <a:endParaRPr dirty="0">
              <a:solidFill>
                <a:schemeClr val="accent6">
                  <a:lumMod val="25000"/>
                </a:schemeClr>
              </a:solidFill>
              <a:latin typeface="Bahnschrift" panose="020B0502040204020203" pitchFamily="34" charset="0"/>
              <a:ea typeface="Amiko"/>
              <a:cs typeface="Amiko"/>
              <a:sym typeface="Amiko"/>
            </a:endParaRPr>
          </a:p>
        </p:txBody>
      </p:sp>
      <p:sp>
        <p:nvSpPr>
          <p:cNvPr id="1641" name="Google Shape;1641;p58"/>
          <p:cNvSpPr txBox="1"/>
          <p:nvPr/>
        </p:nvSpPr>
        <p:spPr>
          <a:xfrm>
            <a:off x="3403763" y="1453612"/>
            <a:ext cx="2336400" cy="79971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ru-RU" dirty="0">
                <a:solidFill>
                  <a:schemeClr val="accent6">
                    <a:lumMod val="25000"/>
                  </a:schemeClr>
                </a:solidFill>
                <a:latin typeface="Bahnschrift" panose="020B0502040204020203" pitchFamily="34" charset="0"/>
                <a:ea typeface="Amiko"/>
                <a:cs typeface="Amiko"/>
                <a:sym typeface="Amiko"/>
              </a:rPr>
              <a:t>Локализация,</a:t>
            </a:r>
          </a:p>
          <a:p>
            <a:pPr marL="0" lvl="0" indent="0" algn="ctr" rtl="0">
              <a:spcBef>
                <a:spcPts val="0"/>
              </a:spcBef>
              <a:spcAft>
                <a:spcPts val="0"/>
              </a:spcAft>
              <a:buNone/>
            </a:pPr>
            <a:r>
              <a:rPr lang="ru-RU" dirty="0">
                <a:solidFill>
                  <a:schemeClr val="accent6">
                    <a:lumMod val="25000"/>
                  </a:schemeClr>
                </a:solidFill>
                <a:latin typeface="Bahnschrift" panose="020B0502040204020203" pitchFamily="34" charset="0"/>
                <a:ea typeface="Amiko"/>
                <a:cs typeface="Amiko"/>
                <a:sym typeface="Amiko"/>
              </a:rPr>
              <a:t>Корректировка направления</a:t>
            </a:r>
            <a:endParaRPr dirty="0">
              <a:solidFill>
                <a:schemeClr val="accent6">
                  <a:lumMod val="25000"/>
                </a:schemeClr>
              </a:solidFill>
              <a:latin typeface="Bahnschrift" panose="020B0502040204020203" pitchFamily="34" charset="0"/>
              <a:ea typeface="Amiko"/>
              <a:cs typeface="Amiko"/>
              <a:sym typeface="Amiko"/>
            </a:endParaRPr>
          </a:p>
        </p:txBody>
      </p:sp>
      <p:sp>
        <p:nvSpPr>
          <p:cNvPr id="1642" name="Google Shape;1642;p58"/>
          <p:cNvSpPr txBox="1"/>
          <p:nvPr/>
        </p:nvSpPr>
        <p:spPr>
          <a:xfrm>
            <a:off x="1424400" y="2593300"/>
            <a:ext cx="927000" cy="59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rgbClr val="FE4204"/>
                </a:solidFill>
                <a:latin typeface="BioRhyme"/>
                <a:ea typeface="BioRhyme"/>
                <a:cs typeface="BioRhyme"/>
                <a:sym typeface="BioRhyme"/>
              </a:rPr>
              <a:t>01</a:t>
            </a:r>
            <a:endParaRPr sz="3000" b="1">
              <a:solidFill>
                <a:srgbClr val="FE4204"/>
              </a:solidFill>
              <a:latin typeface="BioRhyme"/>
              <a:ea typeface="BioRhyme"/>
              <a:cs typeface="BioRhyme"/>
              <a:sym typeface="BioRhyme"/>
            </a:endParaRPr>
          </a:p>
        </p:txBody>
      </p:sp>
      <p:sp>
        <p:nvSpPr>
          <p:cNvPr id="1643" name="Google Shape;1643;p58"/>
          <p:cNvSpPr txBox="1"/>
          <p:nvPr/>
        </p:nvSpPr>
        <p:spPr>
          <a:xfrm>
            <a:off x="2708775" y="2593300"/>
            <a:ext cx="927000" cy="59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rgbClr val="FE4204"/>
                </a:solidFill>
                <a:latin typeface="BioRhyme"/>
                <a:ea typeface="BioRhyme"/>
                <a:cs typeface="BioRhyme"/>
                <a:sym typeface="BioRhyme"/>
              </a:rPr>
              <a:t>02</a:t>
            </a:r>
            <a:endParaRPr sz="3000" b="1">
              <a:solidFill>
                <a:srgbClr val="FE4204"/>
              </a:solidFill>
              <a:latin typeface="BioRhyme"/>
              <a:ea typeface="BioRhyme"/>
              <a:cs typeface="BioRhyme"/>
              <a:sym typeface="BioRhyme"/>
            </a:endParaRPr>
          </a:p>
        </p:txBody>
      </p:sp>
      <p:sp>
        <p:nvSpPr>
          <p:cNvPr id="1644" name="Google Shape;1644;p58"/>
          <p:cNvSpPr txBox="1"/>
          <p:nvPr/>
        </p:nvSpPr>
        <p:spPr>
          <a:xfrm>
            <a:off x="4108463" y="2593300"/>
            <a:ext cx="927000" cy="59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rgbClr val="FE4204"/>
                </a:solidFill>
                <a:latin typeface="BioRhyme"/>
                <a:ea typeface="BioRhyme"/>
                <a:cs typeface="BioRhyme"/>
                <a:sym typeface="BioRhyme"/>
              </a:rPr>
              <a:t>03</a:t>
            </a:r>
            <a:endParaRPr sz="3000" b="1">
              <a:solidFill>
                <a:srgbClr val="FE4204"/>
              </a:solidFill>
              <a:latin typeface="BioRhyme"/>
              <a:ea typeface="BioRhyme"/>
              <a:cs typeface="BioRhyme"/>
              <a:sym typeface="BioRhyme"/>
            </a:endParaRPr>
          </a:p>
        </p:txBody>
      </p:sp>
      <p:sp>
        <p:nvSpPr>
          <p:cNvPr id="1645" name="Google Shape;1645;p58"/>
          <p:cNvSpPr txBox="1"/>
          <p:nvPr/>
        </p:nvSpPr>
        <p:spPr>
          <a:xfrm>
            <a:off x="5508163" y="2593300"/>
            <a:ext cx="927000" cy="59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rgbClr val="FE4204"/>
                </a:solidFill>
                <a:latin typeface="BioRhyme"/>
                <a:ea typeface="BioRhyme"/>
                <a:cs typeface="BioRhyme"/>
                <a:sym typeface="BioRhyme"/>
              </a:rPr>
              <a:t>04</a:t>
            </a:r>
            <a:endParaRPr sz="3000" b="1">
              <a:solidFill>
                <a:srgbClr val="FE4204"/>
              </a:solidFill>
              <a:latin typeface="BioRhyme"/>
              <a:ea typeface="BioRhyme"/>
              <a:cs typeface="BioRhyme"/>
              <a:sym typeface="BioRhyme"/>
            </a:endParaRPr>
          </a:p>
        </p:txBody>
      </p:sp>
      <p:sp>
        <p:nvSpPr>
          <p:cNvPr id="1646" name="Google Shape;1646;p58"/>
          <p:cNvSpPr txBox="1"/>
          <p:nvPr/>
        </p:nvSpPr>
        <p:spPr>
          <a:xfrm>
            <a:off x="6791963" y="2593300"/>
            <a:ext cx="927000" cy="59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rgbClr val="FE4204"/>
                </a:solidFill>
                <a:latin typeface="BioRhyme"/>
                <a:ea typeface="BioRhyme"/>
                <a:cs typeface="BioRhyme"/>
                <a:sym typeface="BioRhyme"/>
              </a:rPr>
              <a:t>05</a:t>
            </a:r>
            <a:endParaRPr sz="3000" b="1">
              <a:solidFill>
                <a:srgbClr val="FE4204"/>
              </a:solidFill>
              <a:latin typeface="BioRhyme"/>
              <a:ea typeface="BioRhyme"/>
              <a:cs typeface="BioRhyme"/>
              <a:sym typeface="BioRhyme"/>
            </a:endParaRPr>
          </a:p>
        </p:txBody>
      </p:sp>
      <p:grpSp>
        <p:nvGrpSpPr>
          <p:cNvPr id="1658" name="Google Shape;1658;p58"/>
          <p:cNvGrpSpPr/>
          <p:nvPr/>
        </p:nvGrpSpPr>
        <p:grpSpPr>
          <a:xfrm>
            <a:off x="486850" y="3708525"/>
            <a:ext cx="717900" cy="1314625"/>
            <a:chOff x="4083975" y="1246375"/>
            <a:chExt cx="717900" cy="1314625"/>
          </a:xfrm>
        </p:grpSpPr>
        <p:sp>
          <p:nvSpPr>
            <p:cNvPr id="1659" name="Google Shape;1659;p58"/>
            <p:cNvSpPr/>
            <p:nvPr/>
          </p:nvSpPr>
          <p:spPr>
            <a:xfrm>
              <a:off x="4301250" y="1311675"/>
              <a:ext cx="282775" cy="394500"/>
            </a:xfrm>
            <a:custGeom>
              <a:avLst/>
              <a:gdLst/>
              <a:ahLst/>
              <a:cxnLst/>
              <a:rect l="l" t="t" r="r" b="b"/>
              <a:pathLst>
                <a:path w="11311" h="15780" extrusionOk="0">
                  <a:moveTo>
                    <a:pt x="10586" y="1"/>
                  </a:moveTo>
                  <a:cubicBezTo>
                    <a:pt x="10523" y="1"/>
                    <a:pt x="10459" y="24"/>
                    <a:pt x="10406" y="76"/>
                  </a:cubicBezTo>
                  <a:cubicBezTo>
                    <a:pt x="8969" y="1444"/>
                    <a:pt x="6165" y="3367"/>
                    <a:pt x="5609" y="3738"/>
                  </a:cubicBezTo>
                  <a:cubicBezTo>
                    <a:pt x="5563" y="3784"/>
                    <a:pt x="5516" y="3854"/>
                    <a:pt x="5493" y="3923"/>
                  </a:cubicBezTo>
                  <a:cubicBezTo>
                    <a:pt x="4473" y="10297"/>
                    <a:pt x="1090" y="13680"/>
                    <a:pt x="140" y="14538"/>
                  </a:cubicBezTo>
                  <a:cubicBezTo>
                    <a:pt x="1" y="14653"/>
                    <a:pt x="24" y="14862"/>
                    <a:pt x="163" y="14955"/>
                  </a:cubicBezTo>
                  <a:cubicBezTo>
                    <a:pt x="1155" y="15598"/>
                    <a:pt x="2618" y="15780"/>
                    <a:pt x="3956" y="15780"/>
                  </a:cubicBezTo>
                  <a:cubicBezTo>
                    <a:pt x="5462" y="15780"/>
                    <a:pt x="6807" y="15549"/>
                    <a:pt x="7139" y="15488"/>
                  </a:cubicBezTo>
                  <a:cubicBezTo>
                    <a:pt x="7185" y="15488"/>
                    <a:pt x="7231" y="15465"/>
                    <a:pt x="7278" y="15418"/>
                  </a:cubicBezTo>
                  <a:cubicBezTo>
                    <a:pt x="11310" y="11710"/>
                    <a:pt x="11009" y="2649"/>
                    <a:pt x="10847" y="262"/>
                  </a:cubicBezTo>
                  <a:cubicBezTo>
                    <a:pt x="10847" y="105"/>
                    <a:pt x="10719" y="1"/>
                    <a:pt x="105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8"/>
            <p:cNvSpPr/>
            <p:nvPr/>
          </p:nvSpPr>
          <p:spPr>
            <a:xfrm>
              <a:off x="4125125" y="1359325"/>
              <a:ext cx="93875" cy="107800"/>
            </a:xfrm>
            <a:custGeom>
              <a:avLst/>
              <a:gdLst/>
              <a:ahLst/>
              <a:cxnLst/>
              <a:rect l="l" t="t" r="r" b="b"/>
              <a:pathLst>
                <a:path w="3755" h="4312" extrusionOk="0">
                  <a:moveTo>
                    <a:pt x="2889" y="0"/>
                  </a:moveTo>
                  <a:cubicBezTo>
                    <a:pt x="2884" y="0"/>
                    <a:pt x="2879" y="1"/>
                    <a:pt x="2874" y="1"/>
                  </a:cubicBezTo>
                  <a:cubicBezTo>
                    <a:pt x="2666" y="24"/>
                    <a:pt x="186" y="3547"/>
                    <a:pt x="93" y="3709"/>
                  </a:cubicBezTo>
                  <a:cubicBezTo>
                    <a:pt x="0" y="3871"/>
                    <a:pt x="858" y="4312"/>
                    <a:pt x="858" y="4312"/>
                  </a:cubicBezTo>
                  <a:lnTo>
                    <a:pt x="3755" y="488"/>
                  </a:lnTo>
                  <a:cubicBezTo>
                    <a:pt x="3755" y="488"/>
                    <a:pt x="3112" y="0"/>
                    <a:pt x="2889" y="0"/>
                  </a:cubicBezTo>
                  <a:close/>
                </a:path>
              </a:pathLst>
            </a:custGeom>
            <a:solidFill>
              <a:srgbClr val="001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8"/>
            <p:cNvSpPr/>
            <p:nvPr/>
          </p:nvSpPr>
          <p:spPr>
            <a:xfrm>
              <a:off x="4376575" y="1435825"/>
              <a:ext cx="53325" cy="103075"/>
            </a:xfrm>
            <a:custGeom>
              <a:avLst/>
              <a:gdLst/>
              <a:ahLst/>
              <a:cxnLst/>
              <a:rect l="l" t="t" r="r" b="b"/>
              <a:pathLst>
                <a:path w="2133" h="4123" extrusionOk="0">
                  <a:moveTo>
                    <a:pt x="1182" y="0"/>
                  </a:moveTo>
                  <a:lnTo>
                    <a:pt x="0" y="3940"/>
                  </a:lnTo>
                  <a:cubicBezTo>
                    <a:pt x="0" y="3940"/>
                    <a:pt x="581" y="4123"/>
                    <a:pt x="872" y="4123"/>
                  </a:cubicBezTo>
                  <a:cubicBezTo>
                    <a:pt x="925" y="4123"/>
                    <a:pt x="968" y="4117"/>
                    <a:pt x="997" y="4102"/>
                  </a:cubicBezTo>
                  <a:cubicBezTo>
                    <a:pt x="1182" y="4033"/>
                    <a:pt x="2109" y="464"/>
                    <a:pt x="2109" y="302"/>
                  </a:cubicBezTo>
                  <a:cubicBezTo>
                    <a:pt x="2133" y="139"/>
                    <a:pt x="1182" y="0"/>
                    <a:pt x="1182" y="0"/>
                  </a:cubicBezTo>
                  <a:close/>
                </a:path>
              </a:pathLst>
            </a:custGeom>
            <a:solidFill>
              <a:srgbClr val="001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8"/>
            <p:cNvSpPr/>
            <p:nvPr/>
          </p:nvSpPr>
          <p:spPr>
            <a:xfrm>
              <a:off x="4136700" y="1366050"/>
              <a:ext cx="275825" cy="184750"/>
            </a:xfrm>
            <a:custGeom>
              <a:avLst/>
              <a:gdLst/>
              <a:ahLst/>
              <a:cxnLst/>
              <a:rect l="l" t="t" r="r" b="b"/>
              <a:pathLst>
                <a:path w="11033" h="7390" extrusionOk="0">
                  <a:moveTo>
                    <a:pt x="3244" y="0"/>
                  </a:moveTo>
                  <a:cubicBezTo>
                    <a:pt x="3124" y="0"/>
                    <a:pt x="2998" y="67"/>
                    <a:pt x="2898" y="196"/>
                  </a:cubicBezTo>
                  <a:cubicBezTo>
                    <a:pt x="2295" y="1007"/>
                    <a:pt x="789" y="2954"/>
                    <a:pt x="163" y="3718"/>
                  </a:cubicBezTo>
                  <a:cubicBezTo>
                    <a:pt x="24" y="3881"/>
                    <a:pt x="1" y="4089"/>
                    <a:pt x="117" y="4228"/>
                  </a:cubicBezTo>
                  <a:cubicBezTo>
                    <a:pt x="821" y="4987"/>
                    <a:pt x="3300" y="7390"/>
                    <a:pt x="6811" y="7390"/>
                  </a:cubicBezTo>
                  <a:cubicBezTo>
                    <a:pt x="7693" y="7390"/>
                    <a:pt x="8641" y="7238"/>
                    <a:pt x="9642" y="6870"/>
                  </a:cubicBezTo>
                  <a:cubicBezTo>
                    <a:pt x="9781" y="6801"/>
                    <a:pt x="9897" y="6685"/>
                    <a:pt x="9966" y="6546"/>
                  </a:cubicBezTo>
                  <a:cubicBezTo>
                    <a:pt x="10175" y="5920"/>
                    <a:pt x="10777" y="4135"/>
                    <a:pt x="10986" y="3046"/>
                  </a:cubicBezTo>
                  <a:cubicBezTo>
                    <a:pt x="11032" y="2838"/>
                    <a:pt x="10916" y="2675"/>
                    <a:pt x="10708" y="2675"/>
                  </a:cubicBezTo>
                  <a:lnTo>
                    <a:pt x="6420" y="2583"/>
                  </a:lnTo>
                  <a:cubicBezTo>
                    <a:pt x="6351" y="2583"/>
                    <a:pt x="6281" y="2560"/>
                    <a:pt x="6235" y="2513"/>
                  </a:cubicBezTo>
                  <a:lnTo>
                    <a:pt x="3454" y="80"/>
                  </a:lnTo>
                  <a:cubicBezTo>
                    <a:pt x="3392" y="26"/>
                    <a:pt x="3319" y="0"/>
                    <a:pt x="3244" y="0"/>
                  </a:cubicBezTo>
                  <a:close/>
                </a:path>
              </a:pathLst>
            </a:custGeom>
            <a:solidFill>
              <a:srgbClr val="FFA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8"/>
            <p:cNvSpPr/>
            <p:nvPr/>
          </p:nvSpPr>
          <p:spPr>
            <a:xfrm>
              <a:off x="4101375" y="1419125"/>
              <a:ext cx="47525" cy="26000"/>
            </a:xfrm>
            <a:custGeom>
              <a:avLst/>
              <a:gdLst/>
              <a:ahLst/>
              <a:cxnLst/>
              <a:rect l="l" t="t" r="r" b="b"/>
              <a:pathLst>
                <a:path w="1901" h="1040" extrusionOk="0">
                  <a:moveTo>
                    <a:pt x="414" y="0"/>
                  </a:moveTo>
                  <a:cubicBezTo>
                    <a:pt x="261" y="0"/>
                    <a:pt x="148" y="25"/>
                    <a:pt x="116" y="89"/>
                  </a:cubicBezTo>
                  <a:cubicBezTo>
                    <a:pt x="0" y="367"/>
                    <a:pt x="649" y="1016"/>
                    <a:pt x="811" y="1039"/>
                  </a:cubicBezTo>
                  <a:cubicBezTo>
                    <a:pt x="814" y="1040"/>
                    <a:pt x="818" y="1040"/>
                    <a:pt x="822" y="1040"/>
                  </a:cubicBezTo>
                  <a:cubicBezTo>
                    <a:pt x="988" y="1040"/>
                    <a:pt x="1808" y="552"/>
                    <a:pt x="1808" y="552"/>
                  </a:cubicBezTo>
                  <a:lnTo>
                    <a:pt x="1901" y="274"/>
                  </a:lnTo>
                  <a:cubicBezTo>
                    <a:pt x="1901" y="274"/>
                    <a:pt x="927" y="0"/>
                    <a:pt x="414" y="0"/>
                  </a:cubicBezTo>
                  <a:close/>
                </a:path>
              </a:pathLst>
            </a:custGeom>
            <a:solidFill>
              <a:srgbClr val="001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8"/>
            <p:cNvSpPr/>
            <p:nvPr/>
          </p:nvSpPr>
          <p:spPr>
            <a:xfrm>
              <a:off x="4539950" y="1284025"/>
              <a:ext cx="261925" cy="384675"/>
            </a:xfrm>
            <a:custGeom>
              <a:avLst/>
              <a:gdLst/>
              <a:ahLst/>
              <a:cxnLst/>
              <a:rect l="l" t="t" r="r" b="b"/>
              <a:pathLst>
                <a:path w="10477" h="15387" extrusionOk="0">
                  <a:moveTo>
                    <a:pt x="7880" y="0"/>
                  </a:moveTo>
                  <a:lnTo>
                    <a:pt x="7834" y="70"/>
                  </a:lnTo>
                  <a:cubicBezTo>
                    <a:pt x="7510" y="140"/>
                    <a:pt x="5540" y="441"/>
                    <a:pt x="5424" y="603"/>
                  </a:cubicBezTo>
                  <a:cubicBezTo>
                    <a:pt x="5308" y="812"/>
                    <a:pt x="4149" y="2897"/>
                    <a:pt x="4126" y="3268"/>
                  </a:cubicBezTo>
                  <a:cubicBezTo>
                    <a:pt x="4126" y="3523"/>
                    <a:pt x="4172" y="4311"/>
                    <a:pt x="4196" y="4821"/>
                  </a:cubicBezTo>
                  <a:cubicBezTo>
                    <a:pt x="4196" y="5053"/>
                    <a:pt x="4080" y="5284"/>
                    <a:pt x="3871" y="5423"/>
                  </a:cubicBezTo>
                  <a:cubicBezTo>
                    <a:pt x="3547" y="5632"/>
                    <a:pt x="3083" y="5956"/>
                    <a:pt x="2944" y="6072"/>
                  </a:cubicBezTo>
                  <a:cubicBezTo>
                    <a:pt x="2759" y="6258"/>
                    <a:pt x="766" y="11264"/>
                    <a:pt x="117" y="12909"/>
                  </a:cubicBezTo>
                  <a:cubicBezTo>
                    <a:pt x="1" y="13187"/>
                    <a:pt x="140" y="13511"/>
                    <a:pt x="441" y="13651"/>
                  </a:cubicBezTo>
                  <a:lnTo>
                    <a:pt x="2388" y="14485"/>
                  </a:lnTo>
                  <a:lnTo>
                    <a:pt x="4311" y="15319"/>
                  </a:lnTo>
                  <a:lnTo>
                    <a:pt x="4335" y="15342"/>
                  </a:lnTo>
                  <a:cubicBezTo>
                    <a:pt x="4407" y="15372"/>
                    <a:pt x="4484" y="15387"/>
                    <a:pt x="4560" y="15387"/>
                  </a:cubicBezTo>
                  <a:cubicBezTo>
                    <a:pt x="4778" y="15387"/>
                    <a:pt x="4990" y="15270"/>
                    <a:pt x="5076" y="15064"/>
                  </a:cubicBezTo>
                  <a:cubicBezTo>
                    <a:pt x="5841" y="13465"/>
                    <a:pt x="8135" y="8575"/>
                    <a:pt x="8135" y="8320"/>
                  </a:cubicBezTo>
                  <a:cubicBezTo>
                    <a:pt x="8135" y="8135"/>
                    <a:pt x="8043" y="7579"/>
                    <a:pt x="7973" y="7208"/>
                  </a:cubicBezTo>
                  <a:cubicBezTo>
                    <a:pt x="7950" y="6976"/>
                    <a:pt x="8019" y="6721"/>
                    <a:pt x="8205" y="6559"/>
                  </a:cubicBezTo>
                  <a:cubicBezTo>
                    <a:pt x="8599" y="6235"/>
                    <a:pt x="9178" y="5725"/>
                    <a:pt x="9364" y="5539"/>
                  </a:cubicBezTo>
                  <a:cubicBezTo>
                    <a:pt x="9642" y="5261"/>
                    <a:pt x="10360" y="3013"/>
                    <a:pt x="10430" y="2781"/>
                  </a:cubicBezTo>
                  <a:cubicBezTo>
                    <a:pt x="10476" y="2573"/>
                    <a:pt x="9364" y="927"/>
                    <a:pt x="9155" y="649"/>
                  </a:cubicBezTo>
                  <a:lnTo>
                    <a:pt x="9201" y="580"/>
                  </a:lnTo>
                  <a:lnTo>
                    <a:pt x="8529" y="325"/>
                  </a:lnTo>
                  <a:lnTo>
                    <a:pt x="7996" y="70"/>
                  </a:lnTo>
                  <a:lnTo>
                    <a:pt x="7880" y="0"/>
                  </a:lnTo>
                  <a:close/>
                </a:path>
              </a:pathLst>
            </a:custGeom>
            <a:solidFill>
              <a:srgbClr val="00BE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8"/>
            <p:cNvSpPr/>
            <p:nvPr/>
          </p:nvSpPr>
          <p:spPr>
            <a:xfrm>
              <a:off x="4539950" y="1284025"/>
              <a:ext cx="217300" cy="383000"/>
            </a:xfrm>
            <a:custGeom>
              <a:avLst/>
              <a:gdLst/>
              <a:ahLst/>
              <a:cxnLst/>
              <a:rect l="l" t="t" r="r" b="b"/>
              <a:pathLst>
                <a:path w="8692" h="15320" extrusionOk="0">
                  <a:moveTo>
                    <a:pt x="7880" y="0"/>
                  </a:moveTo>
                  <a:lnTo>
                    <a:pt x="7834" y="70"/>
                  </a:lnTo>
                  <a:cubicBezTo>
                    <a:pt x="7510" y="140"/>
                    <a:pt x="5540" y="441"/>
                    <a:pt x="5424" y="603"/>
                  </a:cubicBezTo>
                  <a:cubicBezTo>
                    <a:pt x="5308" y="812"/>
                    <a:pt x="4149" y="2897"/>
                    <a:pt x="4126" y="3268"/>
                  </a:cubicBezTo>
                  <a:cubicBezTo>
                    <a:pt x="4126" y="3523"/>
                    <a:pt x="4172" y="4311"/>
                    <a:pt x="4196" y="4821"/>
                  </a:cubicBezTo>
                  <a:cubicBezTo>
                    <a:pt x="4196" y="5053"/>
                    <a:pt x="4080" y="5284"/>
                    <a:pt x="3871" y="5423"/>
                  </a:cubicBezTo>
                  <a:cubicBezTo>
                    <a:pt x="3547" y="5632"/>
                    <a:pt x="3083" y="5956"/>
                    <a:pt x="2944" y="6072"/>
                  </a:cubicBezTo>
                  <a:cubicBezTo>
                    <a:pt x="2759" y="6258"/>
                    <a:pt x="766" y="11264"/>
                    <a:pt x="117" y="12909"/>
                  </a:cubicBezTo>
                  <a:cubicBezTo>
                    <a:pt x="1" y="13187"/>
                    <a:pt x="140" y="13511"/>
                    <a:pt x="441" y="13651"/>
                  </a:cubicBezTo>
                  <a:lnTo>
                    <a:pt x="2388" y="14485"/>
                  </a:lnTo>
                  <a:lnTo>
                    <a:pt x="4311" y="15319"/>
                  </a:lnTo>
                  <a:cubicBezTo>
                    <a:pt x="4196" y="14786"/>
                    <a:pt x="3848" y="14323"/>
                    <a:pt x="3361" y="14068"/>
                  </a:cubicBezTo>
                  <a:cubicBezTo>
                    <a:pt x="2736" y="13720"/>
                    <a:pt x="1878" y="13743"/>
                    <a:pt x="1415" y="13187"/>
                  </a:cubicBezTo>
                  <a:cubicBezTo>
                    <a:pt x="1136" y="12839"/>
                    <a:pt x="1090" y="12353"/>
                    <a:pt x="1183" y="11912"/>
                  </a:cubicBezTo>
                  <a:cubicBezTo>
                    <a:pt x="1275" y="11495"/>
                    <a:pt x="1484" y="11078"/>
                    <a:pt x="1669" y="10684"/>
                  </a:cubicBezTo>
                  <a:cubicBezTo>
                    <a:pt x="1994" y="10058"/>
                    <a:pt x="2272" y="9410"/>
                    <a:pt x="2550" y="8737"/>
                  </a:cubicBezTo>
                  <a:cubicBezTo>
                    <a:pt x="2921" y="7718"/>
                    <a:pt x="3547" y="6837"/>
                    <a:pt x="4265" y="6049"/>
                  </a:cubicBezTo>
                  <a:cubicBezTo>
                    <a:pt x="4358" y="5933"/>
                    <a:pt x="4450" y="5817"/>
                    <a:pt x="4520" y="5678"/>
                  </a:cubicBezTo>
                  <a:cubicBezTo>
                    <a:pt x="4821" y="5168"/>
                    <a:pt x="4844" y="4520"/>
                    <a:pt x="4914" y="3917"/>
                  </a:cubicBezTo>
                  <a:cubicBezTo>
                    <a:pt x="5007" y="3338"/>
                    <a:pt x="5169" y="2689"/>
                    <a:pt x="5679" y="2341"/>
                  </a:cubicBezTo>
                  <a:cubicBezTo>
                    <a:pt x="5950" y="2153"/>
                    <a:pt x="6277" y="2060"/>
                    <a:pt x="6610" y="2060"/>
                  </a:cubicBezTo>
                  <a:cubicBezTo>
                    <a:pt x="6647" y="2060"/>
                    <a:pt x="6685" y="2061"/>
                    <a:pt x="6722" y="2063"/>
                  </a:cubicBezTo>
                  <a:cubicBezTo>
                    <a:pt x="7092" y="2086"/>
                    <a:pt x="7440" y="2202"/>
                    <a:pt x="7788" y="2341"/>
                  </a:cubicBezTo>
                  <a:cubicBezTo>
                    <a:pt x="7927" y="2387"/>
                    <a:pt x="8089" y="2434"/>
                    <a:pt x="8251" y="2434"/>
                  </a:cubicBezTo>
                  <a:cubicBezTo>
                    <a:pt x="8390" y="2434"/>
                    <a:pt x="8692" y="2364"/>
                    <a:pt x="8622" y="2202"/>
                  </a:cubicBezTo>
                  <a:cubicBezTo>
                    <a:pt x="8274" y="1437"/>
                    <a:pt x="7069" y="1600"/>
                    <a:pt x="6281" y="1298"/>
                  </a:cubicBezTo>
                  <a:cubicBezTo>
                    <a:pt x="6165" y="1252"/>
                    <a:pt x="6003" y="1159"/>
                    <a:pt x="6050" y="1020"/>
                  </a:cubicBezTo>
                  <a:cubicBezTo>
                    <a:pt x="6073" y="927"/>
                    <a:pt x="6142" y="904"/>
                    <a:pt x="6235" y="858"/>
                  </a:cubicBezTo>
                  <a:cubicBezTo>
                    <a:pt x="6814" y="603"/>
                    <a:pt x="7417" y="348"/>
                    <a:pt x="7996" y="70"/>
                  </a:cubicBezTo>
                  <a:lnTo>
                    <a:pt x="7880" y="0"/>
                  </a:lnTo>
                  <a:close/>
                </a:path>
              </a:pathLst>
            </a:custGeom>
            <a:solidFill>
              <a:srgbClr val="00BE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8"/>
            <p:cNvSpPr/>
            <p:nvPr/>
          </p:nvSpPr>
          <p:spPr>
            <a:xfrm>
              <a:off x="4730575" y="1246375"/>
              <a:ext cx="60275" cy="54475"/>
            </a:xfrm>
            <a:custGeom>
              <a:avLst/>
              <a:gdLst/>
              <a:ahLst/>
              <a:cxnLst/>
              <a:rect l="l" t="t" r="r" b="b"/>
              <a:pathLst>
                <a:path w="2411" h="2179" extrusionOk="0">
                  <a:moveTo>
                    <a:pt x="719" y="0"/>
                  </a:moveTo>
                  <a:cubicBezTo>
                    <a:pt x="649" y="23"/>
                    <a:pt x="603" y="46"/>
                    <a:pt x="580" y="93"/>
                  </a:cubicBezTo>
                  <a:lnTo>
                    <a:pt x="0" y="1391"/>
                  </a:lnTo>
                  <a:lnTo>
                    <a:pt x="279" y="1622"/>
                  </a:lnTo>
                  <a:lnTo>
                    <a:pt x="1484" y="2132"/>
                  </a:lnTo>
                  <a:lnTo>
                    <a:pt x="1831" y="2179"/>
                  </a:lnTo>
                  <a:lnTo>
                    <a:pt x="2388" y="881"/>
                  </a:lnTo>
                  <a:cubicBezTo>
                    <a:pt x="2411" y="834"/>
                    <a:pt x="2388" y="765"/>
                    <a:pt x="2364" y="719"/>
                  </a:cubicBezTo>
                  <a:lnTo>
                    <a:pt x="2341" y="719"/>
                  </a:lnTo>
                  <a:cubicBezTo>
                    <a:pt x="2341" y="695"/>
                    <a:pt x="2341" y="695"/>
                    <a:pt x="2318" y="672"/>
                  </a:cubicBezTo>
                  <a:cubicBezTo>
                    <a:pt x="2225" y="626"/>
                    <a:pt x="2086" y="533"/>
                    <a:pt x="1924" y="464"/>
                  </a:cubicBezTo>
                  <a:cubicBezTo>
                    <a:pt x="1901" y="440"/>
                    <a:pt x="1878" y="440"/>
                    <a:pt x="1854" y="417"/>
                  </a:cubicBezTo>
                  <a:cubicBezTo>
                    <a:pt x="1762" y="371"/>
                    <a:pt x="1669" y="348"/>
                    <a:pt x="1553" y="301"/>
                  </a:cubicBezTo>
                  <a:cubicBezTo>
                    <a:pt x="1461" y="255"/>
                    <a:pt x="1368" y="209"/>
                    <a:pt x="1275" y="185"/>
                  </a:cubicBezTo>
                  <a:cubicBezTo>
                    <a:pt x="1252" y="162"/>
                    <a:pt x="1229" y="162"/>
                    <a:pt x="1206" y="139"/>
                  </a:cubicBezTo>
                  <a:cubicBezTo>
                    <a:pt x="1020" y="93"/>
                    <a:pt x="858" y="23"/>
                    <a:pt x="765" y="0"/>
                  </a:cubicBezTo>
                  <a:close/>
                </a:path>
              </a:pathLst>
            </a:custGeom>
            <a:solidFill>
              <a:srgbClr val="FF68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8"/>
            <p:cNvSpPr/>
            <p:nvPr/>
          </p:nvSpPr>
          <p:spPr>
            <a:xfrm>
              <a:off x="4092100" y="1563275"/>
              <a:ext cx="672100" cy="997725"/>
            </a:xfrm>
            <a:custGeom>
              <a:avLst/>
              <a:gdLst/>
              <a:ahLst/>
              <a:cxnLst/>
              <a:rect l="l" t="t" r="r" b="b"/>
              <a:pathLst>
                <a:path w="26884" h="39909" extrusionOk="0">
                  <a:moveTo>
                    <a:pt x="348" y="1"/>
                  </a:moveTo>
                  <a:cubicBezTo>
                    <a:pt x="348" y="1"/>
                    <a:pt x="0" y="23477"/>
                    <a:pt x="1391" y="38054"/>
                  </a:cubicBezTo>
                  <a:cubicBezTo>
                    <a:pt x="1484" y="39097"/>
                    <a:pt x="2387" y="39908"/>
                    <a:pt x="3430" y="39908"/>
                  </a:cubicBezTo>
                  <a:lnTo>
                    <a:pt x="23500" y="39908"/>
                  </a:lnTo>
                  <a:cubicBezTo>
                    <a:pt x="24589" y="39908"/>
                    <a:pt x="25493" y="39074"/>
                    <a:pt x="25563" y="37985"/>
                  </a:cubicBezTo>
                  <a:cubicBezTo>
                    <a:pt x="25887" y="32701"/>
                    <a:pt x="26814" y="17660"/>
                    <a:pt x="26860" y="7394"/>
                  </a:cubicBezTo>
                  <a:cubicBezTo>
                    <a:pt x="26884" y="6467"/>
                    <a:pt x="26860" y="5563"/>
                    <a:pt x="26860" y="4729"/>
                  </a:cubicBezTo>
                  <a:cubicBezTo>
                    <a:pt x="26837" y="3570"/>
                    <a:pt x="26814" y="2504"/>
                    <a:pt x="26768" y="1554"/>
                  </a:cubicBezTo>
                  <a:cubicBezTo>
                    <a:pt x="26745" y="997"/>
                    <a:pt x="26698" y="464"/>
                    <a:pt x="26675"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8"/>
            <p:cNvSpPr/>
            <p:nvPr/>
          </p:nvSpPr>
          <p:spPr>
            <a:xfrm>
              <a:off x="4083975" y="1497225"/>
              <a:ext cx="695875" cy="111275"/>
            </a:xfrm>
            <a:custGeom>
              <a:avLst/>
              <a:gdLst/>
              <a:ahLst/>
              <a:cxnLst/>
              <a:rect l="l" t="t" r="r" b="b"/>
              <a:pathLst>
                <a:path w="27835" h="4451" extrusionOk="0">
                  <a:moveTo>
                    <a:pt x="1" y="1"/>
                  </a:moveTo>
                  <a:lnTo>
                    <a:pt x="1" y="4450"/>
                  </a:lnTo>
                  <a:lnTo>
                    <a:pt x="27834" y="4450"/>
                  </a:lnTo>
                  <a:lnTo>
                    <a:pt x="27834" y="1"/>
                  </a:ln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8"/>
            <p:cNvSpPr/>
            <p:nvPr/>
          </p:nvSpPr>
          <p:spPr>
            <a:xfrm>
              <a:off x="4329650" y="1879050"/>
              <a:ext cx="100825" cy="117050"/>
            </a:xfrm>
            <a:custGeom>
              <a:avLst/>
              <a:gdLst/>
              <a:ahLst/>
              <a:cxnLst/>
              <a:rect l="l" t="t" r="r" b="b"/>
              <a:pathLst>
                <a:path w="4033" h="4682" extrusionOk="0">
                  <a:moveTo>
                    <a:pt x="2526" y="0"/>
                  </a:moveTo>
                  <a:cubicBezTo>
                    <a:pt x="2086" y="0"/>
                    <a:pt x="1669" y="232"/>
                    <a:pt x="1460" y="603"/>
                  </a:cubicBezTo>
                  <a:lnTo>
                    <a:pt x="0" y="3106"/>
                  </a:lnTo>
                  <a:lnTo>
                    <a:pt x="2735" y="4682"/>
                  </a:lnTo>
                  <a:lnTo>
                    <a:pt x="4033" y="2457"/>
                  </a:lnTo>
                  <a:lnTo>
                    <a:pt x="26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8"/>
            <p:cNvSpPr/>
            <p:nvPr/>
          </p:nvSpPr>
          <p:spPr>
            <a:xfrm>
              <a:off x="4402650" y="1879050"/>
              <a:ext cx="139075" cy="115900"/>
            </a:xfrm>
            <a:custGeom>
              <a:avLst/>
              <a:gdLst/>
              <a:ahLst/>
              <a:cxnLst/>
              <a:rect l="l" t="t" r="r" b="b"/>
              <a:pathLst>
                <a:path w="5563" h="4636" extrusionOk="0">
                  <a:moveTo>
                    <a:pt x="0" y="0"/>
                  </a:moveTo>
                  <a:lnTo>
                    <a:pt x="1205" y="2271"/>
                  </a:lnTo>
                  <a:lnTo>
                    <a:pt x="1229" y="2271"/>
                  </a:lnTo>
                  <a:lnTo>
                    <a:pt x="1878" y="3407"/>
                  </a:lnTo>
                  <a:lnTo>
                    <a:pt x="974" y="3963"/>
                  </a:lnTo>
                  <a:lnTo>
                    <a:pt x="4404" y="4635"/>
                  </a:lnTo>
                  <a:lnTo>
                    <a:pt x="5562" y="1275"/>
                  </a:lnTo>
                  <a:lnTo>
                    <a:pt x="4612" y="1854"/>
                  </a:lnTo>
                  <a:lnTo>
                    <a:pt x="3917" y="649"/>
                  </a:lnTo>
                  <a:cubicBezTo>
                    <a:pt x="3708" y="278"/>
                    <a:pt x="3314" y="47"/>
                    <a:pt x="2897" y="47"/>
                  </a:cubicBez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8"/>
            <p:cNvSpPr/>
            <p:nvPr/>
          </p:nvSpPr>
          <p:spPr>
            <a:xfrm>
              <a:off x="4265325" y="1993175"/>
              <a:ext cx="117650" cy="152975"/>
            </a:xfrm>
            <a:custGeom>
              <a:avLst/>
              <a:gdLst/>
              <a:ahLst/>
              <a:cxnLst/>
              <a:rect l="l" t="t" r="r" b="b"/>
              <a:pathLst>
                <a:path w="4706" h="6119" extrusionOk="0">
                  <a:moveTo>
                    <a:pt x="3454" y="1"/>
                  </a:moveTo>
                  <a:lnTo>
                    <a:pt x="1" y="765"/>
                  </a:lnTo>
                  <a:lnTo>
                    <a:pt x="997" y="1298"/>
                  </a:lnTo>
                  <a:lnTo>
                    <a:pt x="348" y="2504"/>
                  </a:lnTo>
                  <a:cubicBezTo>
                    <a:pt x="140" y="2898"/>
                    <a:pt x="163" y="3338"/>
                    <a:pt x="372" y="3709"/>
                  </a:cubicBezTo>
                  <a:lnTo>
                    <a:pt x="1832" y="6119"/>
                  </a:lnTo>
                  <a:lnTo>
                    <a:pt x="3477" y="3268"/>
                  </a:lnTo>
                  <a:lnTo>
                    <a:pt x="3755" y="2782"/>
                  </a:lnTo>
                  <a:lnTo>
                    <a:pt x="4705" y="3268"/>
                  </a:lnTo>
                  <a:lnTo>
                    <a:pt x="34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8"/>
            <p:cNvSpPr/>
            <p:nvPr/>
          </p:nvSpPr>
          <p:spPr>
            <a:xfrm>
              <a:off x="4314000" y="2089925"/>
              <a:ext cx="102000" cy="81150"/>
            </a:xfrm>
            <a:custGeom>
              <a:avLst/>
              <a:gdLst/>
              <a:ahLst/>
              <a:cxnLst/>
              <a:rect l="l" t="t" r="r" b="b"/>
              <a:pathLst>
                <a:path w="4080" h="3246" extrusionOk="0">
                  <a:moveTo>
                    <a:pt x="3987" y="1"/>
                  </a:moveTo>
                  <a:lnTo>
                    <a:pt x="1368" y="70"/>
                  </a:lnTo>
                  <a:lnTo>
                    <a:pt x="1" y="2434"/>
                  </a:lnTo>
                  <a:lnTo>
                    <a:pt x="116" y="2666"/>
                  </a:lnTo>
                  <a:cubicBezTo>
                    <a:pt x="348" y="3037"/>
                    <a:pt x="742" y="3245"/>
                    <a:pt x="1182" y="3245"/>
                  </a:cubicBezTo>
                  <a:lnTo>
                    <a:pt x="4079" y="3130"/>
                  </a:lnTo>
                  <a:lnTo>
                    <a:pt x="39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8"/>
            <p:cNvSpPr/>
            <p:nvPr/>
          </p:nvSpPr>
          <p:spPr>
            <a:xfrm>
              <a:off x="4432775" y="2066175"/>
              <a:ext cx="122275" cy="133275"/>
            </a:xfrm>
            <a:custGeom>
              <a:avLst/>
              <a:gdLst/>
              <a:ahLst/>
              <a:cxnLst/>
              <a:rect l="l" t="t" r="r" b="b"/>
              <a:pathLst>
                <a:path w="4891" h="5331" extrusionOk="0">
                  <a:moveTo>
                    <a:pt x="2272" y="1"/>
                  </a:moveTo>
                  <a:lnTo>
                    <a:pt x="0" y="2643"/>
                  </a:lnTo>
                  <a:lnTo>
                    <a:pt x="2318" y="5331"/>
                  </a:lnTo>
                  <a:lnTo>
                    <a:pt x="2295" y="4195"/>
                  </a:lnTo>
                  <a:lnTo>
                    <a:pt x="3685" y="4195"/>
                  </a:lnTo>
                  <a:cubicBezTo>
                    <a:pt x="4126" y="4195"/>
                    <a:pt x="4520" y="3964"/>
                    <a:pt x="4728" y="3616"/>
                  </a:cubicBezTo>
                  <a:lnTo>
                    <a:pt x="4890" y="3361"/>
                  </a:lnTo>
                  <a:lnTo>
                    <a:pt x="3477" y="1067"/>
                  </a:lnTo>
                  <a:lnTo>
                    <a:pt x="2318" y="1067"/>
                  </a:lnTo>
                  <a:lnTo>
                    <a:pt x="2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8"/>
            <p:cNvSpPr/>
            <p:nvPr/>
          </p:nvSpPr>
          <p:spPr>
            <a:xfrm>
              <a:off x="4488400" y="1992600"/>
              <a:ext cx="110100" cy="152400"/>
            </a:xfrm>
            <a:custGeom>
              <a:avLst/>
              <a:gdLst/>
              <a:ahLst/>
              <a:cxnLst/>
              <a:rect l="l" t="t" r="r" b="b"/>
              <a:pathLst>
                <a:path w="4404" h="6096" extrusionOk="0">
                  <a:moveTo>
                    <a:pt x="2735" y="1"/>
                  </a:moveTo>
                  <a:lnTo>
                    <a:pt x="0" y="1600"/>
                  </a:lnTo>
                  <a:lnTo>
                    <a:pt x="371" y="2225"/>
                  </a:lnTo>
                  <a:lnTo>
                    <a:pt x="2758" y="6096"/>
                  </a:lnTo>
                  <a:lnTo>
                    <a:pt x="4172" y="3732"/>
                  </a:lnTo>
                  <a:cubicBezTo>
                    <a:pt x="4404" y="3338"/>
                    <a:pt x="4404" y="2874"/>
                    <a:pt x="4195" y="2503"/>
                  </a:cubicBezTo>
                  <a:lnTo>
                    <a:pt x="27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5" name="Google Shape;1675;p58"/>
          <p:cNvSpPr/>
          <p:nvPr/>
        </p:nvSpPr>
        <p:spPr>
          <a:xfrm>
            <a:off x="8019356" y="166363"/>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8"/>
          <p:cNvSpPr/>
          <p:nvPr/>
        </p:nvSpPr>
        <p:spPr>
          <a:xfrm>
            <a:off x="5792825" y="447125"/>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 name="Google Shape;1648;p58">
            <a:extLst>
              <a:ext uri="{FF2B5EF4-FFF2-40B4-BE49-F238E27FC236}">
                <a16:creationId xmlns:a16="http://schemas.microsoft.com/office/drawing/2014/main" id="{10D5D486-4C22-4037-90E4-5BF0AB21B17B}"/>
              </a:ext>
            </a:extLst>
          </p:cNvPr>
          <p:cNvCxnSpPr>
            <a:cxnSpLocks/>
          </p:cNvCxnSpPr>
          <p:nvPr/>
        </p:nvCxnSpPr>
        <p:spPr>
          <a:xfrm flipV="1">
            <a:off x="1894057" y="2318356"/>
            <a:ext cx="0" cy="251988"/>
          </a:xfrm>
          <a:prstGeom prst="straightConnector1">
            <a:avLst/>
          </a:prstGeom>
          <a:noFill/>
          <a:ln w="9525" cap="flat" cmpd="sng">
            <a:solidFill>
              <a:schemeClr val="accent1"/>
            </a:solidFill>
            <a:prstDash val="solid"/>
            <a:round/>
            <a:headEnd type="none" w="med" len="med"/>
            <a:tailEnd type="none" w="med" len="med"/>
          </a:ln>
        </p:spPr>
      </p:cxnSp>
      <p:cxnSp>
        <p:nvCxnSpPr>
          <p:cNvPr id="55" name="Google Shape;1648;p58">
            <a:extLst>
              <a:ext uri="{FF2B5EF4-FFF2-40B4-BE49-F238E27FC236}">
                <a16:creationId xmlns:a16="http://schemas.microsoft.com/office/drawing/2014/main" id="{96EE77E9-BC66-486C-A2EC-B8E556BAFBC4}"/>
              </a:ext>
            </a:extLst>
          </p:cNvPr>
          <p:cNvCxnSpPr>
            <a:cxnSpLocks/>
          </p:cNvCxnSpPr>
          <p:nvPr/>
        </p:nvCxnSpPr>
        <p:spPr>
          <a:xfrm flipV="1">
            <a:off x="3167607" y="3186809"/>
            <a:ext cx="0" cy="251988"/>
          </a:xfrm>
          <a:prstGeom prst="straightConnector1">
            <a:avLst/>
          </a:prstGeom>
          <a:noFill/>
          <a:ln w="9525" cap="flat" cmpd="sng">
            <a:solidFill>
              <a:schemeClr val="accent1"/>
            </a:solidFill>
            <a:prstDash val="solid"/>
            <a:round/>
            <a:headEnd type="none" w="med" len="med"/>
            <a:tailEnd type="none" w="med" len="med"/>
          </a:ln>
        </p:spPr>
      </p:cxnSp>
      <p:cxnSp>
        <p:nvCxnSpPr>
          <p:cNvPr id="56" name="Google Shape;1648;p58">
            <a:extLst>
              <a:ext uri="{FF2B5EF4-FFF2-40B4-BE49-F238E27FC236}">
                <a16:creationId xmlns:a16="http://schemas.microsoft.com/office/drawing/2014/main" id="{34C38F89-EA98-4797-B2C6-DAB9E3D304AC}"/>
              </a:ext>
            </a:extLst>
          </p:cNvPr>
          <p:cNvCxnSpPr>
            <a:cxnSpLocks/>
          </p:cNvCxnSpPr>
          <p:nvPr/>
        </p:nvCxnSpPr>
        <p:spPr>
          <a:xfrm flipV="1">
            <a:off x="4571963" y="2318356"/>
            <a:ext cx="0" cy="251988"/>
          </a:xfrm>
          <a:prstGeom prst="straightConnector1">
            <a:avLst/>
          </a:prstGeom>
          <a:noFill/>
          <a:ln w="9525" cap="flat" cmpd="sng">
            <a:solidFill>
              <a:schemeClr val="accent1"/>
            </a:solidFill>
            <a:prstDash val="solid"/>
            <a:round/>
            <a:headEnd type="none" w="med" len="med"/>
            <a:tailEnd type="none" w="med" len="med"/>
          </a:ln>
        </p:spPr>
      </p:cxnSp>
      <p:cxnSp>
        <p:nvCxnSpPr>
          <p:cNvPr id="57" name="Google Shape;1648;p58">
            <a:extLst>
              <a:ext uri="{FF2B5EF4-FFF2-40B4-BE49-F238E27FC236}">
                <a16:creationId xmlns:a16="http://schemas.microsoft.com/office/drawing/2014/main" id="{F1512696-FED0-4AC6-8B2B-64CB548EA386}"/>
              </a:ext>
            </a:extLst>
          </p:cNvPr>
          <p:cNvCxnSpPr>
            <a:cxnSpLocks/>
          </p:cNvCxnSpPr>
          <p:nvPr/>
        </p:nvCxnSpPr>
        <p:spPr>
          <a:xfrm flipV="1">
            <a:off x="5971125" y="3186700"/>
            <a:ext cx="0" cy="251988"/>
          </a:xfrm>
          <a:prstGeom prst="straightConnector1">
            <a:avLst/>
          </a:prstGeom>
          <a:noFill/>
          <a:ln w="9525" cap="flat" cmpd="sng">
            <a:solidFill>
              <a:schemeClr val="accent1"/>
            </a:solidFill>
            <a:prstDash val="solid"/>
            <a:round/>
            <a:headEnd type="none" w="med" len="med"/>
            <a:tailEnd type="none" w="med" len="med"/>
          </a:ln>
        </p:spPr>
      </p:cxnSp>
      <p:cxnSp>
        <p:nvCxnSpPr>
          <p:cNvPr id="58" name="Google Shape;1648;p58">
            <a:extLst>
              <a:ext uri="{FF2B5EF4-FFF2-40B4-BE49-F238E27FC236}">
                <a16:creationId xmlns:a16="http://schemas.microsoft.com/office/drawing/2014/main" id="{504BB4AF-4CC8-4629-8E31-4FF47F56C951}"/>
              </a:ext>
            </a:extLst>
          </p:cNvPr>
          <p:cNvCxnSpPr>
            <a:cxnSpLocks/>
          </p:cNvCxnSpPr>
          <p:nvPr/>
        </p:nvCxnSpPr>
        <p:spPr>
          <a:xfrm flipV="1">
            <a:off x="7255463" y="2318356"/>
            <a:ext cx="0" cy="251988"/>
          </a:xfrm>
          <a:prstGeom prst="straightConnector1">
            <a:avLst/>
          </a:prstGeom>
          <a:noFill/>
          <a:ln w="9525" cap="flat" cmpd="sng">
            <a:solidFill>
              <a:schemeClr val="accent1"/>
            </a:solidFill>
            <a:prstDash val="solid"/>
            <a:round/>
            <a:headEnd type="none" w="med" len="med"/>
            <a:tailEnd type="none" w="med" len="med"/>
          </a:ln>
        </p:spPr>
      </p:cxnSp>
      <p:cxnSp>
        <p:nvCxnSpPr>
          <p:cNvPr id="3" name="Прямая со стрелкой 2">
            <a:extLst>
              <a:ext uri="{FF2B5EF4-FFF2-40B4-BE49-F238E27FC236}">
                <a16:creationId xmlns:a16="http://schemas.microsoft.com/office/drawing/2014/main" id="{8DD4CB3F-0F68-478B-8287-6893CDD8FECF}"/>
              </a:ext>
            </a:extLst>
          </p:cNvPr>
          <p:cNvCxnSpPr>
            <a:cxnSpLocks/>
            <a:stCxn id="1642" idx="3"/>
            <a:endCxn id="1643" idx="1"/>
          </p:cNvCxnSpPr>
          <p:nvPr/>
        </p:nvCxnSpPr>
        <p:spPr>
          <a:xfrm>
            <a:off x="2351400" y="2890000"/>
            <a:ext cx="3573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a:extLst>
              <a:ext uri="{FF2B5EF4-FFF2-40B4-BE49-F238E27FC236}">
                <a16:creationId xmlns:a16="http://schemas.microsoft.com/office/drawing/2014/main" id="{8B3BFD00-2044-4BFA-8B79-E0CF5CC15207}"/>
              </a:ext>
            </a:extLst>
          </p:cNvPr>
          <p:cNvCxnSpPr>
            <a:cxnSpLocks/>
            <a:stCxn id="1643" idx="3"/>
            <a:endCxn id="1644" idx="1"/>
          </p:cNvCxnSpPr>
          <p:nvPr/>
        </p:nvCxnSpPr>
        <p:spPr>
          <a:xfrm>
            <a:off x="3635775" y="2890000"/>
            <a:ext cx="4726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a:extLst>
              <a:ext uri="{FF2B5EF4-FFF2-40B4-BE49-F238E27FC236}">
                <a16:creationId xmlns:a16="http://schemas.microsoft.com/office/drawing/2014/main" id="{6BC3BC4E-D04F-42A4-86F0-CDD55BEAEB0F}"/>
              </a:ext>
            </a:extLst>
          </p:cNvPr>
          <p:cNvCxnSpPr>
            <a:cxnSpLocks/>
            <a:stCxn id="1644" idx="3"/>
            <a:endCxn id="1645" idx="1"/>
          </p:cNvCxnSpPr>
          <p:nvPr/>
        </p:nvCxnSpPr>
        <p:spPr>
          <a:xfrm>
            <a:off x="5035463" y="2890000"/>
            <a:ext cx="472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a:extLst>
              <a:ext uri="{FF2B5EF4-FFF2-40B4-BE49-F238E27FC236}">
                <a16:creationId xmlns:a16="http://schemas.microsoft.com/office/drawing/2014/main" id="{3C7A1F17-F033-4E2C-902B-0B4126688909}"/>
              </a:ext>
            </a:extLst>
          </p:cNvPr>
          <p:cNvCxnSpPr>
            <a:cxnSpLocks/>
            <a:stCxn id="1645" idx="3"/>
            <a:endCxn id="1646" idx="1"/>
          </p:cNvCxnSpPr>
          <p:nvPr/>
        </p:nvCxnSpPr>
        <p:spPr>
          <a:xfrm>
            <a:off x="6435163" y="2890000"/>
            <a:ext cx="356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9"/>
        <p:cNvGrpSpPr/>
        <p:nvPr/>
      </p:nvGrpSpPr>
      <p:grpSpPr>
        <a:xfrm>
          <a:off x="0" y="0"/>
          <a:ext cx="0" cy="0"/>
          <a:chOff x="0" y="0"/>
          <a:chExt cx="0" cy="0"/>
        </a:xfrm>
      </p:grpSpPr>
      <p:sp>
        <p:nvSpPr>
          <p:cNvPr id="1510" name="Google Shape;1510;p54"/>
          <p:cNvSpPr/>
          <p:nvPr/>
        </p:nvSpPr>
        <p:spPr>
          <a:xfrm>
            <a:off x="840233" y="71603"/>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54"/>
          <p:cNvSpPr/>
          <p:nvPr/>
        </p:nvSpPr>
        <p:spPr>
          <a:xfrm>
            <a:off x="1295001" y="610798"/>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54"/>
          <p:cNvSpPr/>
          <p:nvPr/>
        </p:nvSpPr>
        <p:spPr>
          <a:xfrm>
            <a:off x="5857178" y="476125"/>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54"/>
          <p:cNvSpPr/>
          <p:nvPr/>
        </p:nvSpPr>
        <p:spPr>
          <a:xfrm flipH="1">
            <a:off x="8022275" y="589725"/>
            <a:ext cx="587247" cy="14229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 name="Рисунок 14">
            <a:extLst>
              <a:ext uri="{FF2B5EF4-FFF2-40B4-BE49-F238E27FC236}">
                <a16:creationId xmlns:a16="http://schemas.microsoft.com/office/drawing/2014/main" id="{5FD34D53-F898-47A6-9280-43413778396F}"/>
              </a:ext>
            </a:extLst>
          </p:cNvPr>
          <p:cNvPicPr>
            <a:picLocks noChangeAspect="1"/>
          </p:cNvPicPr>
          <p:nvPr/>
        </p:nvPicPr>
        <p:blipFill>
          <a:blip r:embed="rId3"/>
          <a:stretch>
            <a:fillRect/>
          </a:stretch>
        </p:blipFill>
        <p:spPr>
          <a:xfrm>
            <a:off x="282003" y="1512839"/>
            <a:ext cx="2841301" cy="1865014"/>
          </a:xfrm>
          <a:prstGeom prst="rect">
            <a:avLst/>
          </a:prstGeom>
          <a:ln>
            <a:noFill/>
          </a:ln>
          <a:effectLst>
            <a:outerShdw blurRad="292100" dist="139700" dir="2700000" algn="tl" rotWithShape="0">
              <a:srgbClr val="333333">
                <a:alpha val="65000"/>
              </a:srgbClr>
            </a:outerShdw>
          </a:effectLst>
        </p:spPr>
      </p:pic>
      <p:pic>
        <p:nvPicPr>
          <p:cNvPr id="16" name="Рисунок 15">
            <a:extLst>
              <a:ext uri="{FF2B5EF4-FFF2-40B4-BE49-F238E27FC236}">
                <a16:creationId xmlns:a16="http://schemas.microsoft.com/office/drawing/2014/main" id="{41B6DB3E-B118-4BB4-9155-9EF98930E3C3}"/>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3478914" y="1512839"/>
            <a:ext cx="3201294" cy="1868647"/>
          </a:xfrm>
          <a:prstGeom prst="rect">
            <a:avLst/>
          </a:prstGeom>
          <a:ln>
            <a:noFill/>
          </a:ln>
          <a:effectLst>
            <a:outerShdw blurRad="292100" dist="139700" dir="2700000" algn="tl" rotWithShape="0">
              <a:srgbClr val="333333">
                <a:alpha val="65000"/>
              </a:srgbClr>
            </a:outerShdw>
          </a:effectLst>
        </p:spPr>
      </p:pic>
      <p:sp>
        <p:nvSpPr>
          <p:cNvPr id="17" name="TextBox 16">
            <a:extLst>
              <a:ext uri="{FF2B5EF4-FFF2-40B4-BE49-F238E27FC236}">
                <a16:creationId xmlns:a16="http://schemas.microsoft.com/office/drawing/2014/main" id="{82D6460C-5A8F-41D5-871D-6BDE54CCC934}"/>
              </a:ext>
            </a:extLst>
          </p:cNvPr>
          <p:cNvSpPr txBox="1"/>
          <p:nvPr/>
        </p:nvSpPr>
        <p:spPr>
          <a:xfrm>
            <a:off x="3478915" y="3793958"/>
            <a:ext cx="3201294" cy="646331"/>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База на подвеске с лопатками из пластика</a:t>
            </a:r>
            <a:endParaRPr lang="ru-RU" sz="1800" b="1" dirty="0">
              <a:solidFill>
                <a:schemeClr val="accent6">
                  <a:lumMod val="25000"/>
                </a:schemeClr>
              </a:solidFill>
              <a:latin typeface="Bahnschrift" panose="020B0502040204020203" pitchFamily="34" charset="0"/>
            </a:endParaRPr>
          </a:p>
        </p:txBody>
      </p:sp>
      <p:pic>
        <p:nvPicPr>
          <p:cNvPr id="21" name="Рисунок 20">
            <a:extLst>
              <a:ext uri="{FF2B5EF4-FFF2-40B4-BE49-F238E27FC236}">
                <a16:creationId xmlns:a16="http://schemas.microsoft.com/office/drawing/2014/main" id="{56E6C67D-5004-4E7A-9658-E727F777BF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71273" y="1089211"/>
            <a:ext cx="1979764" cy="2704748"/>
          </a:xfrm>
          <a:prstGeom prst="rect">
            <a:avLst/>
          </a:prstGeom>
          <a:ln>
            <a:noFill/>
          </a:ln>
          <a:effectLst>
            <a:outerShdw blurRad="292100" dist="139700" dir="2700000" algn="tl" rotWithShape="0">
              <a:srgbClr val="333333">
                <a:alpha val="65000"/>
              </a:srgbClr>
            </a:outerShdw>
          </a:effectLst>
        </p:spPr>
      </p:pic>
      <p:sp>
        <p:nvSpPr>
          <p:cNvPr id="23" name="TextBox 22">
            <a:extLst>
              <a:ext uri="{FF2B5EF4-FFF2-40B4-BE49-F238E27FC236}">
                <a16:creationId xmlns:a16="http://schemas.microsoft.com/office/drawing/2014/main" id="{D3EEE273-93A3-4F8C-81E2-3A34B09B8DF7}"/>
              </a:ext>
            </a:extLst>
          </p:cNvPr>
          <p:cNvSpPr txBox="1"/>
          <p:nvPr/>
        </p:nvSpPr>
        <p:spPr>
          <a:xfrm>
            <a:off x="6971273" y="3955228"/>
            <a:ext cx="1979764" cy="380584"/>
          </a:xfrm>
          <a:prstGeom prst="rect">
            <a:avLst/>
          </a:prstGeom>
          <a:noFill/>
        </p:spPr>
        <p:txBody>
          <a:bodyPr wrap="square">
            <a:spAutoFit/>
          </a:bodyPr>
          <a:lstStyle/>
          <a:p>
            <a:pPr algn="ctr"/>
            <a:r>
              <a:rPr lang="ru-RU" sz="1800" b="1" dirty="0" err="1">
                <a:solidFill>
                  <a:schemeClr val="accent6">
                    <a:lumMod val="25000"/>
                  </a:schemeClr>
                </a:solidFill>
                <a:latin typeface="Bahnschrift" panose="020B0502040204020203" pitchFamily="34" charset="0"/>
                <a:cs typeface="Times New Roman" panose="02020603050405020304" pitchFamily="18" charset="0"/>
              </a:rPr>
              <a:t>Шнекоход</a:t>
            </a:r>
            <a:endParaRPr lang="ru-RU" sz="1800" b="1" dirty="0">
              <a:solidFill>
                <a:schemeClr val="accent6">
                  <a:lumMod val="25000"/>
                </a:schemeClr>
              </a:solidFill>
              <a:latin typeface="Bahnschrift" panose="020B0502040204020203" pitchFamily="34" charset="0"/>
              <a:cs typeface="Times New Roman" panose="02020603050405020304" pitchFamily="18" charset="0"/>
            </a:endParaRPr>
          </a:p>
        </p:txBody>
      </p:sp>
      <p:sp>
        <p:nvSpPr>
          <p:cNvPr id="25" name="TextBox 24">
            <a:extLst>
              <a:ext uri="{FF2B5EF4-FFF2-40B4-BE49-F238E27FC236}">
                <a16:creationId xmlns:a16="http://schemas.microsoft.com/office/drawing/2014/main" id="{5AE7CF6E-C189-4400-B4C2-E613CBB907B4}"/>
              </a:ext>
            </a:extLst>
          </p:cNvPr>
          <p:cNvSpPr txBox="1"/>
          <p:nvPr/>
        </p:nvSpPr>
        <p:spPr>
          <a:xfrm>
            <a:off x="3164712" y="333799"/>
            <a:ext cx="2814576" cy="553998"/>
          </a:xfrm>
          <a:prstGeom prst="rect">
            <a:avLst/>
          </a:prstGeom>
          <a:noFill/>
        </p:spPr>
        <p:txBody>
          <a:bodyPr wrap="square">
            <a:spAutoFit/>
          </a:bodyPr>
          <a:lstStyle/>
          <a:p>
            <a:r>
              <a:rPr lang="ru-RU" sz="3000" b="1" dirty="0">
                <a:solidFill>
                  <a:srgbClr val="FF9900"/>
                </a:solidFill>
                <a:latin typeface="Bahnschrift" panose="020B0502040204020203" pitchFamily="34" charset="0"/>
              </a:rPr>
              <a:t>Версии шасси</a:t>
            </a:r>
          </a:p>
        </p:txBody>
      </p:sp>
      <p:sp>
        <p:nvSpPr>
          <p:cNvPr id="27" name="TextBox 26">
            <a:extLst>
              <a:ext uri="{FF2B5EF4-FFF2-40B4-BE49-F238E27FC236}">
                <a16:creationId xmlns:a16="http://schemas.microsoft.com/office/drawing/2014/main" id="{B41A43BC-D042-464A-ADB9-5C9496A7D233}"/>
              </a:ext>
            </a:extLst>
          </p:cNvPr>
          <p:cNvSpPr txBox="1"/>
          <p:nvPr/>
        </p:nvSpPr>
        <p:spPr>
          <a:xfrm>
            <a:off x="282003" y="3793958"/>
            <a:ext cx="2841301"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Первая версия шасси</a:t>
            </a:r>
            <a:endParaRPr lang="ru-RU" sz="1800" b="1" dirty="0">
              <a:solidFill>
                <a:schemeClr val="accent6">
                  <a:lumMod val="25000"/>
                </a:schemeClr>
              </a:solidFill>
              <a:latin typeface="Bahnschrift" panose="020B0502040204020203" pitchFamily="34" charset="0"/>
            </a:endParaRPr>
          </a:p>
        </p:txBody>
      </p:sp>
    </p:spTree>
    <p:extLst>
      <p:ext uri="{BB962C8B-B14F-4D97-AF65-F5344CB8AC3E}">
        <p14:creationId xmlns:p14="http://schemas.microsoft.com/office/powerpoint/2010/main" val="1569327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33"/>
        <p:cNvGrpSpPr/>
        <p:nvPr/>
      </p:nvGrpSpPr>
      <p:grpSpPr>
        <a:xfrm>
          <a:off x="0" y="0"/>
          <a:ext cx="0" cy="0"/>
          <a:chOff x="0" y="0"/>
          <a:chExt cx="0" cy="0"/>
        </a:xfrm>
      </p:grpSpPr>
      <p:sp>
        <p:nvSpPr>
          <p:cNvPr id="2734" name="Google Shape;2734;p79"/>
          <p:cNvSpPr txBox="1">
            <a:spLocks noGrp="1"/>
          </p:cNvSpPr>
          <p:nvPr>
            <p:ph type="title"/>
          </p:nvPr>
        </p:nvSpPr>
        <p:spPr>
          <a:xfrm>
            <a:off x="555662" y="414576"/>
            <a:ext cx="3259717" cy="56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latin typeface="Bahnschrift" panose="020B0502040204020203" pitchFamily="34" charset="0"/>
              </a:rPr>
              <a:t>Итоговое шасси</a:t>
            </a:r>
            <a:endParaRPr dirty="0">
              <a:latin typeface="Bahnschrift" panose="020B0502040204020203" pitchFamily="34" charset="0"/>
            </a:endParaRPr>
          </a:p>
        </p:txBody>
      </p:sp>
      <p:grpSp>
        <p:nvGrpSpPr>
          <p:cNvPr id="2736" name="Google Shape;2736;p79"/>
          <p:cNvGrpSpPr/>
          <p:nvPr/>
        </p:nvGrpSpPr>
        <p:grpSpPr>
          <a:xfrm>
            <a:off x="7492247" y="3515018"/>
            <a:ext cx="1183609" cy="1580259"/>
            <a:chOff x="4468075" y="3148300"/>
            <a:chExt cx="354650" cy="473500"/>
          </a:xfrm>
        </p:grpSpPr>
        <p:sp>
          <p:nvSpPr>
            <p:cNvPr id="2737" name="Google Shape;2737;p79"/>
            <p:cNvSpPr/>
            <p:nvPr/>
          </p:nvSpPr>
          <p:spPr>
            <a:xfrm>
              <a:off x="4486175" y="3234300"/>
              <a:ext cx="312375" cy="380775"/>
            </a:xfrm>
            <a:custGeom>
              <a:avLst/>
              <a:gdLst/>
              <a:ahLst/>
              <a:cxnLst/>
              <a:rect l="l" t="t" r="r" b="b"/>
              <a:pathLst>
                <a:path w="12495" h="15231" extrusionOk="0">
                  <a:moveTo>
                    <a:pt x="12494" y="1"/>
                  </a:moveTo>
                  <a:lnTo>
                    <a:pt x="1" y="90"/>
                  </a:lnTo>
                  <a:lnTo>
                    <a:pt x="1237" y="15230"/>
                  </a:lnTo>
                  <a:lnTo>
                    <a:pt x="11104" y="15230"/>
                  </a:lnTo>
                  <a:lnTo>
                    <a:pt x="12494" y="1"/>
                  </a:ln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79"/>
            <p:cNvSpPr/>
            <p:nvPr/>
          </p:nvSpPr>
          <p:spPr>
            <a:xfrm>
              <a:off x="4468075" y="3188650"/>
              <a:ext cx="350025" cy="64900"/>
            </a:xfrm>
            <a:custGeom>
              <a:avLst/>
              <a:gdLst/>
              <a:ahLst/>
              <a:cxnLst/>
              <a:rect l="l" t="t" r="r" b="b"/>
              <a:pathLst>
                <a:path w="14001" h="2596" extrusionOk="0">
                  <a:moveTo>
                    <a:pt x="1333" y="1"/>
                  </a:moveTo>
                  <a:cubicBezTo>
                    <a:pt x="1218" y="1"/>
                    <a:pt x="1115" y="26"/>
                    <a:pt x="1103" y="58"/>
                  </a:cubicBezTo>
                  <a:lnTo>
                    <a:pt x="20" y="2230"/>
                  </a:lnTo>
                  <a:cubicBezTo>
                    <a:pt x="1" y="2275"/>
                    <a:pt x="90" y="2595"/>
                    <a:pt x="225" y="2595"/>
                  </a:cubicBezTo>
                  <a:lnTo>
                    <a:pt x="13776" y="2595"/>
                  </a:lnTo>
                  <a:cubicBezTo>
                    <a:pt x="13917" y="2595"/>
                    <a:pt x="14000" y="2275"/>
                    <a:pt x="13968" y="2230"/>
                  </a:cubicBezTo>
                  <a:lnTo>
                    <a:pt x="12603" y="58"/>
                  </a:lnTo>
                  <a:cubicBezTo>
                    <a:pt x="12578" y="26"/>
                    <a:pt x="12475" y="1"/>
                    <a:pt x="12366"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79"/>
            <p:cNvSpPr/>
            <p:nvPr/>
          </p:nvSpPr>
          <p:spPr>
            <a:xfrm>
              <a:off x="4496275" y="3561300"/>
              <a:ext cx="326450" cy="60500"/>
            </a:xfrm>
            <a:custGeom>
              <a:avLst/>
              <a:gdLst/>
              <a:ahLst/>
              <a:cxnLst/>
              <a:rect l="l" t="t" r="r" b="b"/>
              <a:pathLst>
                <a:path w="13058" h="2420" extrusionOk="0">
                  <a:moveTo>
                    <a:pt x="8629" y="1"/>
                  </a:moveTo>
                  <a:cubicBezTo>
                    <a:pt x="7957" y="1"/>
                    <a:pt x="7404" y="682"/>
                    <a:pt x="6901" y="1067"/>
                  </a:cubicBezTo>
                  <a:cubicBezTo>
                    <a:pt x="6572" y="1308"/>
                    <a:pt x="6239" y="1402"/>
                    <a:pt x="5902" y="1402"/>
                  </a:cubicBezTo>
                  <a:cubicBezTo>
                    <a:pt x="5398" y="1402"/>
                    <a:pt x="4887" y="1193"/>
                    <a:pt x="4376" y="958"/>
                  </a:cubicBezTo>
                  <a:cubicBezTo>
                    <a:pt x="3965" y="768"/>
                    <a:pt x="3599" y="662"/>
                    <a:pt x="3248" y="662"/>
                  </a:cubicBezTo>
                  <a:cubicBezTo>
                    <a:pt x="2806" y="662"/>
                    <a:pt x="2388" y="830"/>
                    <a:pt x="1935" y="1208"/>
                  </a:cubicBezTo>
                  <a:cubicBezTo>
                    <a:pt x="1352" y="1740"/>
                    <a:pt x="737" y="2060"/>
                    <a:pt x="0" y="2419"/>
                  </a:cubicBezTo>
                  <a:lnTo>
                    <a:pt x="13058" y="2278"/>
                  </a:lnTo>
                  <a:cubicBezTo>
                    <a:pt x="12520" y="2208"/>
                    <a:pt x="11975" y="2099"/>
                    <a:pt x="11469" y="1887"/>
                  </a:cubicBezTo>
                  <a:cubicBezTo>
                    <a:pt x="10578" y="1458"/>
                    <a:pt x="10040" y="747"/>
                    <a:pt x="9265" y="209"/>
                  </a:cubicBezTo>
                  <a:cubicBezTo>
                    <a:pt x="9041" y="62"/>
                    <a:pt x="8830" y="1"/>
                    <a:pt x="8629" y="1"/>
                  </a:cubicBez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79"/>
            <p:cNvSpPr/>
            <p:nvPr/>
          </p:nvSpPr>
          <p:spPr>
            <a:xfrm>
              <a:off x="4496275" y="3560175"/>
              <a:ext cx="326450" cy="61625"/>
            </a:xfrm>
            <a:custGeom>
              <a:avLst/>
              <a:gdLst/>
              <a:ahLst/>
              <a:cxnLst/>
              <a:rect l="l" t="t" r="r" b="b"/>
              <a:pathLst>
                <a:path w="13058" h="2465" extrusionOk="0">
                  <a:moveTo>
                    <a:pt x="8604" y="0"/>
                  </a:moveTo>
                  <a:cubicBezTo>
                    <a:pt x="8468" y="0"/>
                    <a:pt x="8328" y="28"/>
                    <a:pt x="8182" y="94"/>
                  </a:cubicBezTo>
                  <a:cubicBezTo>
                    <a:pt x="7593" y="337"/>
                    <a:pt x="7202" y="869"/>
                    <a:pt x="6696" y="1183"/>
                  </a:cubicBezTo>
                  <a:cubicBezTo>
                    <a:pt x="6448" y="1332"/>
                    <a:pt x="6176" y="1392"/>
                    <a:pt x="5900" y="1392"/>
                  </a:cubicBezTo>
                  <a:cubicBezTo>
                    <a:pt x="5581" y="1392"/>
                    <a:pt x="5258" y="1312"/>
                    <a:pt x="4959" y="1196"/>
                  </a:cubicBezTo>
                  <a:cubicBezTo>
                    <a:pt x="4310" y="918"/>
                    <a:pt x="3778" y="668"/>
                    <a:pt x="3242" y="668"/>
                  </a:cubicBezTo>
                  <a:cubicBezTo>
                    <a:pt x="2826" y="668"/>
                    <a:pt x="2407" y="818"/>
                    <a:pt x="1929" y="1221"/>
                  </a:cubicBezTo>
                  <a:cubicBezTo>
                    <a:pt x="1365" y="1753"/>
                    <a:pt x="686" y="2118"/>
                    <a:pt x="0" y="2464"/>
                  </a:cubicBezTo>
                  <a:cubicBezTo>
                    <a:pt x="558" y="2208"/>
                    <a:pt x="1109" y="1932"/>
                    <a:pt x="1608" y="1561"/>
                  </a:cubicBezTo>
                  <a:cubicBezTo>
                    <a:pt x="2167" y="1075"/>
                    <a:pt x="2648" y="750"/>
                    <a:pt x="3252" y="750"/>
                  </a:cubicBezTo>
                  <a:cubicBezTo>
                    <a:pt x="3501" y="750"/>
                    <a:pt x="3771" y="805"/>
                    <a:pt x="4075" y="926"/>
                  </a:cubicBezTo>
                  <a:cubicBezTo>
                    <a:pt x="4639" y="1157"/>
                    <a:pt x="5209" y="1471"/>
                    <a:pt x="5837" y="1497"/>
                  </a:cubicBezTo>
                  <a:cubicBezTo>
                    <a:pt x="5864" y="1498"/>
                    <a:pt x="5891" y="1499"/>
                    <a:pt x="5918" y="1499"/>
                  </a:cubicBezTo>
                  <a:cubicBezTo>
                    <a:pt x="6369" y="1499"/>
                    <a:pt x="6798" y="1299"/>
                    <a:pt x="7125" y="991"/>
                  </a:cubicBezTo>
                  <a:cubicBezTo>
                    <a:pt x="7458" y="709"/>
                    <a:pt x="7817" y="350"/>
                    <a:pt x="8221" y="183"/>
                  </a:cubicBezTo>
                  <a:cubicBezTo>
                    <a:pt x="8353" y="123"/>
                    <a:pt x="8482" y="96"/>
                    <a:pt x="8606" y="96"/>
                  </a:cubicBezTo>
                  <a:cubicBezTo>
                    <a:pt x="9061" y="96"/>
                    <a:pt x="9463" y="444"/>
                    <a:pt x="9809" y="741"/>
                  </a:cubicBezTo>
                  <a:cubicBezTo>
                    <a:pt x="10277" y="1131"/>
                    <a:pt x="10732" y="1567"/>
                    <a:pt x="11277" y="1862"/>
                  </a:cubicBezTo>
                  <a:cubicBezTo>
                    <a:pt x="11828" y="2144"/>
                    <a:pt x="12456" y="2246"/>
                    <a:pt x="13058" y="2323"/>
                  </a:cubicBezTo>
                  <a:cubicBezTo>
                    <a:pt x="12462" y="2227"/>
                    <a:pt x="11841" y="2112"/>
                    <a:pt x="11302" y="1811"/>
                  </a:cubicBezTo>
                  <a:cubicBezTo>
                    <a:pt x="10771" y="1516"/>
                    <a:pt x="10328" y="1080"/>
                    <a:pt x="9867" y="677"/>
                  </a:cubicBezTo>
                  <a:cubicBezTo>
                    <a:pt x="9503" y="352"/>
                    <a:pt x="9084" y="0"/>
                    <a:pt x="8604"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79"/>
            <p:cNvSpPr/>
            <p:nvPr/>
          </p:nvSpPr>
          <p:spPr>
            <a:xfrm>
              <a:off x="4617675" y="3319275"/>
              <a:ext cx="70025" cy="45925"/>
            </a:xfrm>
            <a:custGeom>
              <a:avLst/>
              <a:gdLst/>
              <a:ahLst/>
              <a:cxnLst/>
              <a:rect l="l" t="t" r="r" b="b"/>
              <a:pathLst>
                <a:path w="2801" h="1837" extrusionOk="0">
                  <a:moveTo>
                    <a:pt x="1442" y="1"/>
                  </a:moveTo>
                  <a:cubicBezTo>
                    <a:pt x="1326" y="1"/>
                    <a:pt x="1210" y="4"/>
                    <a:pt x="1090" y="4"/>
                  </a:cubicBezTo>
                  <a:lnTo>
                    <a:pt x="1" y="4"/>
                  </a:lnTo>
                  <a:cubicBezTo>
                    <a:pt x="116" y="42"/>
                    <a:pt x="231" y="81"/>
                    <a:pt x="334" y="145"/>
                  </a:cubicBezTo>
                  <a:cubicBezTo>
                    <a:pt x="417" y="202"/>
                    <a:pt x="488" y="279"/>
                    <a:pt x="552" y="356"/>
                  </a:cubicBezTo>
                  <a:cubicBezTo>
                    <a:pt x="731" y="593"/>
                    <a:pt x="853" y="869"/>
                    <a:pt x="981" y="1138"/>
                  </a:cubicBezTo>
                  <a:cubicBezTo>
                    <a:pt x="1039" y="1259"/>
                    <a:pt x="1103" y="1388"/>
                    <a:pt x="1154" y="1516"/>
                  </a:cubicBezTo>
                  <a:cubicBezTo>
                    <a:pt x="1090" y="1548"/>
                    <a:pt x="1020" y="1580"/>
                    <a:pt x="949" y="1612"/>
                  </a:cubicBezTo>
                  <a:cubicBezTo>
                    <a:pt x="936" y="1618"/>
                    <a:pt x="917" y="1625"/>
                    <a:pt x="904" y="1644"/>
                  </a:cubicBezTo>
                  <a:cubicBezTo>
                    <a:pt x="898" y="1657"/>
                    <a:pt x="898" y="1682"/>
                    <a:pt x="898" y="1702"/>
                  </a:cubicBezTo>
                  <a:cubicBezTo>
                    <a:pt x="904" y="1727"/>
                    <a:pt x="936" y="1740"/>
                    <a:pt x="962" y="1746"/>
                  </a:cubicBezTo>
                  <a:cubicBezTo>
                    <a:pt x="1308" y="1772"/>
                    <a:pt x="1654" y="1798"/>
                    <a:pt x="2000" y="1830"/>
                  </a:cubicBezTo>
                  <a:cubicBezTo>
                    <a:pt x="2057" y="1830"/>
                    <a:pt x="2115" y="1836"/>
                    <a:pt x="2173" y="1836"/>
                  </a:cubicBezTo>
                  <a:cubicBezTo>
                    <a:pt x="2179" y="1836"/>
                    <a:pt x="2186" y="1836"/>
                    <a:pt x="2192" y="1830"/>
                  </a:cubicBezTo>
                  <a:cubicBezTo>
                    <a:pt x="2371" y="1522"/>
                    <a:pt x="2551" y="1221"/>
                    <a:pt x="2730" y="920"/>
                  </a:cubicBezTo>
                  <a:cubicBezTo>
                    <a:pt x="2756" y="869"/>
                    <a:pt x="2794" y="817"/>
                    <a:pt x="2801" y="760"/>
                  </a:cubicBezTo>
                  <a:cubicBezTo>
                    <a:pt x="2801" y="728"/>
                    <a:pt x="2801" y="696"/>
                    <a:pt x="2775" y="676"/>
                  </a:cubicBezTo>
                  <a:cubicBezTo>
                    <a:pt x="2771" y="675"/>
                    <a:pt x="2768" y="675"/>
                    <a:pt x="2764" y="675"/>
                  </a:cubicBezTo>
                  <a:cubicBezTo>
                    <a:pt x="2748" y="675"/>
                    <a:pt x="2733" y="684"/>
                    <a:pt x="2717" y="689"/>
                  </a:cubicBezTo>
                  <a:cubicBezTo>
                    <a:pt x="2621" y="728"/>
                    <a:pt x="2525" y="779"/>
                    <a:pt x="2429" y="817"/>
                  </a:cubicBezTo>
                  <a:cubicBezTo>
                    <a:pt x="2339" y="644"/>
                    <a:pt x="2256" y="471"/>
                    <a:pt x="2166" y="305"/>
                  </a:cubicBezTo>
                  <a:cubicBezTo>
                    <a:pt x="2128" y="234"/>
                    <a:pt x="2070" y="170"/>
                    <a:pt x="2006" y="125"/>
                  </a:cubicBezTo>
                  <a:cubicBezTo>
                    <a:pt x="1891" y="49"/>
                    <a:pt x="1756" y="16"/>
                    <a:pt x="1615" y="4"/>
                  </a:cubicBezTo>
                  <a:cubicBezTo>
                    <a:pt x="1558" y="2"/>
                    <a:pt x="1500" y="1"/>
                    <a:pt x="1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79"/>
            <p:cNvSpPr/>
            <p:nvPr/>
          </p:nvSpPr>
          <p:spPr>
            <a:xfrm>
              <a:off x="4589800" y="3323125"/>
              <a:ext cx="45375" cy="48475"/>
            </a:xfrm>
            <a:custGeom>
              <a:avLst/>
              <a:gdLst/>
              <a:ahLst/>
              <a:cxnLst/>
              <a:rect l="l" t="t" r="r" b="b"/>
              <a:pathLst>
                <a:path w="1815" h="1939" extrusionOk="0">
                  <a:moveTo>
                    <a:pt x="995" y="1"/>
                  </a:moveTo>
                  <a:cubicBezTo>
                    <a:pt x="980" y="1"/>
                    <a:pt x="964" y="2"/>
                    <a:pt x="949" y="3"/>
                  </a:cubicBezTo>
                  <a:cubicBezTo>
                    <a:pt x="866" y="10"/>
                    <a:pt x="783" y="23"/>
                    <a:pt x="719" y="74"/>
                  </a:cubicBezTo>
                  <a:cubicBezTo>
                    <a:pt x="687" y="93"/>
                    <a:pt x="661" y="125"/>
                    <a:pt x="642" y="157"/>
                  </a:cubicBezTo>
                  <a:cubicBezTo>
                    <a:pt x="552" y="298"/>
                    <a:pt x="462" y="439"/>
                    <a:pt x="379" y="580"/>
                  </a:cubicBezTo>
                  <a:cubicBezTo>
                    <a:pt x="251" y="785"/>
                    <a:pt x="123" y="984"/>
                    <a:pt x="1" y="1182"/>
                  </a:cubicBezTo>
                  <a:cubicBezTo>
                    <a:pt x="360" y="1426"/>
                    <a:pt x="719" y="1663"/>
                    <a:pt x="1077" y="1906"/>
                  </a:cubicBezTo>
                  <a:cubicBezTo>
                    <a:pt x="1097" y="1919"/>
                    <a:pt x="1116" y="1932"/>
                    <a:pt x="1135" y="1938"/>
                  </a:cubicBezTo>
                  <a:cubicBezTo>
                    <a:pt x="1180" y="1861"/>
                    <a:pt x="1231" y="1785"/>
                    <a:pt x="1282" y="1708"/>
                  </a:cubicBezTo>
                  <a:cubicBezTo>
                    <a:pt x="1455" y="1432"/>
                    <a:pt x="1628" y="1163"/>
                    <a:pt x="1808" y="894"/>
                  </a:cubicBezTo>
                  <a:cubicBezTo>
                    <a:pt x="1814" y="881"/>
                    <a:pt x="1814" y="868"/>
                    <a:pt x="1808" y="862"/>
                  </a:cubicBezTo>
                  <a:cubicBezTo>
                    <a:pt x="1718" y="663"/>
                    <a:pt x="1622" y="471"/>
                    <a:pt x="1487" y="305"/>
                  </a:cubicBezTo>
                  <a:cubicBezTo>
                    <a:pt x="1417" y="215"/>
                    <a:pt x="1340" y="132"/>
                    <a:pt x="1244" y="74"/>
                  </a:cubicBezTo>
                  <a:cubicBezTo>
                    <a:pt x="1168" y="30"/>
                    <a:pt x="1082" y="1"/>
                    <a:pt x="9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79"/>
            <p:cNvSpPr/>
            <p:nvPr/>
          </p:nvSpPr>
          <p:spPr>
            <a:xfrm>
              <a:off x="4660775" y="3358275"/>
              <a:ext cx="47750" cy="45025"/>
            </a:xfrm>
            <a:custGeom>
              <a:avLst/>
              <a:gdLst/>
              <a:ahLst/>
              <a:cxnLst/>
              <a:rect l="l" t="t" r="r" b="b"/>
              <a:pathLst>
                <a:path w="1910" h="1801" extrusionOk="0">
                  <a:moveTo>
                    <a:pt x="1160" y="1"/>
                  </a:moveTo>
                  <a:cubicBezTo>
                    <a:pt x="1102" y="33"/>
                    <a:pt x="1051" y="71"/>
                    <a:pt x="993" y="103"/>
                  </a:cubicBezTo>
                  <a:cubicBezTo>
                    <a:pt x="724" y="257"/>
                    <a:pt x="462" y="404"/>
                    <a:pt x="199" y="558"/>
                  </a:cubicBezTo>
                  <a:cubicBezTo>
                    <a:pt x="135" y="603"/>
                    <a:pt x="64" y="635"/>
                    <a:pt x="0" y="680"/>
                  </a:cubicBezTo>
                  <a:cubicBezTo>
                    <a:pt x="7" y="699"/>
                    <a:pt x="20" y="718"/>
                    <a:pt x="26" y="737"/>
                  </a:cubicBezTo>
                  <a:cubicBezTo>
                    <a:pt x="244" y="1090"/>
                    <a:pt x="455" y="1449"/>
                    <a:pt x="673" y="1801"/>
                  </a:cubicBezTo>
                  <a:lnTo>
                    <a:pt x="1256" y="1801"/>
                  </a:lnTo>
                  <a:cubicBezTo>
                    <a:pt x="1314" y="1801"/>
                    <a:pt x="1371" y="1788"/>
                    <a:pt x="1423" y="1769"/>
                  </a:cubicBezTo>
                  <a:cubicBezTo>
                    <a:pt x="1538" y="1724"/>
                    <a:pt x="1647" y="1647"/>
                    <a:pt x="1737" y="1564"/>
                  </a:cubicBezTo>
                  <a:cubicBezTo>
                    <a:pt x="1820" y="1481"/>
                    <a:pt x="1897" y="1372"/>
                    <a:pt x="1903" y="1250"/>
                  </a:cubicBezTo>
                  <a:cubicBezTo>
                    <a:pt x="1910" y="1179"/>
                    <a:pt x="1884" y="1103"/>
                    <a:pt x="1839" y="1039"/>
                  </a:cubicBezTo>
                  <a:cubicBezTo>
                    <a:pt x="1615" y="693"/>
                    <a:pt x="1391" y="347"/>
                    <a:pt x="11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79"/>
            <p:cNvSpPr/>
            <p:nvPr/>
          </p:nvSpPr>
          <p:spPr>
            <a:xfrm>
              <a:off x="4568500" y="3367075"/>
              <a:ext cx="49525" cy="67800"/>
            </a:xfrm>
            <a:custGeom>
              <a:avLst/>
              <a:gdLst/>
              <a:ahLst/>
              <a:cxnLst/>
              <a:rect l="l" t="t" r="r" b="b"/>
              <a:pathLst>
                <a:path w="1981" h="2712" extrusionOk="0">
                  <a:moveTo>
                    <a:pt x="1391" y="1"/>
                  </a:moveTo>
                  <a:cubicBezTo>
                    <a:pt x="1314" y="1"/>
                    <a:pt x="1231" y="1"/>
                    <a:pt x="1154" y="7"/>
                  </a:cubicBezTo>
                  <a:lnTo>
                    <a:pt x="917" y="7"/>
                  </a:lnTo>
                  <a:cubicBezTo>
                    <a:pt x="869" y="14"/>
                    <a:pt x="819" y="15"/>
                    <a:pt x="770" y="15"/>
                  </a:cubicBezTo>
                  <a:cubicBezTo>
                    <a:pt x="720" y="15"/>
                    <a:pt x="670" y="14"/>
                    <a:pt x="622" y="14"/>
                  </a:cubicBezTo>
                  <a:cubicBezTo>
                    <a:pt x="520" y="27"/>
                    <a:pt x="424" y="20"/>
                    <a:pt x="328" y="27"/>
                  </a:cubicBezTo>
                  <a:cubicBezTo>
                    <a:pt x="299" y="30"/>
                    <a:pt x="270" y="30"/>
                    <a:pt x="241" y="30"/>
                  </a:cubicBezTo>
                  <a:cubicBezTo>
                    <a:pt x="212" y="30"/>
                    <a:pt x="183" y="30"/>
                    <a:pt x="155" y="33"/>
                  </a:cubicBezTo>
                  <a:cubicBezTo>
                    <a:pt x="110" y="33"/>
                    <a:pt x="78" y="78"/>
                    <a:pt x="91" y="123"/>
                  </a:cubicBezTo>
                  <a:cubicBezTo>
                    <a:pt x="103" y="142"/>
                    <a:pt x="123" y="161"/>
                    <a:pt x="148" y="174"/>
                  </a:cubicBezTo>
                  <a:cubicBezTo>
                    <a:pt x="219" y="212"/>
                    <a:pt x="283" y="257"/>
                    <a:pt x="353" y="296"/>
                  </a:cubicBezTo>
                  <a:cubicBezTo>
                    <a:pt x="366" y="302"/>
                    <a:pt x="379" y="309"/>
                    <a:pt x="392" y="321"/>
                  </a:cubicBezTo>
                  <a:cubicBezTo>
                    <a:pt x="379" y="347"/>
                    <a:pt x="366" y="366"/>
                    <a:pt x="353" y="385"/>
                  </a:cubicBezTo>
                  <a:cubicBezTo>
                    <a:pt x="270" y="514"/>
                    <a:pt x="187" y="635"/>
                    <a:pt x="110" y="763"/>
                  </a:cubicBezTo>
                  <a:cubicBezTo>
                    <a:pt x="52" y="860"/>
                    <a:pt x="1" y="968"/>
                    <a:pt x="14" y="1077"/>
                  </a:cubicBezTo>
                  <a:cubicBezTo>
                    <a:pt x="33" y="1199"/>
                    <a:pt x="103" y="1295"/>
                    <a:pt x="161" y="1398"/>
                  </a:cubicBezTo>
                  <a:cubicBezTo>
                    <a:pt x="392" y="1795"/>
                    <a:pt x="616" y="2192"/>
                    <a:pt x="840" y="2583"/>
                  </a:cubicBezTo>
                  <a:cubicBezTo>
                    <a:pt x="866" y="2628"/>
                    <a:pt x="891" y="2673"/>
                    <a:pt x="917" y="2711"/>
                  </a:cubicBezTo>
                  <a:cubicBezTo>
                    <a:pt x="898" y="2628"/>
                    <a:pt x="891" y="2545"/>
                    <a:pt x="891" y="2461"/>
                  </a:cubicBezTo>
                  <a:cubicBezTo>
                    <a:pt x="885" y="2320"/>
                    <a:pt x="936" y="2173"/>
                    <a:pt x="1013" y="2051"/>
                  </a:cubicBezTo>
                  <a:cubicBezTo>
                    <a:pt x="1225" y="1712"/>
                    <a:pt x="1442" y="1372"/>
                    <a:pt x="1660" y="1033"/>
                  </a:cubicBezTo>
                  <a:cubicBezTo>
                    <a:pt x="1673" y="1039"/>
                    <a:pt x="1686" y="1045"/>
                    <a:pt x="1699" y="1052"/>
                  </a:cubicBezTo>
                  <a:cubicBezTo>
                    <a:pt x="1756" y="1090"/>
                    <a:pt x="1814" y="1122"/>
                    <a:pt x="1865" y="1154"/>
                  </a:cubicBezTo>
                  <a:cubicBezTo>
                    <a:pt x="1884" y="1167"/>
                    <a:pt x="1897" y="1173"/>
                    <a:pt x="1917" y="1180"/>
                  </a:cubicBezTo>
                  <a:cubicBezTo>
                    <a:pt x="1920" y="1181"/>
                    <a:pt x="1924" y="1182"/>
                    <a:pt x="1927" y="1182"/>
                  </a:cubicBezTo>
                  <a:cubicBezTo>
                    <a:pt x="1944" y="1182"/>
                    <a:pt x="1963" y="1170"/>
                    <a:pt x="1968" y="1154"/>
                  </a:cubicBezTo>
                  <a:cubicBezTo>
                    <a:pt x="1981" y="1109"/>
                    <a:pt x="1961" y="1071"/>
                    <a:pt x="1942" y="1033"/>
                  </a:cubicBezTo>
                  <a:cubicBezTo>
                    <a:pt x="1756" y="687"/>
                    <a:pt x="1577" y="347"/>
                    <a:pt x="13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79"/>
            <p:cNvSpPr/>
            <p:nvPr/>
          </p:nvSpPr>
          <p:spPr>
            <a:xfrm>
              <a:off x="4643300" y="3399600"/>
              <a:ext cx="65075" cy="53750"/>
            </a:xfrm>
            <a:custGeom>
              <a:avLst/>
              <a:gdLst/>
              <a:ahLst/>
              <a:cxnLst/>
              <a:rect l="l" t="t" r="r" b="b"/>
              <a:pathLst>
                <a:path w="2603" h="2150" extrusionOk="0">
                  <a:moveTo>
                    <a:pt x="2602" y="1"/>
                  </a:moveTo>
                  <a:cubicBezTo>
                    <a:pt x="2480" y="135"/>
                    <a:pt x="2327" y="250"/>
                    <a:pt x="2154" y="295"/>
                  </a:cubicBezTo>
                  <a:cubicBezTo>
                    <a:pt x="2026" y="334"/>
                    <a:pt x="1891" y="340"/>
                    <a:pt x="1756" y="347"/>
                  </a:cubicBezTo>
                  <a:lnTo>
                    <a:pt x="719" y="347"/>
                  </a:lnTo>
                  <a:cubicBezTo>
                    <a:pt x="719" y="270"/>
                    <a:pt x="725" y="199"/>
                    <a:pt x="719" y="122"/>
                  </a:cubicBezTo>
                  <a:cubicBezTo>
                    <a:pt x="719" y="90"/>
                    <a:pt x="712" y="52"/>
                    <a:pt x="686" y="33"/>
                  </a:cubicBezTo>
                  <a:cubicBezTo>
                    <a:pt x="681" y="32"/>
                    <a:pt x="675" y="31"/>
                    <a:pt x="670" y="31"/>
                  </a:cubicBezTo>
                  <a:cubicBezTo>
                    <a:pt x="644" y="31"/>
                    <a:pt x="619" y="43"/>
                    <a:pt x="603" y="65"/>
                  </a:cubicBezTo>
                  <a:cubicBezTo>
                    <a:pt x="411" y="411"/>
                    <a:pt x="212" y="750"/>
                    <a:pt x="14" y="1090"/>
                  </a:cubicBezTo>
                  <a:cubicBezTo>
                    <a:pt x="7" y="1103"/>
                    <a:pt x="1" y="1109"/>
                    <a:pt x="14" y="1122"/>
                  </a:cubicBezTo>
                  <a:cubicBezTo>
                    <a:pt x="219" y="1436"/>
                    <a:pt x="424" y="1756"/>
                    <a:pt x="629" y="2070"/>
                  </a:cubicBezTo>
                  <a:cubicBezTo>
                    <a:pt x="648" y="2096"/>
                    <a:pt x="667" y="2128"/>
                    <a:pt x="693" y="2147"/>
                  </a:cubicBezTo>
                  <a:cubicBezTo>
                    <a:pt x="701" y="2149"/>
                    <a:pt x="710" y="2150"/>
                    <a:pt x="719" y="2150"/>
                  </a:cubicBezTo>
                  <a:cubicBezTo>
                    <a:pt x="736" y="2150"/>
                    <a:pt x="753" y="2147"/>
                    <a:pt x="770" y="2147"/>
                  </a:cubicBezTo>
                  <a:cubicBezTo>
                    <a:pt x="795" y="2147"/>
                    <a:pt x="808" y="2121"/>
                    <a:pt x="802" y="2102"/>
                  </a:cubicBezTo>
                  <a:cubicBezTo>
                    <a:pt x="802" y="1993"/>
                    <a:pt x="802" y="1884"/>
                    <a:pt x="802" y="1775"/>
                  </a:cubicBezTo>
                  <a:lnTo>
                    <a:pt x="1212" y="1775"/>
                  </a:lnTo>
                  <a:cubicBezTo>
                    <a:pt x="1248" y="1775"/>
                    <a:pt x="1283" y="1776"/>
                    <a:pt x="1317" y="1776"/>
                  </a:cubicBezTo>
                  <a:cubicBezTo>
                    <a:pt x="1368" y="1776"/>
                    <a:pt x="1418" y="1774"/>
                    <a:pt x="1468" y="1763"/>
                  </a:cubicBezTo>
                  <a:cubicBezTo>
                    <a:pt x="1577" y="1737"/>
                    <a:pt x="1667" y="1679"/>
                    <a:pt x="1724" y="1583"/>
                  </a:cubicBezTo>
                  <a:cubicBezTo>
                    <a:pt x="1776" y="1506"/>
                    <a:pt x="1814" y="1429"/>
                    <a:pt x="1859" y="1346"/>
                  </a:cubicBezTo>
                  <a:cubicBezTo>
                    <a:pt x="2102" y="898"/>
                    <a:pt x="2352" y="449"/>
                    <a:pt x="26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79"/>
            <p:cNvSpPr/>
            <p:nvPr/>
          </p:nvSpPr>
          <p:spPr>
            <a:xfrm>
              <a:off x="4595250" y="3409225"/>
              <a:ext cx="42000" cy="34450"/>
            </a:xfrm>
            <a:custGeom>
              <a:avLst/>
              <a:gdLst/>
              <a:ahLst/>
              <a:cxnLst/>
              <a:rect l="l" t="t" r="r" b="b"/>
              <a:pathLst>
                <a:path w="1680" h="1378" extrusionOk="0">
                  <a:moveTo>
                    <a:pt x="398" y="0"/>
                  </a:moveTo>
                  <a:cubicBezTo>
                    <a:pt x="328" y="103"/>
                    <a:pt x="257" y="205"/>
                    <a:pt x="193" y="308"/>
                  </a:cubicBezTo>
                  <a:cubicBezTo>
                    <a:pt x="135" y="391"/>
                    <a:pt x="84" y="481"/>
                    <a:pt x="52" y="577"/>
                  </a:cubicBezTo>
                  <a:cubicBezTo>
                    <a:pt x="1" y="730"/>
                    <a:pt x="1" y="891"/>
                    <a:pt x="26" y="1051"/>
                  </a:cubicBezTo>
                  <a:cubicBezTo>
                    <a:pt x="39" y="1140"/>
                    <a:pt x="71" y="1224"/>
                    <a:pt x="135" y="1294"/>
                  </a:cubicBezTo>
                  <a:cubicBezTo>
                    <a:pt x="193" y="1352"/>
                    <a:pt x="276" y="1378"/>
                    <a:pt x="353" y="1378"/>
                  </a:cubicBezTo>
                  <a:lnTo>
                    <a:pt x="1679" y="1378"/>
                  </a:lnTo>
                  <a:cubicBezTo>
                    <a:pt x="1679" y="916"/>
                    <a:pt x="1679" y="455"/>
                    <a:pt x="16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79"/>
            <p:cNvSpPr/>
            <p:nvPr/>
          </p:nvSpPr>
          <p:spPr>
            <a:xfrm>
              <a:off x="4485850" y="3198900"/>
              <a:ext cx="312525" cy="33350"/>
            </a:xfrm>
            <a:custGeom>
              <a:avLst/>
              <a:gdLst/>
              <a:ahLst/>
              <a:cxnLst/>
              <a:rect l="l" t="t" r="r" b="b"/>
              <a:pathLst>
                <a:path w="12501" h="1334" extrusionOk="0">
                  <a:moveTo>
                    <a:pt x="802" y="1"/>
                  </a:moveTo>
                  <a:cubicBezTo>
                    <a:pt x="693" y="1"/>
                    <a:pt x="597" y="20"/>
                    <a:pt x="590" y="39"/>
                  </a:cubicBezTo>
                  <a:lnTo>
                    <a:pt x="14" y="1288"/>
                  </a:lnTo>
                  <a:cubicBezTo>
                    <a:pt x="1" y="1314"/>
                    <a:pt x="90" y="1333"/>
                    <a:pt x="212" y="1333"/>
                  </a:cubicBezTo>
                  <a:lnTo>
                    <a:pt x="12296" y="1333"/>
                  </a:lnTo>
                  <a:cubicBezTo>
                    <a:pt x="12418" y="1333"/>
                    <a:pt x="12501" y="1314"/>
                    <a:pt x="12482" y="1288"/>
                  </a:cubicBezTo>
                  <a:lnTo>
                    <a:pt x="11745" y="39"/>
                  </a:lnTo>
                  <a:cubicBezTo>
                    <a:pt x="11732" y="20"/>
                    <a:pt x="11636" y="1"/>
                    <a:pt x="115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79"/>
            <p:cNvSpPr/>
            <p:nvPr/>
          </p:nvSpPr>
          <p:spPr>
            <a:xfrm>
              <a:off x="4508925" y="3242125"/>
              <a:ext cx="42800" cy="17375"/>
            </a:xfrm>
            <a:custGeom>
              <a:avLst/>
              <a:gdLst/>
              <a:ahLst/>
              <a:cxnLst/>
              <a:rect l="l" t="t" r="r" b="b"/>
              <a:pathLst>
                <a:path w="1712" h="695" extrusionOk="0">
                  <a:moveTo>
                    <a:pt x="1550" y="1"/>
                  </a:moveTo>
                  <a:cubicBezTo>
                    <a:pt x="1536" y="1"/>
                    <a:pt x="1521" y="3"/>
                    <a:pt x="1506" y="8"/>
                  </a:cubicBezTo>
                  <a:lnTo>
                    <a:pt x="122" y="412"/>
                  </a:lnTo>
                  <a:cubicBezTo>
                    <a:pt x="45" y="431"/>
                    <a:pt x="0" y="514"/>
                    <a:pt x="26" y="591"/>
                  </a:cubicBezTo>
                  <a:cubicBezTo>
                    <a:pt x="42" y="653"/>
                    <a:pt x="99" y="694"/>
                    <a:pt x="158" y="694"/>
                  </a:cubicBezTo>
                  <a:cubicBezTo>
                    <a:pt x="171" y="694"/>
                    <a:pt x="185" y="692"/>
                    <a:pt x="199" y="687"/>
                  </a:cubicBezTo>
                  <a:lnTo>
                    <a:pt x="1589" y="283"/>
                  </a:lnTo>
                  <a:cubicBezTo>
                    <a:pt x="1666" y="264"/>
                    <a:pt x="1711" y="181"/>
                    <a:pt x="1685" y="104"/>
                  </a:cubicBezTo>
                  <a:cubicBezTo>
                    <a:pt x="1670" y="42"/>
                    <a:pt x="1613" y="1"/>
                    <a:pt x="155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79"/>
            <p:cNvSpPr/>
            <p:nvPr/>
          </p:nvSpPr>
          <p:spPr>
            <a:xfrm>
              <a:off x="4488100" y="3172550"/>
              <a:ext cx="62975" cy="81100"/>
            </a:xfrm>
            <a:custGeom>
              <a:avLst/>
              <a:gdLst/>
              <a:ahLst/>
              <a:cxnLst/>
              <a:rect l="l" t="t" r="r" b="b"/>
              <a:pathLst>
                <a:path w="2519" h="3244" extrusionOk="0">
                  <a:moveTo>
                    <a:pt x="1555" y="0"/>
                  </a:moveTo>
                  <a:cubicBezTo>
                    <a:pt x="1532" y="0"/>
                    <a:pt x="1509" y="4"/>
                    <a:pt x="1487" y="10"/>
                  </a:cubicBezTo>
                  <a:lnTo>
                    <a:pt x="205" y="382"/>
                  </a:lnTo>
                  <a:cubicBezTo>
                    <a:pt x="77" y="420"/>
                    <a:pt x="0" y="555"/>
                    <a:pt x="39" y="689"/>
                  </a:cubicBezTo>
                  <a:lnTo>
                    <a:pt x="731" y="3066"/>
                  </a:lnTo>
                  <a:cubicBezTo>
                    <a:pt x="762" y="3176"/>
                    <a:pt x="858" y="3243"/>
                    <a:pt x="965" y="3243"/>
                  </a:cubicBezTo>
                  <a:cubicBezTo>
                    <a:pt x="989" y="3243"/>
                    <a:pt x="1014" y="3240"/>
                    <a:pt x="1038" y="3233"/>
                  </a:cubicBezTo>
                  <a:lnTo>
                    <a:pt x="2313" y="2861"/>
                  </a:lnTo>
                  <a:cubicBezTo>
                    <a:pt x="2448" y="2823"/>
                    <a:pt x="2518" y="2688"/>
                    <a:pt x="2486" y="2560"/>
                  </a:cubicBezTo>
                  <a:lnTo>
                    <a:pt x="1788" y="177"/>
                  </a:lnTo>
                  <a:cubicBezTo>
                    <a:pt x="1762" y="71"/>
                    <a:pt x="1661" y="0"/>
                    <a:pt x="1555" y="0"/>
                  </a:cubicBezTo>
                  <a:close/>
                </a:path>
              </a:pathLst>
            </a:custGeom>
            <a:solidFill>
              <a:srgbClr val="156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79"/>
            <p:cNvSpPr/>
            <p:nvPr/>
          </p:nvSpPr>
          <p:spPr>
            <a:xfrm>
              <a:off x="4487450" y="3168350"/>
              <a:ext cx="42800" cy="17400"/>
            </a:xfrm>
            <a:custGeom>
              <a:avLst/>
              <a:gdLst/>
              <a:ahLst/>
              <a:cxnLst/>
              <a:rect l="l" t="t" r="r" b="b"/>
              <a:pathLst>
                <a:path w="1712" h="696" extrusionOk="0">
                  <a:moveTo>
                    <a:pt x="1543" y="1"/>
                  </a:moveTo>
                  <a:cubicBezTo>
                    <a:pt x="1531" y="1"/>
                    <a:pt x="1518" y="2"/>
                    <a:pt x="1506" y="5"/>
                  </a:cubicBezTo>
                  <a:lnTo>
                    <a:pt x="123" y="409"/>
                  </a:lnTo>
                  <a:cubicBezTo>
                    <a:pt x="46" y="435"/>
                    <a:pt x="1" y="511"/>
                    <a:pt x="20" y="588"/>
                  </a:cubicBezTo>
                  <a:cubicBezTo>
                    <a:pt x="42" y="653"/>
                    <a:pt x="100" y="695"/>
                    <a:pt x="164" y="695"/>
                  </a:cubicBezTo>
                  <a:cubicBezTo>
                    <a:pt x="175" y="695"/>
                    <a:pt x="187" y="694"/>
                    <a:pt x="199" y="691"/>
                  </a:cubicBezTo>
                  <a:lnTo>
                    <a:pt x="1590" y="287"/>
                  </a:lnTo>
                  <a:cubicBezTo>
                    <a:pt x="1667" y="262"/>
                    <a:pt x="1712" y="185"/>
                    <a:pt x="1686" y="108"/>
                  </a:cubicBezTo>
                  <a:cubicBezTo>
                    <a:pt x="1670" y="43"/>
                    <a:pt x="1608" y="1"/>
                    <a:pt x="1543"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79"/>
            <p:cNvSpPr/>
            <p:nvPr/>
          </p:nvSpPr>
          <p:spPr>
            <a:xfrm>
              <a:off x="4626650" y="3156300"/>
              <a:ext cx="20700" cy="19075"/>
            </a:xfrm>
            <a:custGeom>
              <a:avLst/>
              <a:gdLst/>
              <a:ahLst/>
              <a:cxnLst/>
              <a:rect l="l" t="t" r="r" b="b"/>
              <a:pathLst>
                <a:path w="828" h="763" extrusionOk="0">
                  <a:moveTo>
                    <a:pt x="186" y="0"/>
                  </a:moveTo>
                  <a:cubicBezTo>
                    <a:pt x="135" y="167"/>
                    <a:pt x="45" y="340"/>
                    <a:pt x="1" y="519"/>
                  </a:cubicBezTo>
                  <a:lnTo>
                    <a:pt x="577" y="763"/>
                  </a:lnTo>
                  <a:cubicBezTo>
                    <a:pt x="609" y="628"/>
                    <a:pt x="827" y="289"/>
                    <a:pt x="750" y="199"/>
                  </a:cubicBezTo>
                  <a:cubicBezTo>
                    <a:pt x="705" y="141"/>
                    <a:pt x="520" y="109"/>
                    <a:pt x="455" y="90"/>
                  </a:cubicBezTo>
                  <a:cubicBezTo>
                    <a:pt x="366" y="64"/>
                    <a:pt x="276" y="13"/>
                    <a:pt x="186"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79"/>
            <p:cNvSpPr/>
            <p:nvPr/>
          </p:nvSpPr>
          <p:spPr>
            <a:xfrm>
              <a:off x="4626325" y="3148300"/>
              <a:ext cx="26150" cy="15950"/>
            </a:xfrm>
            <a:custGeom>
              <a:avLst/>
              <a:gdLst/>
              <a:ahLst/>
              <a:cxnLst/>
              <a:rect l="l" t="t" r="r" b="b"/>
              <a:pathLst>
                <a:path w="1046" h="638" extrusionOk="0">
                  <a:moveTo>
                    <a:pt x="162" y="1"/>
                  </a:moveTo>
                  <a:cubicBezTo>
                    <a:pt x="129" y="1"/>
                    <a:pt x="94" y="28"/>
                    <a:pt x="84" y="64"/>
                  </a:cubicBezTo>
                  <a:lnTo>
                    <a:pt x="20" y="243"/>
                  </a:lnTo>
                  <a:cubicBezTo>
                    <a:pt x="1" y="295"/>
                    <a:pt x="20" y="346"/>
                    <a:pt x="65" y="359"/>
                  </a:cubicBezTo>
                  <a:lnTo>
                    <a:pt x="853" y="634"/>
                  </a:lnTo>
                  <a:cubicBezTo>
                    <a:pt x="861" y="636"/>
                    <a:pt x="868" y="638"/>
                    <a:pt x="876" y="638"/>
                  </a:cubicBezTo>
                  <a:cubicBezTo>
                    <a:pt x="914" y="638"/>
                    <a:pt x="951" y="613"/>
                    <a:pt x="962" y="570"/>
                  </a:cubicBezTo>
                  <a:lnTo>
                    <a:pt x="1026" y="397"/>
                  </a:lnTo>
                  <a:cubicBezTo>
                    <a:pt x="1045" y="346"/>
                    <a:pt x="1019" y="295"/>
                    <a:pt x="981" y="275"/>
                  </a:cubicBezTo>
                  <a:lnTo>
                    <a:pt x="187" y="6"/>
                  </a:lnTo>
                  <a:cubicBezTo>
                    <a:pt x="179" y="2"/>
                    <a:pt x="170" y="1"/>
                    <a:pt x="162" y="1"/>
                  </a:cubicBezTo>
                  <a:close/>
                </a:path>
              </a:pathLst>
            </a:custGeom>
            <a:solidFill>
              <a:srgbClr val="7B5B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79"/>
            <p:cNvSpPr/>
            <p:nvPr/>
          </p:nvSpPr>
          <p:spPr>
            <a:xfrm>
              <a:off x="4568175" y="3166225"/>
              <a:ext cx="91025" cy="128350"/>
            </a:xfrm>
            <a:custGeom>
              <a:avLst/>
              <a:gdLst/>
              <a:ahLst/>
              <a:cxnLst/>
              <a:rect l="l" t="t" r="r" b="b"/>
              <a:pathLst>
                <a:path w="3641" h="5134" extrusionOk="0">
                  <a:moveTo>
                    <a:pt x="2201" y="0"/>
                  </a:moveTo>
                  <a:cubicBezTo>
                    <a:pt x="2089" y="0"/>
                    <a:pt x="1979" y="15"/>
                    <a:pt x="1878" y="45"/>
                  </a:cubicBezTo>
                  <a:cubicBezTo>
                    <a:pt x="1481" y="167"/>
                    <a:pt x="1481" y="718"/>
                    <a:pt x="1302" y="1026"/>
                  </a:cubicBezTo>
                  <a:lnTo>
                    <a:pt x="257" y="3781"/>
                  </a:lnTo>
                  <a:cubicBezTo>
                    <a:pt x="200" y="4050"/>
                    <a:pt x="1" y="4312"/>
                    <a:pt x="142" y="4601"/>
                  </a:cubicBezTo>
                  <a:cubicBezTo>
                    <a:pt x="289" y="4896"/>
                    <a:pt x="783" y="5043"/>
                    <a:pt x="1084" y="5094"/>
                  </a:cubicBezTo>
                  <a:cubicBezTo>
                    <a:pt x="1181" y="5116"/>
                    <a:pt x="1293" y="5133"/>
                    <a:pt x="1405" y="5133"/>
                  </a:cubicBezTo>
                  <a:cubicBezTo>
                    <a:pt x="1521" y="5133"/>
                    <a:pt x="1636" y="5114"/>
                    <a:pt x="1731" y="5062"/>
                  </a:cubicBezTo>
                  <a:cubicBezTo>
                    <a:pt x="1930" y="4940"/>
                    <a:pt x="3070" y="1987"/>
                    <a:pt x="3166" y="1788"/>
                  </a:cubicBezTo>
                  <a:cubicBezTo>
                    <a:pt x="3378" y="1359"/>
                    <a:pt x="3640" y="801"/>
                    <a:pt x="3243" y="411"/>
                  </a:cubicBezTo>
                  <a:cubicBezTo>
                    <a:pt x="2996" y="164"/>
                    <a:pt x="2581" y="0"/>
                    <a:pt x="2201"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79"/>
            <p:cNvSpPr/>
            <p:nvPr/>
          </p:nvSpPr>
          <p:spPr>
            <a:xfrm>
              <a:off x="4555375" y="3183800"/>
              <a:ext cx="29325" cy="26000"/>
            </a:xfrm>
            <a:custGeom>
              <a:avLst/>
              <a:gdLst/>
              <a:ahLst/>
              <a:cxnLst/>
              <a:rect l="l" t="t" r="r" b="b"/>
              <a:pathLst>
                <a:path w="1173" h="1040" extrusionOk="0">
                  <a:moveTo>
                    <a:pt x="500" y="1"/>
                  </a:moveTo>
                  <a:cubicBezTo>
                    <a:pt x="380" y="1"/>
                    <a:pt x="268" y="43"/>
                    <a:pt x="186" y="130"/>
                  </a:cubicBezTo>
                  <a:cubicBezTo>
                    <a:pt x="0" y="316"/>
                    <a:pt x="32" y="643"/>
                    <a:pt x="250" y="861"/>
                  </a:cubicBezTo>
                  <a:cubicBezTo>
                    <a:pt x="372" y="979"/>
                    <a:pt x="524" y="1039"/>
                    <a:pt x="668" y="1039"/>
                  </a:cubicBezTo>
                  <a:cubicBezTo>
                    <a:pt x="788" y="1039"/>
                    <a:pt x="902" y="997"/>
                    <a:pt x="987" y="912"/>
                  </a:cubicBezTo>
                  <a:cubicBezTo>
                    <a:pt x="1173" y="720"/>
                    <a:pt x="1141" y="393"/>
                    <a:pt x="917" y="182"/>
                  </a:cubicBezTo>
                  <a:cubicBezTo>
                    <a:pt x="798" y="63"/>
                    <a:pt x="644" y="1"/>
                    <a:pt x="500" y="1"/>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79"/>
            <p:cNvSpPr/>
            <p:nvPr/>
          </p:nvSpPr>
          <p:spPr>
            <a:xfrm>
              <a:off x="4560500" y="3192675"/>
              <a:ext cx="17975" cy="15900"/>
            </a:xfrm>
            <a:custGeom>
              <a:avLst/>
              <a:gdLst/>
              <a:ahLst/>
              <a:cxnLst/>
              <a:rect l="l" t="t" r="r" b="b"/>
              <a:pathLst>
                <a:path w="719" h="636" extrusionOk="0">
                  <a:moveTo>
                    <a:pt x="302" y="0"/>
                  </a:moveTo>
                  <a:cubicBezTo>
                    <a:pt x="229" y="0"/>
                    <a:pt x="161" y="25"/>
                    <a:pt x="109" y="77"/>
                  </a:cubicBezTo>
                  <a:cubicBezTo>
                    <a:pt x="0" y="192"/>
                    <a:pt x="20" y="391"/>
                    <a:pt x="161" y="525"/>
                  </a:cubicBezTo>
                  <a:cubicBezTo>
                    <a:pt x="234" y="598"/>
                    <a:pt x="326" y="636"/>
                    <a:pt x="414" y="636"/>
                  </a:cubicBezTo>
                  <a:cubicBezTo>
                    <a:pt x="487" y="636"/>
                    <a:pt x="557" y="610"/>
                    <a:pt x="609" y="557"/>
                  </a:cubicBezTo>
                  <a:cubicBezTo>
                    <a:pt x="718" y="448"/>
                    <a:pt x="699" y="243"/>
                    <a:pt x="564" y="109"/>
                  </a:cubicBezTo>
                  <a:cubicBezTo>
                    <a:pt x="486" y="38"/>
                    <a:pt x="391" y="0"/>
                    <a:pt x="302" y="0"/>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79"/>
            <p:cNvSpPr/>
            <p:nvPr/>
          </p:nvSpPr>
          <p:spPr>
            <a:xfrm>
              <a:off x="4545125" y="3200350"/>
              <a:ext cx="52725" cy="97950"/>
            </a:xfrm>
            <a:custGeom>
              <a:avLst/>
              <a:gdLst/>
              <a:ahLst/>
              <a:cxnLst/>
              <a:rect l="l" t="t" r="r" b="b"/>
              <a:pathLst>
                <a:path w="2109" h="3918" extrusionOk="0">
                  <a:moveTo>
                    <a:pt x="763" y="1"/>
                  </a:moveTo>
                  <a:cubicBezTo>
                    <a:pt x="535" y="1"/>
                    <a:pt x="306" y="60"/>
                    <a:pt x="193" y="250"/>
                  </a:cubicBezTo>
                  <a:cubicBezTo>
                    <a:pt x="103" y="430"/>
                    <a:pt x="96" y="635"/>
                    <a:pt x="77" y="808"/>
                  </a:cubicBezTo>
                  <a:cubicBezTo>
                    <a:pt x="77" y="808"/>
                    <a:pt x="0" y="2710"/>
                    <a:pt x="7" y="2819"/>
                  </a:cubicBezTo>
                  <a:cubicBezTo>
                    <a:pt x="32" y="3210"/>
                    <a:pt x="45" y="3492"/>
                    <a:pt x="366" y="3736"/>
                  </a:cubicBezTo>
                  <a:cubicBezTo>
                    <a:pt x="518" y="3851"/>
                    <a:pt x="784" y="3918"/>
                    <a:pt x="1044" y="3918"/>
                  </a:cubicBezTo>
                  <a:cubicBezTo>
                    <a:pt x="1288" y="3918"/>
                    <a:pt x="1527" y="3859"/>
                    <a:pt x="1660" y="3729"/>
                  </a:cubicBezTo>
                  <a:cubicBezTo>
                    <a:pt x="2108" y="3287"/>
                    <a:pt x="1769" y="1128"/>
                    <a:pt x="1737" y="692"/>
                  </a:cubicBezTo>
                  <a:cubicBezTo>
                    <a:pt x="1711" y="276"/>
                    <a:pt x="1404" y="84"/>
                    <a:pt x="1038" y="26"/>
                  </a:cubicBezTo>
                  <a:cubicBezTo>
                    <a:pt x="952" y="11"/>
                    <a:pt x="858" y="1"/>
                    <a:pt x="763" y="1"/>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79"/>
            <p:cNvSpPr/>
            <p:nvPr/>
          </p:nvSpPr>
          <p:spPr>
            <a:xfrm>
              <a:off x="4552650" y="3269375"/>
              <a:ext cx="32700" cy="14275"/>
            </a:xfrm>
            <a:custGeom>
              <a:avLst/>
              <a:gdLst/>
              <a:ahLst/>
              <a:cxnLst/>
              <a:rect l="l" t="t" r="r" b="b"/>
              <a:pathLst>
                <a:path w="1308" h="571" extrusionOk="0">
                  <a:moveTo>
                    <a:pt x="548" y="0"/>
                  </a:moveTo>
                  <a:cubicBezTo>
                    <a:pt x="325" y="0"/>
                    <a:pt x="111" y="82"/>
                    <a:pt x="1" y="263"/>
                  </a:cubicBezTo>
                  <a:cubicBezTo>
                    <a:pt x="126" y="151"/>
                    <a:pt x="309" y="99"/>
                    <a:pt x="499" y="99"/>
                  </a:cubicBezTo>
                  <a:cubicBezTo>
                    <a:pt x="842" y="99"/>
                    <a:pt x="1209" y="270"/>
                    <a:pt x="1308" y="571"/>
                  </a:cubicBezTo>
                  <a:cubicBezTo>
                    <a:pt x="1296" y="215"/>
                    <a:pt x="910" y="0"/>
                    <a:pt x="548" y="0"/>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79"/>
            <p:cNvSpPr/>
            <p:nvPr/>
          </p:nvSpPr>
          <p:spPr>
            <a:xfrm>
              <a:off x="4626500" y="3221450"/>
              <a:ext cx="18750" cy="41725"/>
            </a:xfrm>
            <a:custGeom>
              <a:avLst/>
              <a:gdLst/>
              <a:ahLst/>
              <a:cxnLst/>
              <a:rect l="l" t="t" r="r" b="b"/>
              <a:pathLst>
                <a:path w="750" h="1669" extrusionOk="0">
                  <a:moveTo>
                    <a:pt x="164" y="0"/>
                  </a:moveTo>
                  <a:cubicBezTo>
                    <a:pt x="148" y="0"/>
                    <a:pt x="132" y="3"/>
                    <a:pt x="115" y="8"/>
                  </a:cubicBezTo>
                  <a:cubicBezTo>
                    <a:pt x="39" y="28"/>
                    <a:pt x="0" y="111"/>
                    <a:pt x="19" y="188"/>
                  </a:cubicBezTo>
                  <a:lnTo>
                    <a:pt x="449" y="1565"/>
                  </a:lnTo>
                  <a:cubicBezTo>
                    <a:pt x="464" y="1627"/>
                    <a:pt x="522" y="1669"/>
                    <a:pt x="584" y="1669"/>
                  </a:cubicBezTo>
                  <a:cubicBezTo>
                    <a:pt x="598" y="1669"/>
                    <a:pt x="613" y="1666"/>
                    <a:pt x="628" y="1661"/>
                  </a:cubicBezTo>
                  <a:cubicBezTo>
                    <a:pt x="705" y="1642"/>
                    <a:pt x="750" y="1559"/>
                    <a:pt x="724" y="1482"/>
                  </a:cubicBezTo>
                  <a:lnTo>
                    <a:pt x="295" y="98"/>
                  </a:lnTo>
                  <a:cubicBezTo>
                    <a:pt x="280" y="37"/>
                    <a:pt x="224" y="0"/>
                    <a:pt x="164"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79"/>
            <p:cNvSpPr/>
            <p:nvPr/>
          </p:nvSpPr>
          <p:spPr>
            <a:xfrm>
              <a:off x="4631775" y="3199275"/>
              <a:ext cx="82850" cy="62375"/>
            </a:xfrm>
            <a:custGeom>
              <a:avLst/>
              <a:gdLst/>
              <a:ahLst/>
              <a:cxnLst/>
              <a:rect l="l" t="t" r="r" b="b"/>
              <a:pathLst>
                <a:path w="3314" h="2495" extrusionOk="0">
                  <a:moveTo>
                    <a:pt x="2641" y="1"/>
                  </a:moveTo>
                  <a:cubicBezTo>
                    <a:pt x="2617" y="1"/>
                    <a:pt x="2593" y="4"/>
                    <a:pt x="2570" y="11"/>
                  </a:cubicBezTo>
                  <a:lnTo>
                    <a:pt x="199" y="742"/>
                  </a:lnTo>
                  <a:cubicBezTo>
                    <a:pt x="71" y="780"/>
                    <a:pt x="1" y="921"/>
                    <a:pt x="39" y="1049"/>
                  </a:cubicBezTo>
                  <a:lnTo>
                    <a:pt x="430" y="2324"/>
                  </a:lnTo>
                  <a:cubicBezTo>
                    <a:pt x="461" y="2429"/>
                    <a:pt x="561" y="2495"/>
                    <a:pt x="666" y="2495"/>
                  </a:cubicBezTo>
                  <a:cubicBezTo>
                    <a:pt x="690" y="2495"/>
                    <a:pt x="714" y="2491"/>
                    <a:pt x="737" y="2484"/>
                  </a:cubicBezTo>
                  <a:lnTo>
                    <a:pt x="3108" y="1754"/>
                  </a:lnTo>
                  <a:cubicBezTo>
                    <a:pt x="3236" y="1715"/>
                    <a:pt x="3313" y="1575"/>
                    <a:pt x="3268" y="1446"/>
                  </a:cubicBezTo>
                  <a:lnTo>
                    <a:pt x="2877" y="178"/>
                  </a:lnTo>
                  <a:cubicBezTo>
                    <a:pt x="2846" y="68"/>
                    <a:pt x="2746" y="1"/>
                    <a:pt x="2641" y="1"/>
                  </a:cubicBezTo>
                  <a:close/>
                </a:path>
              </a:pathLst>
            </a:custGeom>
            <a:solidFill>
              <a:srgbClr val="D16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79"/>
            <p:cNvSpPr/>
            <p:nvPr/>
          </p:nvSpPr>
          <p:spPr>
            <a:xfrm>
              <a:off x="4699850" y="3198775"/>
              <a:ext cx="18775" cy="41825"/>
            </a:xfrm>
            <a:custGeom>
              <a:avLst/>
              <a:gdLst/>
              <a:ahLst/>
              <a:cxnLst/>
              <a:rect l="l" t="t" r="r" b="b"/>
              <a:pathLst>
                <a:path w="751" h="1673" extrusionOk="0">
                  <a:moveTo>
                    <a:pt x="159" y="1"/>
                  </a:moveTo>
                  <a:cubicBezTo>
                    <a:pt x="147" y="1"/>
                    <a:pt x="134" y="2"/>
                    <a:pt x="122" y="6"/>
                  </a:cubicBezTo>
                  <a:cubicBezTo>
                    <a:pt x="45" y="31"/>
                    <a:pt x="1" y="115"/>
                    <a:pt x="26" y="185"/>
                  </a:cubicBezTo>
                  <a:lnTo>
                    <a:pt x="449" y="1569"/>
                  </a:lnTo>
                  <a:cubicBezTo>
                    <a:pt x="470" y="1631"/>
                    <a:pt x="524" y="1672"/>
                    <a:pt x="585" y="1672"/>
                  </a:cubicBezTo>
                  <a:cubicBezTo>
                    <a:pt x="599" y="1672"/>
                    <a:pt x="614" y="1670"/>
                    <a:pt x="629" y="1665"/>
                  </a:cubicBezTo>
                  <a:cubicBezTo>
                    <a:pt x="705" y="1639"/>
                    <a:pt x="750" y="1562"/>
                    <a:pt x="725" y="1486"/>
                  </a:cubicBezTo>
                  <a:lnTo>
                    <a:pt x="302" y="102"/>
                  </a:lnTo>
                  <a:cubicBezTo>
                    <a:pt x="281" y="38"/>
                    <a:pt x="220" y="1"/>
                    <a:pt x="159"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79"/>
            <p:cNvSpPr/>
            <p:nvPr/>
          </p:nvSpPr>
          <p:spPr>
            <a:xfrm>
              <a:off x="4728675" y="3249000"/>
              <a:ext cx="28075" cy="27400"/>
            </a:xfrm>
            <a:custGeom>
              <a:avLst/>
              <a:gdLst/>
              <a:ahLst/>
              <a:cxnLst/>
              <a:rect l="l" t="t" r="r" b="b"/>
              <a:pathLst>
                <a:path w="1123" h="1096" extrusionOk="0">
                  <a:moveTo>
                    <a:pt x="623" y="1"/>
                  </a:moveTo>
                  <a:cubicBezTo>
                    <a:pt x="424" y="1"/>
                    <a:pt x="224" y="135"/>
                    <a:pt x="129" y="354"/>
                  </a:cubicBezTo>
                  <a:cubicBezTo>
                    <a:pt x="1" y="643"/>
                    <a:pt x="97" y="957"/>
                    <a:pt x="340" y="1059"/>
                  </a:cubicBezTo>
                  <a:cubicBezTo>
                    <a:pt x="394" y="1084"/>
                    <a:pt x="450" y="1095"/>
                    <a:pt x="506" y="1095"/>
                  </a:cubicBezTo>
                  <a:cubicBezTo>
                    <a:pt x="701" y="1095"/>
                    <a:pt x="901" y="957"/>
                    <a:pt x="1000" y="739"/>
                  </a:cubicBezTo>
                  <a:cubicBezTo>
                    <a:pt x="1122" y="457"/>
                    <a:pt x="1026" y="143"/>
                    <a:pt x="789" y="34"/>
                  </a:cubicBezTo>
                  <a:cubicBezTo>
                    <a:pt x="735" y="11"/>
                    <a:pt x="679" y="1"/>
                    <a:pt x="623"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79"/>
            <p:cNvSpPr/>
            <p:nvPr/>
          </p:nvSpPr>
          <p:spPr>
            <a:xfrm>
              <a:off x="4732200" y="3250925"/>
              <a:ext cx="17175" cy="16925"/>
            </a:xfrm>
            <a:custGeom>
              <a:avLst/>
              <a:gdLst/>
              <a:ahLst/>
              <a:cxnLst/>
              <a:rect l="l" t="t" r="r" b="b"/>
              <a:pathLst>
                <a:path w="687" h="677" extrusionOk="0">
                  <a:moveTo>
                    <a:pt x="381" y="0"/>
                  </a:moveTo>
                  <a:cubicBezTo>
                    <a:pt x="260" y="0"/>
                    <a:pt x="138" y="85"/>
                    <a:pt x="78" y="220"/>
                  </a:cubicBezTo>
                  <a:cubicBezTo>
                    <a:pt x="1" y="399"/>
                    <a:pt x="59" y="591"/>
                    <a:pt x="206" y="655"/>
                  </a:cubicBezTo>
                  <a:cubicBezTo>
                    <a:pt x="238" y="669"/>
                    <a:pt x="272" y="676"/>
                    <a:pt x="306" y="676"/>
                  </a:cubicBezTo>
                  <a:cubicBezTo>
                    <a:pt x="427" y="676"/>
                    <a:pt x="549" y="591"/>
                    <a:pt x="610" y="450"/>
                  </a:cubicBezTo>
                  <a:cubicBezTo>
                    <a:pt x="686" y="277"/>
                    <a:pt x="629" y="85"/>
                    <a:pt x="481" y="21"/>
                  </a:cubicBezTo>
                  <a:cubicBezTo>
                    <a:pt x="449" y="7"/>
                    <a:pt x="415" y="0"/>
                    <a:pt x="381"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79"/>
            <p:cNvSpPr/>
            <p:nvPr/>
          </p:nvSpPr>
          <p:spPr>
            <a:xfrm>
              <a:off x="4686725" y="3165825"/>
              <a:ext cx="68725" cy="97575"/>
            </a:xfrm>
            <a:custGeom>
              <a:avLst/>
              <a:gdLst/>
              <a:ahLst/>
              <a:cxnLst/>
              <a:rect l="l" t="t" r="r" b="b"/>
              <a:pathLst>
                <a:path w="2749" h="3903" extrusionOk="0">
                  <a:moveTo>
                    <a:pt x="1196" y="0"/>
                  </a:moveTo>
                  <a:cubicBezTo>
                    <a:pt x="836" y="0"/>
                    <a:pt x="358" y="252"/>
                    <a:pt x="199" y="516"/>
                  </a:cubicBezTo>
                  <a:cubicBezTo>
                    <a:pt x="0" y="862"/>
                    <a:pt x="90" y="1131"/>
                    <a:pt x="212" y="1503"/>
                  </a:cubicBezTo>
                  <a:cubicBezTo>
                    <a:pt x="250" y="1605"/>
                    <a:pt x="1032" y="3335"/>
                    <a:pt x="1032" y="3335"/>
                  </a:cubicBezTo>
                  <a:cubicBezTo>
                    <a:pt x="1115" y="3489"/>
                    <a:pt x="1205" y="3681"/>
                    <a:pt x="1346" y="3810"/>
                  </a:cubicBezTo>
                  <a:cubicBezTo>
                    <a:pt x="1432" y="3876"/>
                    <a:pt x="1532" y="3903"/>
                    <a:pt x="1637" y="3903"/>
                  </a:cubicBezTo>
                  <a:cubicBezTo>
                    <a:pt x="1835" y="3903"/>
                    <a:pt x="2049" y="3808"/>
                    <a:pt x="2217" y="3707"/>
                  </a:cubicBezTo>
                  <a:cubicBezTo>
                    <a:pt x="2537" y="3508"/>
                    <a:pt x="2749" y="3214"/>
                    <a:pt x="2614" y="2823"/>
                  </a:cubicBezTo>
                  <a:cubicBezTo>
                    <a:pt x="2480" y="2413"/>
                    <a:pt x="1986" y="279"/>
                    <a:pt x="1403" y="36"/>
                  </a:cubicBezTo>
                  <a:cubicBezTo>
                    <a:pt x="1342" y="11"/>
                    <a:pt x="1272" y="0"/>
                    <a:pt x="1196"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79"/>
            <p:cNvSpPr/>
            <p:nvPr/>
          </p:nvSpPr>
          <p:spPr>
            <a:xfrm>
              <a:off x="4696975" y="3176475"/>
              <a:ext cx="31350" cy="21825"/>
            </a:xfrm>
            <a:custGeom>
              <a:avLst/>
              <a:gdLst/>
              <a:ahLst/>
              <a:cxnLst/>
              <a:rect l="l" t="t" r="r" b="b"/>
              <a:pathLst>
                <a:path w="1254" h="873" extrusionOk="0">
                  <a:moveTo>
                    <a:pt x="1096" y="1"/>
                  </a:moveTo>
                  <a:lnTo>
                    <a:pt x="1096" y="1"/>
                  </a:lnTo>
                  <a:cubicBezTo>
                    <a:pt x="1123" y="419"/>
                    <a:pt x="621" y="809"/>
                    <a:pt x="199" y="809"/>
                  </a:cubicBezTo>
                  <a:cubicBezTo>
                    <a:pt x="130" y="809"/>
                    <a:pt x="63" y="798"/>
                    <a:pt x="0" y="776"/>
                  </a:cubicBezTo>
                  <a:lnTo>
                    <a:pt x="0" y="776"/>
                  </a:lnTo>
                  <a:cubicBezTo>
                    <a:pt x="91" y="843"/>
                    <a:pt x="199" y="872"/>
                    <a:pt x="311" y="872"/>
                  </a:cubicBezTo>
                  <a:cubicBezTo>
                    <a:pt x="748" y="872"/>
                    <a:pt x="1254" y="428"/>
                    <a:pt x="1096"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79"/>
            <p:cNvSpPr/>
            <p:nvPr/>
          </p:nvSpPr>
          <p:spPr>
            <a:xfrm>
              <a:off x="4751600" y="3189025"/>
              <a:ext cx="42950" cy="15950"/>
            </a:xfrm>
            <a:custGeom>
              <a:avLst/>
              <a:gdLst/>
              <a:ahLst/>
              <a:cxnLst/>
              <a:rect l="l" t="t" r="r" b="b"/>
              <a:pathLst>
                <a:path w="1718" h="638" extrusionOk="0">
                  <a:moveTo>
                    <a:pt x="157" y="0"/>
                  </a:moveTo>
                  <a:cubicBezTo>
                    <a:pt x="93" y="0"/>
                    <a:pt x="36" y="42"/>
                    <a:pt x="19" y="107"/>
                  </a:cubicBezTo>
                  <a:cubicBezTo>
                    <a:pt x="0" y="184"/>
                    <a:pt x="45" y="267"/>
                    <a:pt x="122" y="287"/>
                  </a:cubicBezTo>
                  <a:lnTo>
                    <a:pt x="1525" y="633"/>
                  </a:lnTo>
                  <a:cubicBezTo>
                    <a:pt x="1537" y="636"/>
                    <a:pt x="1549" y="637"/>
                    <a:pt x="1561" y="637"/>
                  </a:cubicBezTo>
                  <a:cubicBezTo>
                    <a:pt x="1624" y="637"/>
                    <a:pt x="1682" y="595"/>
                    <a:pt x="1698" y="530"/>
                  </a:cubicBezTo>
                  <a:cubicBezTo>
                    <a:pt x="1717" y="453"/>
                    <a:pt x="1672" y="376"/>
                    <a:pt x="1595" y="357"/>
                  </a:cubicBezTo>
                  <a:lnTo>
                    <a:pt x="192" y="5"/>
                  </a:lnTo>
                  <a:cubicBezTo>
                    <a:pt x="180" y="2"/>
                    <a:pt x="168" y="0"/>
                    <a:pt x="157"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79"/>
            <p:cNvSpPr/>
            <p:nvPr/>
          </p:nvSpPr>
          <p:spPr>
            <a:xfrm>
              <a:off x="4733500" y="3194875"/>
              <a:ext cx="60875" cy="80475"/>
            </a:xfrm>
            <a:custGeom>
              <a:avLst/>
              <a:gdLst/>
              <a:ahLst/>
              <a:cxnLst/>
              <a:rect l="l" t="t" r="r" b="b"/>
              <a:pathLst>
                <a:path w="2435" h="3219" extrusionOk="0">
                  <a:moveTo>
                    <a:pt x="868" y="1"/>
                  </a:moveTo>
                  <a:cubicBezTo>
                    <a:pt x="758" y="1"/>
                    <a:pt x="661" y="73"/>
                    <a:pt x="628" y="187"/>
                  </a:cubicBezTo>
                  <a:lnTo>
                    <a:pt x="32" y="2590"/>
                  </a:lnTo>
                  <a:cubicBezTo>
                    <a:pt x="0" y="2724"/>
                    <a:pt x="77" y="2853"/>
                    <a:pt x="212" y="2891"/>
                  </a:cubicBezTo>
                  <a:lnTo>
                    <a:pt x="1499" y="3211"/>
                  </a:lnTo>
                  <a:cubicBezTo>
                    <a:pt x="1520" y="3216"/>
                    <a:pt x="1540" y="3219"/>
                    <a:pt x="1561" y="3219"/>
                  </a:cubicBezTo>
                  <a:cubicBezTo>
                    <a:pt x="1673" y="3219"/>
                    <a:pt x="1773" y="3146"/>
                    <a:pt x="1801" y="3032"/>
                  </a:cubicBezTo>
                  <a:lnTo>
                    <a:pt x="2403" y="629"/>
                  </a:lnTo>
                  <a:cubicBezTo>
                    <a:pt x="2435" y="495"/>
                    <a:pt x="2352" y="360"/>
                    <a:pt x="2223" y="328"/>
                  </a:cubicBezTo>
                  <a:lnTo>
                    <a:pt x="929" y="8"/>
                  </a:lnTo>
                  <a:cubicBezTo>
                    <a:pt x="909" y="3"/>
                    <a:pt x="888" y="1"/>
                    <a:pt x="868" y="1"/>
                  </a:cubicBezTo>
                  <a:close/>
                </a:path>
              </a:pathLst>
            </a:custGeom>
            <a:solidFill>
              <a:srgbClr val="FA74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79"/>
            <p:cNvSpPr/>
            <p:nvPr/>
          </p:nvSpPr>
          <p:spPr>
            <a:xfrm>
              <a:off x="4733000" y="3263500"/>
              <a:ext cx="42950" cy="16100"/>
            </a:xfrm>
            <a:custGeom>
              <a:avLst/>
              <a:gdLst/>
              <a:ahLst/>
              <a:cxnLst/>
              <a:rect l="l" t="t" r="r" b="b"/>
              <a:pathLst>
                <a:path w="1718" h="644" extrusionOk="0">
                  <a:moveTo>
                    <a:pt x="160" y="1"/>
                  </a:moveTo>
                  <a:cubicBezTo>
                    <a:pt x="95" y="1"/>
                    <a:pt x="37" y="48"/>
                    <a:pt x="20" y="114"/>
                  </a:cubicBezTo>
                  <a:cubicBezTo>
                    <a:pt x="1" y="191"/>
                    <a:pt x="46" y="268"/>
                    <a:pt x="123" y="287"/>
                  </a:cubicBezTo>
                  <a:lnTo>
                    <a:pt x="1526" y="639"/>
                  </a:lnTo>
                  <a:cubicBezTo>
                    <a:pt x="1537" y="642"/>
                    <a:pt x="1548" y="643"/>
                    <a:pt x="1559" y="643"/>
                  </a:cubicBezTo>
                  <a:cubicBezTo>
                    <a:pt x="1623" y="643"/>
                    <a:pt x="1682" y="596"/>
                    <a:pt x="1699" y="530"/>
                  </a:cubicBezTo>
                  <a:cubicBezTo>
                    <a:pt x="1718" y="454"/>
                    <a:pt x="1673" y="377"/>
                    <a:pt x="1596" y="357"/>
                  </a:cubicBezTo>
                  <a:lnTo>
                    <a:pt x="193" y="5"/>
                  </a:lnTo>
                  <a:cubicBezTo>
                    <a:pt x="182" y="2"/>
                    <a:pt x="171" y="1"/>
                    <a:pt x="16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79"/>
            <p:cNvSpPr/>
            <p:nvPr/>
          </p:nvSpPr>
          <p:spPr>
            <a:xfrm>
              <a:off x="4496063" y="3251463"/>
              <a:ext cx="293400" cy="486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79"/>
            <p:cNvSpPr/>
            <p:nvPr/>
          </p:nvSpPr>
          <p:spPr>
            <a:xfrm>
              <a:off x="4490650" y="3232350"/>
              <a:ext cx="299400" cy="213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0" name="Google Shape;2770;p79"/>
          <p:cNvSpPr/>
          <p:nvPr/>
        </p:nvSpPr>
        <p:spPr>
          <a:xfrm>
            <a:off x="6999006" y="273338"/>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79"/>
          <p:cNvSpPr/>
          <p:nvPr/>
        </p:nvSpPr>
        <p:spPr>
          <a:xfrm>
            <a:off x="5118575" y="404475"/>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79"/>
          <p:cNvSpPr/>
          <p:nvPr/>
        </p:nvSpPr>
        <p:spPr>
          <a:xfrm>
            <a:off x="8012901" y="1485300"/>
            <a:ext cx="858433" cy="152654"/>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Рисунок 4">
            <a:extLst>
              <a:ext uri="{FF2B5EF4-FFF2-40B4-BE49-F238E27FC236}">
                <a16:creationId xmlns:a16="http://schemas.microsoft.com/office/drawing/2014/main" id="{CECA472F-7B92-4FA6-B204-C5C492276CB4}"/>
              </a:ext>
            </a:extLst>
          </p:cNvPr>
          <p:cNvPicPr>
            <a:picLocks noChangeAspect="1"/>
          </p:cNvPicPr>
          <p:nvPr/>
        </p:nvPicPr>
        <p:blipFill>
          <a:blip r:embed="rId3"/>
          <a:stretch>
            <a:fillRect/>
          </a:stretch>
        </p:blipFill>
        <p:spPr>
          <a:xfrm>
            <a:off x="555662" y="1171653"/>
            <a:ext cx="3657192" cy="2491462"/>
          </a:xfrm>
          <a:prstGeom prst="rect">
            <a:avLst/>
          </a:prstGeom>
          <a:ln>
            <a:noFill/>
          </a:ln>
          <a:effectLst>
            <a:outerShdw blurRad="292100" dist="139700" dir="2700000" algn="tl" rotWithShape="0">
              <a:srgbClr val="333333">
                <a:alpha val="65000"/>
              </a:srgbClr>
            </a:outerShdw>
          </a:effectLst>
        </p:spPr>
      </p:pic>
      <p:sp>
        <p:nvSpPr>
          <p:cNvPr id="50" name="TextBox 49">
            <a:extLst>
              <a:ext uri="{FF2B5EF4-FFF2-40B4-BE49-F238E27FC236}">
                <a16:creationId xmlns:a16="http://schemas.microsoft.com/office/drawing/2014/main" id="{CC5FBCD2-8A01-44F8-80DE-E5E13EE6EE13}"/>
              </a:ext>
            </a:extLst>
          </p:cNvPr>
          <p:cNvSpPr txBox="1"/>
          <p:nvPr/>
        </p:nvSpPr>
        <p:spPr>
          <a:xfrm>
            <a:off x="548826" y="3753266"/>
            <a:ext cx="3657192"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Пример классического трака</a:t>
            </a:r>
          </a:p>
        </p:txBody>
      </p:sp>
      <p:pic>
        <p:nvPicPr>
          <p:cNvPr id="9" name="Рисунок 8">
            <a:extLst>
              <a:ext uri="{FF2B5EF4-FFF2-40B4-BE49-F238E27FC236}">
                <a16:creationId xmlns:a16="http://schemas.microsoft.com/office/drawing/2014/main" id="{3A0E3CA0-EA44-4EB0-ABCE-EE3C33D60DE0}"/>
              </a:ext>
            </a:extLst>
          </p:cNvPr>
          <p:cNvPicPr>
            <a:picLocks noChangeAspect="1"/>
          </p:cNvPicPr>
          <p:nvPr/>
        </p:nvPicPr>
        <p:blipFill>
          <a:blip r:embed="rId4"/>
          <a:stretch>
            <a:fillRect/>
          </a:stretch>
        </p:blipFill>
        <p:spPr>
          <a:xfrm>
            <a:off x="4944235" y="1173940"/>
            <a:ext cx="2163114" cy="2496518"/>
          </a:xfrm>
          <a:prstGeom prst="rect">
            <a:avLst/>
          </a:prstGeom>
          <a:ln>
            <a:noFill/>
          </a:ln>
          <a:effectLst>
            <a:outerShdw blurRad="292100" dist="139700" dir="2700000" algn="tl" rotWithShape="0">
              <a:srgbClr val="333333">
                <a:alpha val="65000"/>
              </a:srgbClr>
            </a:outerShdw>
          </a:effectLst>
        </p:spPr>
      </p:pic>
      <p:sp>
        <p:nvSpPr>
          <p:cNvPr id="55" name="TextBox 54">
            <a:extLst>
              <a:ext uri="{FF2B5EF4-FFF2-40B4-BE49-F238E27FC236}">
                <a16:creationId xmlns:a16="http://schemas.microsoft.com/office/drawing/2014/main" id="{A283DA63-7551-43C1-AB55-33B811AC9A6C}"/>
              </a:ext>
            </a:extLst>
          </p:cNvPr>
          <p:cNvSpPr txBox="1"/>
          <p:nvPr/>
        </p:nvSpPr>
        <p:spPr>
          <a:xfrm>
            <a:off x="4924989" y="3745731"/>
            <a:ext cx="2182359"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Трак</a:t>
            </a:r>
          </a:p>
        </p:txBody>
      </p:sp>
    </p:spTree>
    <p:extLst>
      <p:ext uri="{BB962C8B-B14F-4D97-AF65-F5344CB8AC3E}">
        <p14:creationId xmlns:p14="http://schemas.microsoft.com/office/powerpoint/2010/main" val="1338482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1"/>
        <p:cNvGrpSpPr/>
        <p:nvPr/>
      </p:nvGrpSpPr>
      <p:grpSpPr>
        <a:xfrm>
          <a:off x="0" y="0"/>
          <a:ext cx="0" cy="0"/>
          <a:chOff x="0" y="0"/>
          <a:chExt cx="0" cy="0"/>
        </a:xfrm>
      </p:grpSpPr>
      <p:grpSp>
        <p:nvGrpSpPr>
          <p:cNvPr id="1453" name="Google Shape;1453;p53"/>
          <p:cNvGrpSpPr/>
          <p:nvPr/>
        </p:nvGrpSpPr>
        <p:grpSpPr>
          <a:xfrm>
            <a:off x="853222" y="3048380"/>
            <a:ext cx="1183609" cy="1580259"/>
            <a:chOff x="4468075" y="3148300"/>
            <a:chExt cx="354650" cy="473500"/>
          </a:xfrm>
        </p:grpSpPr>
        <p:sp>
          <p:nvSpPr>
            <p:cNvPr id="1454" name="Google Shape;1454;p53"/>
            <p:cNvSpPr/>
            <p:nvPr/>
          </p:nvSpPr>
          <p:spPr>
            <a:xfrm>
              <a:off x="4486175" y="3234300"/>
              <a:ext cx="312375" cy="380775"/>
            </a:xfrm>
            <a:custGeom>
              <a:avLst/>
              <a:gdLst/>
              <a:ahLst/>
              <a:cxnLst/>
              <a:rect l="l" t="t" r="r" b="b"/>
              <a:pathLst>
                <a:path w="12495" h="15231" extrusionOk="0">
                  <a:moveTo>
                    <a:pt x="12494" y="1"/>
                  </a:moveTo>
                  <a:lnTo>
                    <a:pt x="1" y="90"/>
                  </a:lnTo>
                  <a:lnTo>
                    <a:pt x="1237" y="15230"/>
                  </a:lnTo>
                  <a:lnTo>
                    <a:pt x="11104" y="15230"/>
                  </a:lnTo>
                  <a:lnTo>
                    <a:pt x="12494" y="1"/>
                  </a:ln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53"/>
            <p:cNvSpPr/>
            <p:nvPr/>
          </p:nvSpPr>
          <p:spPr>
            <a:xfrm>
              <a:off x="4468075" y="3188650"/>
              <a:ext cx="350025" cy="64900"/>
            </a:xfrm>
            <a:custGeom>
              <a:avLst/>
              <a:gdLst/>
              <a:ahLst/>
              <a:cxnLst/>
              <a:rect l="l" t="t" r="r" b="b"/>
              <a:pathLst>
                <a:path w="14001" h="2596" extrusionOk="0">
                  <a:moveTo>
                    <a:pt x="1333" y="1"/>
                  </a:moveTo>
                  <a:cubicBezTo>
                    <a:pt x="1218" y="1"/>
                    <a:pt x="1115" y="26"/>
                    <a:pt x="1103" y="58"/>
                  </a:cubicBezTo>
                  <a:lnTo>
                    <a:pt x="20" y="2230"/>
                  </a:lnTo>
                  <a:cubicBezTo>
                    <a:pt x="1" y="2275"/>
                    <a:pt x="90" y="2595"/>
                    <a:pt x="225" y="2595"/>
                  </a:cubicBezTo>
                  <a:lnTo>
                    <a:pt x="13776" y="2595"/>
                  </a:lnTo>
                  <a:cubicBezTo>
                    <a:pt x="13917" y="2595"/>
                    <a:pt x="14000" y="2275"/>
                    <a:pt x="13968" y="2230"/>
                  </a:cubicBezTo>
                  <a:lnTo>
                    <a:pt x="12603" y="58"/>
                  </a:lnTo>
                  <a:cubicBezTo>
                    <a:pt x="12578" y="26"/>
                    <a:pt x="12475" y="1"/>
                    <a:pt x="12366"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53"/>
            <p:cNvSpPr/>
            <p:nvPr/>
          </p:nvSpPr>
          <p:spPr>
            <a:xfrm>
              <a:off x="4496275" y="3561300"/>
              <a:ext cx="326450" cy="60500"/>
            </a:xfrm>
            <a:custGeom>
              <a:avLst/>
              <a:gdLst/>
              <a:ahLst/>
              <a:cxnLst/>
              <a:rect l="l" t="t" r="r" b="b"/>
              <a:pathLst>
                <a:path w="13058" h="2420" extrusionOk="0">
                  <a:moveTo>
                    <a:pt x="8629" y="1"/>
                  </a:moveTo>
                  <a:cubicBezTo>
                    <a:pt x="7957" y="1"/>
                    <a:pt x="7404" y="682"/>
                    <a:pt x="6901" y="1067"/>
                  </a:cubicBezTo>
                  <a:cubicBezTo>
                    <a:pt x="6572" y="1308"/>
                    <a:pt x="6239" y="1402"/>
                    <a:pt x="5902" y="1402"/>
                  </a:cubicBezTo>
                  <a:cubicBezTo>
                    <a:pt x="5398" y="1402"/>
                    <a:pt x="4887" y="1193"/>
                    <a:pt x="4376" y="958"/>
                  </a:cubicBezTo>
                  <a:cubicBezTo>
                    <a:pt x="3965" y="768"/>
                    <a:pt x="3599" y="662"/>
                    <a:pt x="3248" y="662"/>
                  </a:cubicBezTo>
                  <a:cubicBezTo>
                    <a:pt x="2806" y="662"/>
                    <a:pt x="2388" y="830"/>
                    <a:pt x="1935" y="1208"/>
                  </a:cubicBezTo>
                  <a:cubicBezTo>
                    <a:pt x="1352" y="1740"/>
                    <a:pt x="737" y="2060"/>
                    <a:pt x="0" y="2419"/>
                  </a:cubicBezTo>
                  <a:lnTo>
                    <a:pt x="13058" y="2278"/>
                  </a:lnTo>
                  <a:cubicBezTo>
                    <a:pt x="12520" y="2208"/>
                    <a:pt x="11975" y="2099"/>
                    <a:pt x="11469" y="1887"/>
                  </a:cubicBezTo>
                  <a:cubicBezTo>
                    <a:pt x="10578" y="1458"/>
                    <a:pt x="10040" y="747"/>
                    <a:pt x="9265" y="209"/>
                  </a:cubicBezTo>
                  <a:cubicBezTo>
                    <a:pt x="9041" y="62"/>
                    <a:pt x="8830" y="1"/>
                    <a:pt x="8629" y="1"/>
                  </a:cubicBez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53"/>
            <p:cNvSpPr/>
            <p:nvPr/>
          </p:nvSpPr>
          <p:spPr>
            <a:xfrm>
              <a:off x="4496275" y="3560175"/>
              <a:ext cx="326450" cy="61625"/>
            </a:xfrm>
            <a:custGeom>
              <a:avLst/>
              <a:gdLst/>
              <a:ahLst/>
              <a:cxnLst/>
              <a:rect l="l" t="t" r="r" b="b"/>
              <a:pathLst>
                <a:path w="13058" h="2465" extrusionOk="0">
                  <a:moveTo>
                    <a:pt x="8604" y="0"/>
                  </a:moveTo>
                  <a:cubicBezTo>
                    <a:pt x="8468" y="0"/>
                    <a:pt x="8328" y="28"/>
                    <a:pt x="8182" y="94"/>
                  </a:cubicBezTo>
                  <a:cubicBezTo>
                    <a:pt x="7593" y="337"/>
                    <a:pt x="7202" y="869"/>
                    <a:pt x="6696" y="1183"/>
                  </a:cubicBezTo>
                  <a:cubicBezTo>
                    <a:pt x="6448" y="1332"/>
                    <a:pt x="6176" y="1392"/>
                    <a:pt x="5900" y="1392"/>
                  </a:cubicBezTo>
                  <a:cubicBezTo>
                    <a:pt x="5581" y="1392"/>
                    <a:pt x="5258" y="1312"/>
                    <a:pt x="4959" y="1196"/>
                  </a:cubicBezTo>
                  <a:cubicBezTo>
                    <a:pt x="4310" y="918"/>
                    <a:pt x="3778" y="668"/>
                    <a:pt x="3242" y="668"/>
                  </a:cubicBezTo>
                  <a:cubicBezTo>
                    <a:pt x="2826" y="668"/>
                    <a:pt x="2407" y="818"/>
                    <a:pt x="1929" y="1221"/>
                  </a:cubicBezTo>
                  <a:cubicBezTo>
                    <a:pt x="1365" y="1753"/>
                    <a:pt x="686" y="2118"/>
                    <a:pt x="0" y="2464"/>
                  </a:cubicBezTo>
                  <a:cubicBezTo>
                    <a:pt x="558" y="2208"/>
                    <a:pt x="1109" y="1932"/>
                    <a:pt x="1608" y="1561"/>
                  </a:cubicBezTo>
                  <a:cubicBezTo>
                    <a:pt x="2167" y="1075"/>
                    <a:pt x="2648" y="750"/>
                    <a:pt x="3252" y="750"/>
                  </a:cubicBezTo>
                  <a:cubicBezTo>
                    <a:pt x="3501" y="750"/>
                    <a:pt x="3771" y="805"/>
                    <a:pt x="4075" y="926"/>
                  </a:cubicBezTo>
                  <a:cubicBezTo>
                    <a:pt x="4639" y="1157"/>
                    <a:pt x="5209" y="1471"/>
                    <a:pt x="5837" y="1497"/>
                  </a:cubicBezTo>
                  <a:cubicBezTo>
                    <a:pt x="5864" y="1498"/>
                    <a:pt x="5891" y="1499"/>
                    <a:pt x="5918" y="1499"/>
                  </a:cubicBezTo>
                  <a:cubicBezTo>
                    <a:pt x="6369" y="1499"/>
                    <a:pt x="6798" y="1299"/>
                    <a:pt x="7125" y="991"/>
                  </a:cubicBezTo>
                  <a:cubicBezTo>
                    <a:pt x="7458" y="709"/>
                    <a:pt x="7817" y="350"/>
                    <a:pt x="8221" y="183"/>
                  </a:cubicBezTo>
                  <a:cubicBezTo>
                    <a:pt x="8353" y="123"/>
                    <a:pt x="8482" y="96"/>
                    <a:pt x="8606" y="96"/>
                  </a:cubicBezTo>
                  <a:cubicBezTo>
                    <a:pt x="9061" y="96"/>
                    <a:pt x="9463" y="444"/>
                    <a:pt x="9809" y="741"/>
                  </a:cubicBezTo>
                  <a:cubicBezTo>
                    <a:pt x="10277" y="1131"/>
                    <a:pt x="10732" y="1567"/>
                    <a:pt x="11277" y="1862"/>
                  </a:cubicBezTo>
                  <a:cubicBezTo>
                    <a:pt x="11828" y="2144"/>
                    <a:pt x="12456" y="2246"/>
                    <a:pt x="13058" y="2323"/>
                  </a:cubicBezTo>
                  <a:cubicBezTo>
                    <a:pt x="12462" y="2227"/>
                    <a:pt x="11841" y="2112"/>
                    <a:pt x="11302" y="1811"/>
                  </a:cubicBezTo>
                  <a:cubicBezTo>
                    <a:pt x="10771" y="1516"/>
                    <a:pt x="10328" y="1080"/>
                    <a:pt x="9867" y="677"/>
                  </a:cubicBezTo>
                  <a:cubicBezTo>
                    <a:pt x="9503" y="352"/>
                    <a:pt x="9084" y="0"/>
                    <a:pt x="8604"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53"/>
            <p:cNvSpPr/>
            <p:nvPr/>
          </p:nvSpPr>
          <p:spPr>
            <a:xfrm>
              <a:off x="4617675" y="3319275"/>
              <a:ext cx="70025" cy="45925"/>
            </a:xfrm>
            <a:custGeom>
              <a:avLst/>
              <a:gdLst/>
              <a:ahLst/>
              <a:cxnLst/>
              <a:rect l="l" t="t" r="r" b="b"/>
              <a:pathLst>
                <a:path w="2801" h="1837" extrusionOk="0">
                  <a:moveTo>
                    <a:pt x="1442" y="1"/>
                  </a:moveTo>
                  <a:cubicBezTo>
                    <a:pt x="1326" y="1"/>
                    <a:pt x="1210" y="4"/>
                    <a:pt x="1090" y="4"/>
                  </a:cubicBezTo>
                  <a:lnTo>
                    <a:pt x="1" y="4"/>
                  </a:lnTo>
                  <a:cubicBezTo>
                    <a:pt x="116" y="42"/>
                    <a:pt x="231" y="81"/>
                    <a:pt x="334" y="145"/>
                  </a:cubicBezTo>
                  <a:cubicBezTo>
                    <a:pt x="417" y="202"/>
                    <a:pt x="488" y="279"/>
                    <a:pt x="552" y="356"/>
                  </a:cubicBezTo>
                  <a:cubicBezTo>
                    <a:pt x="731" y="593"/>
                    <a:pt x="853" y="869"/>
                    <a:pt x="981" y="1138"/>
                  </a:cubicBezTo>
                  <a:cubicBezTo>
                    <a:pt x="1039" y="1259"/>
                    <a:pt x="1103" y="1388"/>
                    <a:pt x="1154" y="1516"/>
                  </a:cubicBezTo>
                  <a:cubicBezTo>
                    <a:pt x="1090" y="1548"/>
                    <a:pt x="1020" y="1580"/>
                    <a:pt x="949" y="1612"/>
                  </a:cubicBezTo>
                  <a:cubicBezTo>
                    <a:pt x="936" y="1618"/>
                    <a:pt x="917" y="1625"/>
                    <a:pt x="904" y="1644"/>
                  </a:cubicBezTo>
                  <a:cubicBezTo>
                    <a:pt x="898" y="1657"/>
                    <a:pt x="898" y="1682"/>
                    <a:pt x="898" y="1702"/>
                  </a:cubicBezTo>
                  <a:cubicBezTo>
                    <a:pt x="904" y="1727"/>
                    <a:pt x="936" y="1740"/>
                    <a:pt x="962" y="1746"/>
                  </a:cubicBezTo>
                  <a:cubicBezTo>
                    <a:pt x="1308" y="1772"/>
                    <a:pt x="1654" y="1798"/>
                    <a:pt x="2000" y="1830"/>
                  </a:cubicBezTo>
                  <a:cubicBezTo>
                    <a:pt x="2057" y="1830"/>
                    <a:pt x="2115" y="1836"/>
                    <a:pt x="2173" y="1836"/>
                  </a:cubicBezTo>
                  <a:cubicBezTo>
                    <a:pt x="2179" y="1836"/>
                    <a:pt x="2186" y="1836"/>
                    <a:pt x="2192" y="1830"/>
                  </a:cubicBezTo>
                  <a:cubicBezTo>
                    <a:pt x="2371" y="1522"/>
                    <a:pt x="2551" y="1221"/>
                    <a:pt x="2730" y="920"/>
                  </a:cubicBezTo>
                  <a:cubicBezTo>
                    <a:pt x="2756" y="869"/>
                    <a:pt x="2794" y="817"/>
                    <a:pt x="2801" y="760"/>
                  </a:cubicBezTo>
                  <a:cubicBezTo>
                    <a:pt x="2801" y="728"/>
                    <a:pt x="2801" y="696"/>
                    <a:pt x="2775" y="676"/>
                  </a:cubicBezTo>
                  <a:cubicBezTo>
                    <a:pt x="2771" y="675"/>
                    <a:pt x="2768" y="675"/>
                    <a:pt x="2764" y="675"/>
                  </a:cubicBezTo>
                  <a:cubicBezTo>
                    <a:pt x="2748" y="675"/>
                    <a:pt x="2733" y="684"/>
                    <a:pt x="2717" y="689"/>
                  </a:cubicBezTo>
                  <a:cubicBezTo>
                    <a:pt x="2621" y="728"/>
                    <a:pt x="2525" y="779"/>
                    <a:pt x="2429" y="817"/>
                  </a:cubicBezTo>
                  <a:cubicBezTo>
                    <a:pt x="2339" y="644"/>
                    <a:pt x="2256" y="471"/>
                    <a:pt x="2166" y="305"/>
                  </a:cubicBezTo>
                  <a:cubicBezTo>
                    <a:pt x="2128" y="234"/>
                    <a:pt x="2070" y="170"/>
                    <a:pt x="2006" y="125"/>
                  </a:cubicBezTo>
                  <a:cubicBezTo>
                    <a:pt x="1891" y="49"/>
                    <a:pt x="1756" y="16"/>
                    <a:pt x="1615" y="4"/>
                  </a:cubicBezTo>
                  <a:cubicBezTo>
                    <a:pt x="1558" y="2"/>
                    <a:pt x="1500" y="1"/>
                    <a:pt x="1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53"/>
            <p:cNvSpPr/>
            <p:nvPr/>
          </p:nvSpPr>
          <p:spPr>
            <a:xfrm>
              <a:off x="4589800" y="3323125"/>
              <a:ext cx="45375" cy="48475"/>
            </a:xfrm>
            <a:custGeom>
              <a:avLst/>
              <a:gdLst/>
              <a:ahLst/>
              <a:cxnLst/>
              <a:rect l="l" t="t" r="r" b="b"/>
              <a:pathLst>
                <a:path w="1815" h="1939" extrusionOk="0">
                  <a:moveTo>
                    <a:pt x="995" y="1"/>
                  </a:moveTo>
                  <a:cubicBezTo>
                    <a:pt x="980" y="1"/>
                    <a:pt x="964" y="2"/>
                    <a:pt x="949" y="3"/>
                  </a:cubicBezTo>
                  <a:cubicBezTo>
                    <a:pt x="866" y="10"/>
                    <a:pt x="783" y="23"/>
                    <a:pt x="719" y="74"/>
                  </a:cubicBezTo>
                  <a:cubicBezTo>
                    <a:pt x="687" y="93"/>
                    <a:pt x="661" y="125"/>
                    <a:pt x="642" y="157"/>
                  </a:cubicBezTo>
                  <a:cubicBezTo>
                    <a:pt x="552" y="298"/>
                    <a:pt x="462" y="439"/>
                    <a:pt x="379" y="580"/>
                  </a:cubicBezTo>
                  <a:cubicBezTo>
                    <a:pt x="251" y="785"/>
                    <a:pt x="123" y="984"/>
                    <a:pt x="1" y="1182"/>
                  </a:cubicBezTo>
                  <a:cubicBezTo>
                    <a:pt x="360" y="1426"/>
                    <a:pt x="719" y="1663"/>
                    <a:pt x="1077" y="1906"/>
                  </a:cubicBezTo>
                  <a:cubicBezTo>
                    <a:pt x="1097" y="1919"/>
                    <a:pt x="1116" y="1932"/>
                    <a:pt x="1135" y="1938"/>
                  </a:cubicBezTo>
                  <a:cubicBezTo>
                    <a:pt x="1180" y="1861"/>
                    <a:pt x="1231" y="1785"/>
                    <a:pt x="1282" y="1708"/>
                  </a:cubicBezTo>
                  <a:cubicBezTo>
                    <a:pt x="1455" y="1432"/>
                    <a:pt x="1628" y="1163"/>
                    <a:pt x="1808" y="894"/>
                  </a:cubicBezTo>
                  <a:cubicBezTo>
                    <a:pt x="1814" y="881"/>
                    <a:pt x="1814" y="868"/>
                    <a:pt x="1808" y="862"/>
                  </a:cubicBezTo>
                  <a:cubicBezTo>
                    <a:pt x="1718" y="663"/>
                    <a:pt x="1622" y="471"/>
                    <a:pt x="1487" y="305"/>
                  </a:cubicBezTo>
                  <a:cubicBezTo>
                    <a:pt x="1417" y="215"/>
                    <a:pt x="1340" y="132"/>
                    <a:pt x="1244" y="74"/>
                  </a:cubicBezTo>
                  <a:cubicBezTo>
                    <a:pt x="1168" y="30"/>
                    <a:pt x="1082" y="1"/>
                    <a:pt x="9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53"/>
            <p:cNvSpPr/>
            <p:nvPr/>
          </p:nvSpPr>
          <p:spPr>
            <a:xfrm>
              <a:off x="4660775" y="3358275"/>
              <a:ext cx="47750" cy="45025"/>
            </a:xfrm>
            <a:custGeom>
              <a:avLst/>
              <a:gdLst/>
              <a:ahLst/>
              <a:cxnLst/>
              <a:rect l="l" t="t" r="r" b="b"/>
              <a:pathLst>
                <a:path w="1910" h="1801" extrusionOk="0">
                  <a:moveTo>
                    <a:pt x="1160" y="1"/>
                  </a:moveTo>
                  <a:cubicBezTo>
                    <a:pt x="1102" y="33"/>
                    <a:pt x="1051" y="71"/>
                    <a:pt x="993" y="103"/>
                  </a:cubicBezTo>
                  <a:cubicBezTo>
                    <a:pt x="724" y="257"/>
                    <a:pt x="462" y="404"/>
                    <a:pt x="199" y="558"/>
                  </a:cubicBezTo>
                  <a:cubicBezTo>
                    <a:pt x="135" y="603"/>
                    <a:pt x="64" y="635"/>
                    <a:pt x="0" y="680"/>
                  </a:cubicBezTo>
                  <a:cubicBezTo>
                    <a:pt x="7" y="699"/>
                    <a:pt x="20" y="718"/>
                    <a:pt x="26" y="737"/>
                  </a:cubicBezTo>
                  <a:cubicBezTo>
                    <a:pt x="244" y="1090"/>
                    <a:pt x="455" y="1449"/>
                    <a:pt x="673" y="1801"/>
                  </a:cubicBezTo>
                  <a:lnTo>
                    <a:pt x="1256" y="1801"/>
                  </a:lnTo>
                  <a:cubicBezTo>
                    <a:pt x="1314" y="1801"/>
                    <a:pt x="1371" y="1788"/>
                    <a:pt x="1423" y="1769"/>
                  </a:cubicBezTo>
                  <a:cubicBezTo>
                    <a:pt x="1538" y="1724"/>
                    <a:pt x="1647" y="1647"/>
                    <a:pt x="1737" y="1564"/>
                  </a:cubicBezTo>
                  <a:cubicBezTo>
                    <a:pt x="1820" y="1481"/>
                    <a:pt x="1897" y="1372"/>
                    <a:pt x="1903" y="1250"/>
                  </a:cubicBezTo>
                  <a:cubicBezTo>
                    <a:pt x="1910" y="1179"/>
                    <a:pt x="1884" y="1103"/>
                    <a:pt x="1839" y="1039"/>
                  </a:cubicBezTo>
                  <a:cubicBezTo>
                    <a:pt x="1615" y="693"/>
                    <a:pt x="1391" y="347"/>
                    <a:pt x="11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53"/>
            <p:cNvSpPr/>
            <p:nvPr/>
          </p:nvSpPr>
          <p:spPr>
            <a:xfrm>
              <a:off x="4568500" y="3367075"/>
              <a:ext cx="49525" cy="67800"/>
            </a:xfrm>
            <a:custGeom>
              <a:avLst/>
              <a:gdLst/>
              <a:ahLst/>
              <a:cxnLst/>
              <a:rect l="l" t="t" r="r" b="b"/>
              <a:pathLst>
                <a:path w="1981" h="2712" extrusionOk="0">
                  <a:moveTo>
                    <a:pt x="1391" y="1"/>
                  </a:moveTo>
                  <a:cubicBezTo>
                    <a:pt x="1314" y="1"/>
                    <a:pt x="1231" y="1"/>
                    <a:pt x="1154" y="7"/>
                  </a:cubicBezTo>
                  <a:lnTo>
                    <a:pt x="917" y="7"/>
                  </a:lnTo>
                  <a:cubicBezTo>
                    <a:pt x="869" y="14"/>
                    <a:pt x="819" y="15"/>
                    <a:pt x="770" y="15"/>
                  </a:cubicBezTo>
                  <a:cubicBezTo>
                    <a:pt x="720" y="15"/>
                    <a:pt x="670" y="14"/>
                    <a:pt x="622" y="14"/>
                  </a:cubicBezTo>
                  <a:cubicBezTo>
                    <a:pt x="520" y="27"/>
                    <a:pt x="424" y="20"/>
                    <a:pt x="328" y="27"/>
                  </a:cubicBezTo>
                  <a:cubicBezTo>
                    <a:pt x="299" y="30"/>
                    <a:pt x="270" y="30"/>
                    <a:pt x="241" y="30"/>
                  </a:cubicBezTo>
                  <a:cubicBezTo>
                    <a:pt x="212" y="30"/>
                    <a:pt x="183" y="30"/>
                    <a:pt x="155" y="33"/>
                  </a:cubicBezTo>
                  <a:cubicBezTo>
                    <a:pt x="110" y="33"/>
                    <a:pt x="78" y="78"/>
                    <a:pt x="91" y="123"/>
                  </a:cubicBezTo>
                  <a:cubicBezTo>
                    <a:pt x="103" y="142"/>
                    <a:pt x="123" y="161"/>
                    <a:pt x="148" y="174"/>
                  </a:cubicBezTo>
                  <a:cubicBezTo>
                    <a:pt x="219" y="212"/>
                    <a:pt x="283" y="257"/>
                    <a:pt x="353" y="296"/>
                  </a:cubicBezTo>
                  <a:cubicBezTo>
                    <a:pt x="366" y="302"/>
                    <a:pt x="379" y="309"/>
                    <a:pt x="392" y="321"/>
                  </a:cubicBezTo>
                  <a:cubicBezTo>
                    <a:pt x="379" y="347"/>
                    <a:pt x="366" y="366"/>
                    <a:pt x="353" y="385"/>
                  </a:cubicBezTo>
                  <a:cubicBezTo>
                    <a:pt x="270" y="514"/>
                    <a:pt x="187" y="635"/>
                    <a:pt x="110" y="763"/>
                  </a:cubicBezTo>
                  <a:cubicBezTo>
                    <a:pt x="52" y="860"/>
                    <a:pt x="1" y="968"/>
                    <a:pt x="14" y="1077"/>
                  </a:cubicBezTo>
                  <a:cubicBezTo>
                    <a:pt x="33" y="1199"/>
                    <a:pt x="103" y="1295"/>
                    <a:pt x="161" y="1398"/>
                  </a:cubicBezTo>
                  <a:cubicBezTo>
                    <a:pt x="392" y="1795"/>
                    <a:pt x="616" y="2192"/>
                    <a:pt x="840" y="2583"/>
                  </a:cubicBezTo>
                  <a:cubicBezTo>
                    <a:pt x="866" y="2628"/>
                    <a:pt x="891" y="2673"/>
                    <a:pt x="917" y="2711"/>
                  </a:cubicBezTo>
                  <a:cubicBezTo>
                    <a:pt x="898" y="2628"/>
                    <a:pt x="891" y="2545"/>
                    <a:pt x="891" y="2461"/>
                  </a:cubicBezTo>
                  <a:cubicBezTo>
                    <a:pt x="885" y="2320"/>
                    <a:pt x="936" y="2173"/>
                    <a:pt x="1013" y="2051"/>
                  </a:cubicBezTo>
                  <a:cubicBezTo>
                    <a:pt x="1225" y="1712"/>
                    <a:pt x="1442" y="1372"/>
                    <a:pt x="1660" y="1033"/>
                  </a:cubicBezTo>
                  <a:cubicBezTo>
                    <a:pt x="1673" y="1039"/>
                    <a:pt x="1686" y="1045"/>
                    <a:pt x="1699" y="1052"/>
                  </a:cubicBezTo>
                  <a:cubicBezTo>
                    <a:pt x="1756" y="1090"/>
                    <a:pt x="1814" y="1122"/>
                    <a:pt x="1865" y="1154"/>
                  </a:cubicBezTo>
                  <a:cubicBezTo>
                    <a:pt x="1884" y="1167"/>
                    <a:pt x="1897" y="1173"/>
                    <a:pt x="1917" y="1180"/>
                  </a:cubicBezTo>
                  <a:cubicBezTo>
                    <a:pt x="1920" y="1181"/>
                    <a:pt x="1924" y="1182"/>
                    <a:pt x="1927" y="1182"/>
                  </a:cubicBezTo>
                  <a:cubicBezTo>
                    <a:pt x="1944" y="1182"/>
                    <a:pt x="1963" y="1170"/>
                    <a:pt x="1968" y="1154"/>
                  </a:cubicBezTo>
                  <a:cubicBezTo>
                    <a:pt x="1981" y="1109"/>
                    <a:pt x="1961" y="1071"/>
                    <a:pt x="1942" y="1033"/>
                  </a:cubicBezTo>
                  <a:cubicBezTo>
                    <a:pt x="1756" y="687"/>
                    <a:pt x="1577" y="347"/>
                    <a:pt x="13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3"/>
            <p:cNvSpPr/>
            <p:nvPr/>
          </p:nvSpPr>
          <p:spPr>
            <a:xfrm>
              <a:off x="4643300" y="3399600"/>
              <a:ext cx="65075" cy="53750"/>
            </a:xfrm>
            <a:custGeom>
              <a:avLst/>
              <a:gdLst/>
              <a:ahLst/>
              <a:cxnLst/>
              <a:rect l="l" t="t" r="r" b="b"/>
              <a:pathLst>
                <a:path w="2603" h="2150" extrusionOk="0">
                  <a:moveTo>
                    <a:pt x="2602" y="1"/>
                  </a:moveTo>
                  <a:cubicBezTo>
                    <a:pt x="2480" y="135"/>
                    <a:pt x="2327" y="250"/>
                    <a:pt x="2154" y="295"/>
                  </a:cubicBezTo>
                  <a:cubicBezTo>
                    <a:pt x="2026" y="334"/>
                    <a:pt x="1891" y="340"/>
                    <a:pt x="1756" y="347"/>
                  </a:cubicBezTo>
                  <a:lnTo>
                    <a:pt x="719" y="347"/>
                  </a:lnTo>
                  <a:cubicBezTo>
                    <a:pt x="719" y="270"/>
                    <a:pt x="725" y="199"/>
                    <a:pt x="719" y="122"/>
                  </a:cubicBezTo>
                  <a:cubicBezTo>
                    <a:pt x="719" y="90"/>
                    <a:pt x="712" y="52"/>
                    <a:pt x="686" y="33"/>
                  </a:cubicBezTo>
                  <a:cubicBezTo>
                    <a:pt x="681" y="32"/>
                    <a:pt x="675" y="31"/>
                    <a:pt x="670" y="31"/>
                  </a:cubicBezTo>
                  <a:cubicBezTo>
                    <a:pt x="644" y="31"/>
                    <a:pt x="619" y="43"/>
                    <a:pt x="603" y="65"/>
                  </a:cubicBezTo>
                  <a:cubicBezTo>
                    <a:pt x="411" y="411"/>
                    <a:pt x="212" y="750"/>
                    <a:pt x="14" y="1090"/>
                  </a:cubicBezTo>
                  <a:cubicBezTo>
                    <a:pt x="7" y="1103"/>
                    <a:pt x="1" y="1109"/>
                    <a:pt x="14" y="1122"/>
                  </a:cubicBezTo>
                  <a:cubicBezTo>
                    <a:pt x="219" y="1436"/>
                    <a:pt x="424" y="1756"/>
                    <a:pt x="629" y="2070"/>
                  </a:cubicBezTo>
                  <a:cubicBezTo>
                    <a:pt x="648" y="2096"/>
                    <a:pt x="667" y="2128"/>
                    <a:pt x="693" y="2147"/>
                  </a:cubicBezTo>
                  <a:cubicBezTo>
                    <a:pt x="701" y="2149"/>
                    <a:pt x="710" y="2150"/>
                    <a:pt x="719" y="2150"/>
                  </a:cubicBezTo>
                  <a:cubicBezTo>
                    <a:pt x="736" y="2150"/>
                    <a:pt x="753" y="2147"/>
                    <a:pt x="770" y="2147"/>
                  </a:cubicBezTo>
                  <a:cubicBezTo>
                    <a:pt x="795" y="2147"/>
                    <a:pt x="808" y="2121"/>
                    <a:pt x="802" y="2102"/>
                  </a:cubicBezTo>
                  <a:cubicBezTo>
                    <a:pt x="802" y="1993"/>
                    <a:pt x="802" y="1884"/>
                    <a:pt x="802" y="1775"/>
                  </a:cubicBezTo>
                  <a:lnTo>
                    <a:pt x="1212" y="1775"/>
                  </a:lnTo>
                  <a:cubicBezTo>
                    <a:pt x="1248" y="1775"/>
                    <a:pt x="1283" y="1776"/>
                    <a:pt x="1317" y="1776"/>
                  </a:cubicBezTo>
                  <a:cubicBezTo>
                    <a:pt x="1368" y="1776"/>
                    <a:pt x="1418" y="1774"/>
                    <a:pt x="1468" y="1763"/>
                  </a:cubicBezTo>
                  <a:cubicBezTo>
                    <a:pt x="1577" y="1737"/>
                    <a:pt x="1667" y="1679"/>
                    <a:pt x="1724" y="1583"/>
                  </a:cubicBezTo>
                  <a:cubicBezTo>
                    <a:pt x="1776" y="1506"/>
                    <a:pt x="1814" y="1429"/>
                    <a:pt x="1859" y="1346"/>
                  </a:cubicBezTo>
                  <a:cubicBezTo>
                    <a:pt x="2102" y="898"/>
                    <a:pt x="2352" y="449"/>
                    <a:pt x="26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3"/>
            <p:cNvSpPr/>
            <p:nvPr/>
          </p:nvSpPr>
          <p:spPr>
            <a:xfrm>
              <a:off x="4595250" y="3409225"/>
              <a:ext cx="42000" cy="34450"/>
            </a:xfrm>
            <a:custGeom>
              <a:avLst/>
              <a:gdLst/>
              <a:ahLst/>
              <a:cxnLst/>
              <a:rect l="l" t="t" r="r" b="b"/>
              <a:pathLst>
                <a:path w="1680" h="1378" extrusionOk="0">
                  <a:moveTo>
                    <a:pt x="398" y="0"/>
                  </a:moveTo>
                  <a:cubicBezTo>
                    <a:pt x="328" y="103"/>
                    <a:pt x="257" y="205"/>
                    <a:pt x="193" y="308"/>
                  </a:cubicBezTo>
                  <a:cubicBezTo>
                    <a:pt x="135" y="391"/>
                    <a:pt x="84" y="481"/>
                    <a:pt x="52" y="577"/>
                  </a:cubicBezTo>
                  <a:cubicBezTo>
                    <a:pt x="1" y="730"/>
                    <a:pt x="1" y="891"/>
                    <a:pt x="26" y="1051"/>
                  </a:cubicBezTo>
                  <a:cubicBezTo>
                    <a:pt x="39" y="1140"/>
                    <a:pt x="71" y="1224"/>
                    <a:pt x="135" y="1294"/>
                  </a:cubicBezTo>
                  <a:cubicBezTo>
                    <a:pt x="193" y="1352"/>
                    <a:pt x="276" y="1378"/>
                    <a:pt x="353" y="1378"/>
                  </a:cubicBezTo>
                  <a:lnTo>
                    <a:pt x="1679" y="1378"/>
                  </a:lnTo>
                  <a:cubicBezTo>
                    <a:pt x="1679" y="916"/>
                    <a:pt x="1679" y="455"/>
                    <a:pt x="16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3"/>
            <p:cNvSpPr/>
            <p:nvPr/>
          </p:nvSpPr>
          <p:spPr>
            <a:xfrm>
              <a:off x="4485850" y="3198900"/>
              <a:ext cx="312525" cy="33350"/>
            </a:xfrm>
            <a:custGeom>
              <a:avLst/>
              <a:gdLst/>
              <a:ahLst/>
              <a:cxnLst/>
              <a:rect l="l" t="t" r="r" b="b"/>
              <a:pathLst>
                <a:path w="12501" h="1334" extrusionOk="0">
                  <a:moveTo>
                    <a:pt x="802" y="1"/>
                  </a:moveTo>
                  <a:cubicBezTo>
                    <a:pt x="693" y="1"/>
                    <a:pt x="597" y="20"/>
                    <a:pt x="590" y="39"/>
                  </a:cubicBezTo>
                  <a:lnTo>
                    <a:pt x="14" y="1288"/>
                  </a:lnTo>
                  <a:cubicBezTo>
                    <a:pt x="1" y="1314"/>
                    <a:pt x="90" y="1333"/>
                    <a:pt x="212" y="1333"/>
                  </a:cubicBezTo>
                  <a:lnTo>
                    <a:pt x="12296" y="1333"/>
                  </a:lnTo>
                  <a:cubicBezTo>
                    <a:pt x="12418" y="1333"/>
                    <a:pt x="12501" y="1314"/>
                    <a:pt x="12482" y="1288"/>
                  </a:cubicBezTo>
                  <a:lnTo>
                    <a:pt x="11745" y="39"/>
                  </a:lnTo>
                  <a:cubicBezTo>
                    <a:pt x="11732" y="20"/>
                    <a:pt x="11636" y="1"/>
                    <a:pt x="115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53"/>
            <p:cNvSpPr/>
            <p:nvPr/>
          </p:nvSpPr>
          <p:spPr>
            <a:xfrm>
              <a:off x="4508925" y="3242125"/>
              <a:ext cx="42800" cy="17375"/>
            </a:xfrm>
            <a:custGeom>
              <a:avLst/>
              <a:gdLst/>
              <a:ahLst/>
              <a:cxnLst/>
              <a:rect l="l" t="t" r="r" b="b"/>
              <a:pathLst>
                <a:path w="1712" h="695" extrusionOk="0">
                  <a:moveTo>
                    <a:pt x="1550" y="1"/>
                  </a:moveTo>
                  <a:cubicBezTo>
                    <a:pt x="1536" y="1"/>
                    <a:pt x="1521" y="3"/>
                    <a:pt x="1506" y="8"/>
                  </a:cubicBezTo>
                  <a:lnTo>
                    <a:pt x="122" y="412"/>
                  </a:lnTo>
                  <a:cubicBezTo>
                    <a:pt x="45" y="431"/>
                    <a:pt x="0" y="514"/>
                    <a:pt x="26" y="591"/>
                  </a:cubicBezTo>
                  <a:cubicBezTo>
                    <a:pt x="42" y="653"/>
                    <a:pt x="99" y="694"/>
                    <a:pt x="158" y="694"/>
                  </a:cubicBezTo>
                  <a:cubicBezTo>
                    <a:pt x="171" y="694"/>
                    <a:pt x="185" y="692"/>
                    <a:pt x="199" y="687"/>
                  </a:cubicBezTo>
                  <a:lnTo>
                    <a:pt x="1589" y="283"/>
                  </a:lnTo>
                  <a:cubicBezTo>
                    <a:pt x="1666" y="264"/>
                    <a:pt x="1711" y="181"/>
                    <a:pt x="1685" y="104"/>
                  </a:cubicBezTo>
                  <a:cubicBezTo>
                    <a:pt x="1670" y="42"/>
                    <a:pt x="1613" y="1"/>
                    <a:pt x="155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53"/>
            <p:cNvSpPr/>
            <p:nvPr/>
          </p:nvSpPr>
          <p:spPr>
            <a:xfrm>
              <a:off x="4488100" y="3172550"/>
              <a:ext cx="62975" cy="81100"/>
            </a:xfrm>
            <a:custGeom>
              <a:avLst/>
              <a:gdLst/>
              <a:ahLst/>
              <a:cxnLst/>
              <a:rect l="l" t="t" r="r" b="b"/>
              <a:pathLst>
                <a:path w="2519" h="3244" extrusionOk="0">
                  <a:moveTo>
                    <a:pt x="1555" y="0"/>
                  </a:moveTo>
                  <a:cubicBezTo>
                    <a:pt x="1532" y="0"/>
                    <a:pt x="1509" y="4"/>
                    <a:pt x="1487" y="10"/>
                  </a:cubicBezTo>
                  <a:lnTo>
                    <a:pt x="205" y="382"/>
                  </a:lnTo>
                  <a:cubicBezTo>
                    <a:pt x="77" y="420"/>
                    <a:pt x="0" y="555"/>
                    <a:pt x="39" y="689"/>
                  </a:cubicBezTo>
                  <a:lnTo>
                    <a:pt x="731" y="3066"/>
                  </a:lnTo>
                  <a:cubicBezTo>
                    <a:pt x="762" y="3176"/>
                    <a:pt x="858" y="3243"/>
                    <a:pt x="965" y="3243"/>
                  </a:cubicBezTo>
                  <a:cubicBezTo>
                    <a:pt x="989" y="3243"/>
                    <a:pt x="1014" y="3240"/>
                    <a:pt x="1038" y="3233"/>
                  </a:cubicBezTo>
                  <a:lnTo>
                    <a:pt x="2313" y="2861"/>
                  </a:lnTo>
                  <a:cubicBezTo>
                    <a:pt x="2448" y="2823"/>
                    <a:pt x="2518" y="2688"/>
                    <a:pt x="2486" y="2560"/>
                  </a:cubicBezTo>
                  <a:lnTo>
                    <a:pt x="1788" y="177"/>
                  </a:lnTo>
                  <a:cubicBezTo>
                    <a:pt x="1762" y="71"/>
                    <a:pt x="1661" y="0"/>
                    <a:pt x="1555" y="0"/>
                  </a:cubicBezTo>
                  <a:close/>
                </a:path>
              </a:pathLst>
            </a:custGeom>
            <a:solidFill>
              <a:srgbClr val="156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3"/>
            <p:cNvSpPr/>
            <p:nvPr/>
          </p:nvSpPr>
          <p:spPr>
            <a:xfrm>
              <a:off x="4487450" y="3168350"/>
              <a:ext cx="42800" cy="17400"/>
            </a:xfrm>
            <a:custGeom>
              <a:avLst/>
              <a:gdLst/>
              <a:ahLst/>
              <a:cxnLst/>
              <a:rect l="l" t="t" r="r" b="b"/>
              <a:pathLst>
                <a:path w="1712" h="696" extrusionOk="0">
                  <a:moveTo>
                    <a:pt x="1543" y="1"/>
                  </a:moveTo>
                  <a:cubicBezTo>
                    <a:pt x="1531" y="1"/>
                    <a:pt x="1518" y="2"/>
                    <a:pt x="1506" y="5"/>
                  </a:cubicBezTo>
                  <a:lnTo>
                    <a:pt x="123" y="409"/>
                  </a:lnTo>
                  <a:cubicBezTo>
                    <a:pt x="46" y="435"/>
                    <a:pt x="1" y="511"/>
                    <a:pt x="20" y="588"/>
                  </a:cubicBezTo>
                  <a:cubicBezTo>
                    <a:pt x="42" y="653"/>
                    <a:pt x="100" y="695"/>
                    <a:pt x="164" y="695"/>
                  </a:cubicBezTo>
                  <a:cubicBezTo>
                    <a:pt x="175" y="695"/>
                    <a:pt x="187" y="694"/>
                    <a:pt x="199" y="691"/>
                  </a:cubicBezTo>
                  <a:lnTo>
                    <a:pt x="1590" y="287"/>
                  </a:lnTo>
                  <a:cubicBezTo>
                    <a:pt x="1667" y="262"/>
                    <a:pt x="1712" y="185"/>
                    <a:pt x="1686" y="108"/>
                  </a:cubicBezTo>
                  <a:cubicBezTo>
                    <a:pt x="1670" y="43"/>
                    <a:pt x="1608" y="1"/>
                    <a:pt x="1543"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3"/>
            <p:cNvSpPr/>
            <p:nvPr/>
          </p:nvSpPr>
          <p:spPr>
            <a:xfrm>
              <a:off x="4626650" y="3156300"/>
              <a:ext cx="20700" cy="19075"/>
            </a:xfrm>
            <a:custGeom>
              <a:avLst/>
              <a:gdLst/>
              <a:ahLst/>
              <a:cxnLst/>
              <a:rect l="l" t="t" r="r" b="b"/>
              <a:pathLst>
                <a:path w="828" h="763" extrusionOk="0">
                  <a:moveTo>
                    <a:pt x="186" y="0"/>
                  </a:moveTo>
                  <a:cubicBezTo>
                    <a:pt x="135" y="167"/>
                    <a:pt x="45" y="340"/>
                    <a:pt x="1" y="519"/>
                  </a:cubicBezTo>
                  <a:lnTo>
                    <a:pt x="577" y="763"/>
                  </a:lnTo>
                  <a:cubicBezTo>
                    <a:pt x="609" y="628"/>
                    <a:pt x="827" y="289"/>
                    <a:pt x="750" y="199"/>
                  </a:cubicBezTo>
                  <a:cubicBezTo>
                    <a:pt x="705" y="141"/>
                    <a:pt x="520" y="109"/>
                    <a:pt x="455" y="90"/>
                  </a:cubicBezTo>
                  <a:cubicBezTo>
                    <a:pt x="366" y="64"/>
                    <a:pt x="276" y="13"/>
                    <a:pt x="186"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3"/>
            <p:cNvSpPr/>
            <p:nvPr/>
          </p:nvSpPr>
          <p:spPr>
            <a:xfrm>
              <a:off x="4626325" y="3148300"/>
              <a:ext cx="26150" cy="15950"/>
            </a:xfrm>
            <a:custGeom>
              <a:avLst/>
              <a:gdLst/>
              <a:ahLst/>
              <a:cxnLst/>
              <a:rect l="l" t="t" r="r" b="b"/>
              <a:pathLst>
                <a:path w="1046" h="638" extrusionOk="0">
                  <a:moveTo>
                    <a:pt x="162" y="1"/>
                  </a:moveTo>
                  <a:cubicBezTo>
                    <a:pt x="129" y="1"/>
                    <a:pt x="94" y="28"/>
                    <a:pt x="84" y="64"/>
                  </a:cubicBezTo>
                  <a:lnTo>
                    <a:pt x="20" y="243"/>
                  </a:lnTo>
                  <a:cubicBezTo>
                    <a:pt x="1" y="295"/>
                    <a:pt x="20" y="346"/>
                    <a:pt x="65" y="359"/>
                  </a:cubicBezTo>
                  <a:lnTo>
                    <a:pt x="853" y="634"/>
                  </a:lnTo>
                  <a:cubicBezTo>
                    <a:pt x="861" y="636"/>
                    <a:pt x="868" y="638"/>
                    <a:pt x="876" y="638"/>
                  </a:cubicBezTo>
                  <a:cubicBezTo>
                    <a:pt x="914" y="638"/>
                    <a:pt x="951" y="613"/>
                    <a:pt x="962" y="570"/>
                  </a:cubicBezTo>
                  <a:lnTo>
                    <a:pt x="1026" y="397"/>
                  </a:lnTo>
                  <a:cubicBezTo>
                    <a:pt x="1045" y="346"/>
                    <a:pt x="1019" y="295"/>
                    <a:pt x="981" y="275"/>
                  </a:cubicBezTo>
                  <a:lnTo>
                    <a:pt x="187" y="6"/>
                  </a:lnTo>
                  <a:cubicBezTo>
                    <a:pt x="179" y="2"/>
                    <a:pt x="170" y="1"/>
                    <a:pt x="162" y="1"/>
                  </a:cubicBezTo>
                  <a:close/>
                </a:path>
              </a:pathLst>
            </a:custGeom>
            <a:solidFill>
              <a:srgbClr val="7B5B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3"/>
            <p:cNvSpPr/>
            <p:nvPr/>
          </p:nvSpPr>
          <p:spPr>
            <a:xfrm>
              <a:off x="4568175" y="3166225"/>
              <a:ext cx="91025" cy="128350"/>
            </a:xfrm>
            <a:custGeom>
              <a:avLst/>
              <a:gdLst/>
              <a:ahLst/>
              <a:cxnLst/>
              <a:rect l="l" t="t" r="r" b="b"/>
              <a:pathLst>
                <a:path w="3641" h="5134" extrusionOk="0">
                  <a:moveTo>
                    <a:pt x="2201" y="0"/>
                  </a:moveTo>
                  <a:cubicBezTo>
                    <a:pt x="2089" y="0"/>
                    <a:pt x="1979" y="15"/>
                    <a:pt x="1878" y="45"/>
                  </a:cubicBezTo>
                  <a:cubicBezTo>
                    <a:pt x="1481" y="167"/>
                    <a:pt x="1481" y="718"/>
                    <a:pt x="1302" y="1026"/>
                  </a:cubicBezTo>
                  <a:lnTo>
                    <a:pt x="257" y="3781"/>
                  </a:lnTo>
                  <a:cubicBezTo>
                    <a:pt x="200" y="4050"/>
                    <a:pt x="1" y="4312"/>
                    <a:pt x="142" y="4601"/>
                  </a:cubicBezTo>
                  <a:cubicBezTo>
                    <a:pt x="289" y="4896"/>
                    <a:pt x="783" y="5043"/>
                    <a:pt x="1084" y="5094"/>
                  </a:cubicBezTo>
                  <a:cubicBezTo>
                    <a:pt x="1181" y="5116"/>
                    <a:pt x="1293" y="5133"/>
                    <a:pt x="1405" y="5133"/>
                  </a:cubicBezTo>
                  <a:cubicBezTo>
                    <a:pt x="1521" y="5133"/>
                    <a:pt x="1636" y="5114"/>
                    <a:pt x="1731" y="5062"/>
                  </a:cubicBezTo>
                  <a:cubicBezTo>
                    <a:pt x="1930" y="4940"/>
                    <a:pt x="3070" y="1987"/>
                    <a:pt x="3166" y="1788"/>
                  </a:cubicBezTo>
                  <a:cubicBezTo>
                    <a:pt x="3378" y="1359"/>
                    <a:pt x="3640" y="801"/>
                    <a:pt x="3243" y="411"/>
                  </a:cubicBezTo>
                  <a:cubicBezTo>
                    <a:pt x="2996" y="164"/>
                    <a:pt x="2581" y="0"/>
                    <a:pt x="2201"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53"/>
            <p:cNvSpPr/>
            <p:nvPr/>
          </p:nvSpPr>
          <p:spPr>
            <a:xfrm>
              <a:off x="4555375" y="3183800"/>
              <a:ext cx="29325" cy="26000"/>
            </a:xfrm>
            <a:custGeom>
              <a:avLst/>
              <a:gdLst/>
              <a:ahLst/>
              <a:cxnLst/>
              <a:rect l="l" t="t" r="r" b="b"/>
              <a:pathLst>
                <a:path w="1173" h="1040" extrusionOk="0">
                  <a:moveTo>
                    <a:pt x="500" y="1"/>
                  </a:moveTo>
                  <a:cubicBezTo>
                    <a:pt x="380" y="1"/>
                    <a:pt x="268" y="43"/>
                    <a:pt x="186" y="130"/>
                  </a:cubicBezTo>
                  <a:cubicBezTo>
                    <a:pt x="0" y="316"/>
                    <a:pt x="32" y="643"/>
                    <a:pt x="250" y="861"/>
                  </a:cubicBezTo>
                  <a:cubicBezTo>
                    <a:pt x="372" y="979"/>
                    <a:pt x="524" y="1039"/>
                    <a:pt x="668" y="1039"/>
                  </a:cubicBezTo>
                  <a:cubicBezTo>
                    <a:pt x="788" y="1039"/>
                    <a:pt x="902" y="997"/>
                    <a:pt x="987" y="912"/>
                  </a:cubicBezTo>
                  <a:cubicBezTo>
                    <a:pt x="1173" y="720"/>
                    <a:pt x="1141" y="393"/>
                    <a:pt x="917" y="182"/>
                  </a:cubicBezTo>
                  <a:cubicBezTo>
                    <a:pt x="798" y="63"/>
                    <a:pt x="644" y="1"/>
                    <a:pt x="500" y="1"/>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3"/>
            <p:cNvSpPr/>
            <p:nvPr/>
          </p:nvSpPr>
          <p:spPr>
            <a:xfrm>
              <a:off x="4560500" y="3192675"/>
              <a:ext cx="17975" cy="15900"/>
            </a:xfrm>
            <a:custGeom>
              <a:avLst/>
              <a:gdLst/>
              <a:ahLst/>
              <a:cxnLst/>
              <a:rect l="l" t="t" r="r" b="b"/>
              <a:pathLst>
                <a:path w="719" h="636" extrusionOk="0">
                  <a:moveTo>
                    <a:pt x="302" y="0"/>
                  </a:moveTo>
                  <a:cubicBezTo>
                    <a:pt x="229" y="0"/>
                    <a:pt x="161" y="25"/>
                    <a:pt x="109" y="77"/>
                  </a:cubicBezTo>
                  <a:cubicBezTo>
                    <a:pt x="0" y="192"/>
                    <a:pt x="20" y="391"/>
                    <a:pt x="161" y="525"/>
                  </a:cubicBezTo>
                  <a:cubicBezTo>
                    <a:pt x="234" y="598"/>
                    <a:pt x="326" y="636"/>
                    <a:pt x="414" y="636"/>
                  </a:cubicBezTo>
                  <a:cubicBezTo>
                    <a:pt x="487" y="636"/>
                    <a:pt x="557" y="610"/>
                    <a:pt x="609" y="557"/>
                  </a:cubicBezTo>
                  <a:cubicBezTo>
                    <a:pt x="718" y="448"/>
                    <a:pt x="699" y="243"/>
                    <a:pt x="564" y="109"/>
                  </a:cubicBezTo>
                  <a:cubicBezTo>
                    <a:pt x="486" y="38"/>
                    <a:pt x="391" y="0"/>
                    <a:pt x="302" y="0"/>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3"/>
            <p:cNvSpPr/>
            <p:nvPr/>
          </p:nvSpPr>
          <p:spPr>
            <a:xfrm>
              <a:off x="4545125" y="3200350"/>
              <a:ext cx="52725" cy="97950"/>
            </a:xfrm>
            <a:custGeom>
              <a:avLst/>
              <a:gdLst/>
              <a:ahLst/>
              <a:cxnLst/>
              <a:rect l="l" t="t" r="r" b="b"/>
              <a:pathLst>
                <a:path w="2109" h="3918" extrusionOk="0">
                  <a:moveTo>
                    <a:pt x="763" y="1"/>
                  </a:moveTo>
                  <a:cubicBezTo>
                    <a:pt x="535" y="1"/>
                    <a:pt x="306" y="60"/>
                    <a:pt x="193" y="250"/>
                  </a:cubicBezTo>
                  <a:cubicBezTo>
                    <a:pt x="103" y="430"/>
                    <a:pt x="96" y="635"/>
                    <a:pt x="77" y="808"/>
                  </a:cubicBezTo>
                  <a:cubicBezTo>
                    <a:pt x="77" y="808"/>
                    <a:pt x="0" y="2710"/>
                    <a:pt x="7" y="2819"/>
                  </a:cubicBezTo>
                  <a:cubicBezTo>
                    <a:pt x="32" y="3210"/>
                    <a:pt x="45" y="3492"/>
                    <a:pt x="366" y="3736"/>
                  </a:cubicBezTo>
                  <a:cubicBezTo>
                    <a:pt x="518" y="3851"/>
                    <a:pt x="784" y="3918"/>
                    <a:pt x="1044" y="3918"/>
                  </a:cubicBezTo>
                  <a:cubicBezTo>
                    <a:pt x="1288" y="3918"/>
                    <a:pt x="1527" y="3859"/>
                    <a:pt x="1660" y="3729"/>
                  </a:cubicBezTo>
                  <a:cubicBezTo>
                    <a:pt x="2108" y="3287"/>
                    <a:pt x="1769" y="1128"/>
                    <a:pt x="1737" y="692"/>
                  </a:cubicBezTo>
                  <a:cubicBezTo>
                    <a:pt x="1711" y="276"/>
                    <a:pt x="1404" y="84"/>
                    <a:pt x="1038" y="26"/>
                  </a:cubicBezTo>
                  <a:cubicBezTo>
                    <a:pt x="952" y="11"/>
                    <a:pt x="858" y="1"/>
                    <a:pt x="763" y="1"/>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3"/>
            <p:cNvSpPr/>
            <p:nvPr/>
          </p:nvSpPr>
          <p:spPr>
            <a:xfrm>
              <a:off x="4552650" y="3269375"/>
              <a:ext cx="32700" cy="14275"/>
            </a:xfrm>
            <a:custGeom>
              <a:avLst/>
              <a:gdLst/>
              <a:ahLst/>
              <a:cxnLst/>
              <a:rect l="l" t="t" r="r" b="b"/>
              <a:pathLst>
                <a:path w="1308" h="571" extrusionOk="0">
                  <a:moveTo>
                    <a:pt x="548" y="0"/>
                  </a:moveTo>
                  <a:cubicBezTo>
                    <a:pt x="325" y="0"/>
                    <a:pt x="111" y="82"/>
                    <a:pt x="1" y="263"/>
                  </a:cubicBezTo>
                  <a:cubicBezTo>
                    <a:pt x="126" y="151"/>
                    <a:pt x="309" y="99"/>
                    <a:pt x="499" y="99"/>
                  </a:cubicBezTo>
                  <a:cubicBezTo>
                    <a:pt x="842" y="99"/>
                    <a:pt x="1209" y="270"/>
                    <a:pt x="1308" y="571"/>
                  </a:cubicBezTo>
                  <a:cubicBezTo>
                    <a:pt x="1296" y="215"/>
                    <a:pt x="910" y="0"/>
                    <a:pt x="548" y="0"/>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53"/>
            <p:cNvSpPr/>
            <p:nvPr/>
          </p:nvSpPr>
          <p:spPr>
            <a:xfrm>
              <a:off x="4626500" y="3221450"/>
              <a:ext cx="18750" cy="41725"/>
            </a:xfrm>
            <a:custGeom>
              <a:avLst/>
              <a:gdLst/>
              <a:ahLst/>
              <a:cxnLst/>
              <a:rect l="l" t="t" r="r" b="b"/>
              <a:pathLst>
                <a:path w="750" h="1669" extrusionOk="0">
                  <a:moveTo>
                    <a:pt x="164" y="0"/>
                  </a:moveTo>
                  <a:cubicBezTo>
                    <a:pt x="148" y="0"/>
                    <a:pt x="132" y="3"/>
                    <a:pt x="115" y="8"/>
                  </a:cubicBezTo>
                  <a:cubicBezTo>
                    <a:pt x="39" y="28"/>
                    <a:pt x="0" y="111"/>
                    <a:pt x="19" y="188"/>
                  </a:cubicBezTo>
                  <a:lnTo>
                    <a:pt x="449" y="1565"/>
                  </a:lnTo>
                  <a:cubicBezTo>
                    <a:pt x="464" y="1627"/>
                    <a:pt x="522" y="1669"/>
                    <a:pt x="584" y="1669"/>
                  </a:cubicBezTo>
                  <a:cubicBezTo>
                    <a:pt x="598" y="1669"/>
                    <a:pt x="613" y="1666"/>
                    <a:pt x="628" y="1661"/>
                  </a:cubicBezTo>
                  <a:cubicBezTo>
                    <a:pt x="705" y="1642"/>
                    <a:pt x="750" y="1559"/>
                    <a:pt x="724" y="1482"/>
                  </a:cubicBezTo>
                  <a:lnTo>
                    <a:pt x="295" y="98"/>
                  </a:lnTo>
                  <a:cubicBezTo>
                    <a:pt x="280" y="37"/>
                    <a:pt x="224" y="0"/>
                    <a:pt x="164"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53"/>
            <p:cNvSpPr/>
            <p:nvPr/>
          </p:nvSpPr>
          <p:spPr>
            <a:xfrm>
              <a:off x="4631775" y="3199275"/>
              <a:ext cx="82850" cy="62375"/>
            </a:xfrm>
            <a:custGeom>
              <a:avLst/>
              <a:gdLst/>
              <a:ahLst/>
              <a:cxnLst/>
              <a:rect l="l" t="t" r="r" b="b"/>
              <a:pathLst>
                <a:path w="3314" h="2495" extrusionOk="0">
                  <a:moveTo>
                    <a:pt x="2641" y="1"/>
                  </a:moveTo>
                  <a:cubicBezTo>
                    <a:pt x="2617" y="1"/>
                    <a:pt x="2593" y="4"/>
                    <a:pt x="2570" y="11"/>
                  </a:cubicBezTo>
                  <a:lnTo>
                    <a:pt x="199" y="742"/>
                  </a:lnTo>
                  <a:cubicBezTo>
                    <a:pt x="71" y="780"/>
                    <a:pt x="1" y="921"/>
                    <a:pt x="39" y="1049"/>
                  </a:cubicBezTo>
                  <a:lnTo>
                    <a:pt x="430" y="2324"/>
                  </a:lnTo>
                  <a:cubicBezTo>
                    <a:pt x="461" y="2429"/>
                    <a:pt x="561" y="2495"/>
                    <a:pt x="666" y="2495"/>
                  </a:cubicBezTo>
                  <a:cubicBezTo>
                    <a:pt x="690" y="2495"/>
                    <a:pt x="714" y="2491"/>
                    <a:pt x="737" y="2484"/>
                  </a:cubicBezTo>
                  <a:lnTo>
                    <a:pt x="3108" y="1754"/>
                  </a:lnTo>
                  <a:cubicBezTo>
                    <a:pt x="3236" y="1715"/>
                    <a:pt x="3313" y="1575"/>
                    <a:pt x="3268" y="1446"/>
                  </a:cubicBezTo>
                  <a:lnTo>
                    <a:pt x="2877" y="178"/>
                  </a:lnTo>
                  <a:cubicBezTo>
                    <a:pt x="2846" y="68"/>
                    <a:pt x="2746" y="1"/>
                    <a:pt x="2641" y="1"/>
                  </a:cubicBezTo>
                  <a:close/>
                </a:path>
              </a:pathLst>
            </a:custGeom>
            <a:solidFill>
              <a:srgbClr val="D16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3"/>
            <p:cNvSpPr/>
            <p:nvPr/>
          </p:nvSpPr>
          <p:spPr>
            <a:xfrm>
              <a:off x="4699850" y="3198775"/>
              <a:ext cx="18775" cy="41825"/>
            </a:xfrm>
            <a:custGeom>
              <a:avLst/>
              <a:gdLst/>
              <a:ahLst/>
              <a:cxnLst/>
              <a:rect l="l" t="t" r="r" b="b"/>
              <a:pathLst>
                <a:path w="751" h="1673" extrusionOk="0">
                  <a:moveTo>
                    <a:pt x="159" y="1"/>
                  </a:moveTo>
                  <a:cubicBezTo>
                    <a:pt x="147" y="1"/>
                    <a:pt x="134" y="2"/>
                    <a:pt x="122" y="6"/>
                  </a:cubicBezTo>
                  <a:cubicBezTo>
                    <a:pt x="45" y="31"/>
                    <a:pt x="1" y="115"/>
                    <a:pt x="26" y="185"/>
                  </a:cubicBezTo>
                  <a:lnTo>
                    <a:pt x="449" y="1569"/>
                  </a:lnTo>
                  <a:cubicBezTo>
                    <a:pt x="470" y="1631"/>
                    <a:pt x="524" y="1672"/>
                    <a:pt x="585" y="1672"/>
                  </a:cubicBezTo>
                  <a:cubicBezTo>
                    <a:pt x="599" y="1672"/>
                    <a:pt x="614" y="1670"/>
                    <a:pt x="629" y="1665"/>
                  </a:cubicBezTo>
                  <a:cubicBezTo>
                    <a:pt x="705" y="1639"/>
                    <a:pt x="750" y="1562"/>
                    <a:pt x="725" y="1486"/>
                  </a:cubicBezTo>
                  <a:lnTo>
                    <a:pt x="302" y="102"/>
                  </a:lnTo>
                  <a:cubicBezTo>
                    <a:pt x="281" y="38"/>
                    <a:pt x="220" y="1"/>
                    <a:pt x="159"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3"/>
            <p:cNvSpPr/>
            <p:nvPr/>
          </p:nvSpPr>
          <p:spPr>
            <a:xfrm>
              <a:off x="4728675" y="3249000"/>
              <a:ext cx="28075" cy="27400"/>
            </a:xfrm>
            <a:custGeom>
              <a:avLst/>
              <a:gdLst/>
              <a:ahLst/>
              <a:cxnLst/>
              <a:rect l="l" t="t" r="r" b="b"/>
              <a:pathLst>
                <a:path w="1123" h="1096" extrusionOk="0">
                  <a:moveTo>
                    <a:pt x="623" y="1"/>
                  </a:moveTo>
                  <a:cubicBezTo>
                    <a:pt x="424" y="1"/>
                    <a:pt x="224" y="135"/>
                    <a:pt x="129" y="354"/>
                  </a:cubicBezTo>
                  <a:cubicBezTo>
                    <a:pt x="1" y="643"/>
                    <a:pt x="97" y="957"/>
                    <a:pt x="340" y="1059"/>
                  </a:cubicBezTo>
                  <a:cubicBezTo>
                    <a:pt x="394" y="1084"/>
                    <a:pt x="450" y="1095"/>
                    <a:pt x="506" y="1095"/>
                  </a:cubicBezTo>
                  <a:cubicBezTo>
                    <a:pt x="701" y="1095"/>
                    <a:pt x="901" y="957"/>
                    <a:pt x="1000" y="739"/>
                  </a:cubicBezTo>
                  <a:cubicBezTo>
                    <a:pt x="1122" y="457"/>
                    <a:pt x="1026" y="143"/>
                    <a:pt x="789" y="34"/>
                  </a:cubicBezTo>
                  <a:cubicBezTo>
                    <a:pt x="735" y="11"/>
                    <a:pt x="679" y="1"/>
                    <a:pt x="623"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3"/>
            <p:cNvSpPr/>
            <p:nvPr/>
          </p:nvSpPr>
          <p:spPr>
            <a:xfrm>
              <a:off x="4732200" y="3250925"/>
              <a:ext cx="17175" cy="16925"/>
            </a:xfrm>
            <a:custGeom>
              <a:avLst/>
              <a:gdLst/>
              <a:ahLst/>
              <a:cxnLst/>
              <a:rect l="l" t="t" r="r" b="b"/>
              <a:pathLst>
                <a:path w="687" h="677" extrusionOk="0">
                  <a:moveTo>
                    <a:pt x="381" y="0"/>
                  </a:moveTo>
                  <a:cubicBezTo>
                    <a:pt x="260" y="0"/>
                    <a:pt x="138" y="85"/>
                    <a:pt x="78" y="220"/>
                  </a:cubicBezTo>
                  <a:cubicBezTo>
                    <a:pt x="1" y="399"/>
                    <a:pt x="59" y="591"/>
                    <a:pt x="206" y="655"/>
                  </a:cubicBezTo>
                  <a:cubicBezTo>
                    <a:pt x="238" y="669"/>
                    <a:pt x="272" y="676"/>
                    <a:pt x="306" y="676"/>
                  </a:cubicBezTo>
                  <a:cubicBezTo>
                    <a:pt x="427" y="676"/>
                    <a:pt x="549" y="591"/>
                    <a:pt x="610" y="450"/>
                  </a:cubicBezTo>
                  <a:cubicBezTo>
                    <a:pt x="686" y="277"/>
                    <a:pt x="629" y="85"/>
                    <a:pt x="481" y="21"/>
                  </a:cubicBezTo>
                  <a:cubicBezTo>
                    <a:pt x="449" y="7"/>
                    <a:pt x="415" y="0"/>
                    <a:pt x="381"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3"/>
            <p:cNvSpPr/>
            <p:nvPr/>
          </p:nvSpPr>
          <p:spPr>
            <a:xfrm>
              <a:off x="4686725" y="3165825"/>
              <a:ext cx="68725" cy="97575"/>
            </a:xfrm>
            <a:custGeom>
              <a:avLst/>
              <a:gdLst/>
              <a:ahLst/>
              <a:cxnLst/>
              <a:rect l="l" t="t" r="r" b="b"/>
              <a:pathLst>
                <a:path w="2749" h="3903" extrusionOk="0">
                  <a:moveTo>
                    <a:pt x="1196" y="0"/>
                  </a:moveTo>
                  <a:cubicBezTo>
                    <a:pt x="836" y="0"/>
                    <a:pt x="358" y="252"/>
                    <a:pt x="199" y="516"/>
                  </a:cubicBezTo>
                  <a:cubicBezTo>
                    <a:pt x="0" y="862"/>
                    <a:pt x="90" y="1131"/>
                    <a:pt x="212" y="1503"/>
                  </a:cubicBezTo>
                  <a:cubicBezTo>
                    <a:pt x="250" y="1605"/>
                    <a:pt x="1032" y="3335"/>
                    <a:pt x="1032" y="3335"/>
                  </a:cubicBezTo>
                  <a:cubicBezTo>
                    <a:pt x="1115" y="3489"/>
                    <a:pt x="1205" y="3681"/>
                    <a:pt x="1346" y="3810"/>
                  </a:cubicBezTo>
                  <a:cubicBezTo>
                    <a:pt x="1432" y="3876"/>
                    <a:pt x="1532" y="3903"/>
                    <a:pt x="1637" y="3903"/>
                  </a:cubicBezTo>
                  <a:cubicBezTo>
                    <a:pt x="1835" y="3903"/>
                    <a:pt x="2049" y="3808"/>
                    <a:pt x="2217" y="3707"/>
                  </a:cubicBezTo>
                  <a:cubicBezTo>
                    <a:pt x="2537" y="3508"/>
                    <a:pt x="2749" y="3214"/>
                    <a:pt x="2614" y="2823"/>
                  </a:cubicBezTo>
                  <a:cubicBezTo>
                    <a:pt x="2480" y="2413"/>
                    <a:pt x="1986" y="279"/>
                    <a:pt x="1403" y="36"/>
                  </a:cubicBezTo>
                  <a:cubicBezTo>
                    <a:pt x="1342" y="11"/>
                    <a:pt x="1272" y="0"/>
                    <a:pt x="1196"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53"/>
            <p:cNvSpPr/>
            <p:nvPr/>
          </p:nvSpPr>
          <p:spPr>
            <a:xfrm>
              <a:off x="4696975" y="3176475"/>
              <a:ext cx="31350" cy="21825"/>
            </a:xfrm>
            <a:custGeom>
              <a:avLst/>
              <a:gdLst/>
              <a:ahLst/>
              <a:cxnLst/>
              <a:rect l="l" t="t" r="r" b="b"/>
              <a:pathLst>
                <a:path w="1254" h="873" extrusionOk="0">
                  <a:moveTo>
                    <a:pt x="1096" y="1"/>
                  </a:moveTo>
                  <a:lnTo>
                    <a:pt x="1096" y="1"/>
                  </a:lnTo>
                  <a:cubicBezTo>
                    <a:pt x="1123" y="419"/>
                    <a:pt x="621" y="809"/>
                    <a:pt x="199" y="809"/>
                  </a:cubicBezTo>
                  <a:cubicBezTo>
                    <a:pt x="130" y="809"/>
                    <a:pt x="63" y="798"/>
                    <a:pt x="0" y="776"/>
                  </a:cubicBezTo>
                  <a:lnTo>
                    <a:pt x="0" y="776"/>
                  </a:lnTo>
                  <a:cubicBezTo>
                    <a:pt x="91" y="843"/>
                    <a:pt x="199" y="872"/>
                    <a:pt x="311" y="872"/>
                  </a:cubicBezTo>
                  <a:cubicBezTo>
                    <a:pt x="748" y="872"/>
                    <a:pt x="1254" y="428"/>
                    <a:pt x="1096"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3"/>
            <p:cNvSpPr/>
            <p:nvPr/>
          </p:nvSpPr>
          <p:spPr>
            <a:xfrm>
              <a:off x="4751600" y="3189025"/>
              <a:ext cx="42950" cy="15950"/>
            </a:xfrm>
            <a:custGeom>
              <a:avLst/>
              <a:gdLst/>
              <a:ahLst/>
              <a:cxnLst/>
              <a:rect l="l" t="t" r="r" b="b"/>
              <a:pathLst>
                <a:path w="1718" h="638" extrusionOk="0">
                  <a:moveTo>
                    <a:pt x="157" y="0"/>
                  </a:moveTo>
                  <a:cubicBezTo>
                    <a:pt x="93" y="0"/>
                    <a:pt x="36" y="42"/>
                    <a:pt x="19" y="107"/>
                  </a:cubicBezTo>
                  <a:cubicBezTo>
                    <a:pt x="0" y="184"/>
                    <a:pt x="45" y="267"/>
                    <a:pt x="122" y="287"/>
                  </a:cubicBezTo>
                  <a:lnTo>
                    <a:pt x="1525" y="633"/>
                  </a:lnTo>
                  <a:cubicBezTo>
                    <a:pt x="1537" y="636"/>
                    <a:pt x="1549" y="637"/>
                    <a:pt x="1561" y="637"/>
                  </a:cubicBezTo>
                  <a:cubicBezTo>
                    <a:pt x="1624" y="637"/>
                    <a:pt x="1682" y="595"/>
                    <a:pt x="1698" y="530"/>
                  </a:cubicBezTo>
                  <a:cubicBezTo>
                    <a:pt x="1717" y="453"/>
                    <a:pt x="1672" y="376"/>
                    <a:pt x="1595" y="357"/>
                  </a:cubicBezTo>
                  <a:lnTo>
                    <a:pt x="192" y="5"/>
                  </a:lnTo>
                  <a:cubicBezTo>
                    <a:pt x="180" y="2"/>
                    <a:pt x="168" y="0"/>
                    <a:pt x="157"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3"/>
            <p:cNvSpPr/>
            <p:nvPr/>
          </p:nvSpPr>
          <p:spPr>
            <a:xfrm>
              <a:off x="4733500" y="3194875"/>
              <a:ext cx="60875" cy="80475"/>
            </a:xfrm>
            <a:custGeom>
              <a:avLst/>
              <a:gdLst/>
              <a:ahLst/>
              <a:cxnLst/>
              <a:rect l="l" t="t" r="r" b="b"/>
              <a:pathLst>
                <a:path w="2435" h="3219" extrusionOk="0">
                  <a:moveTo>
                    <a:pt x="868" y="1"/>
                  </a:moveTo>
                  <a:cubicBezTo>
                    <a:pt x="758" y="1"/>
                    <a:pt x="661" y="73"/>
                    <a:pt x="628" y="187"/>
                  </a:cubicBezTo>
                  <a:lnTo>
                    <a:pt x="32" y="2590"/>
                  </a:lnTo>
                  <a:cubicBezTo>
                    <a:pt x="0" y="2724"/>
                    <a:pt x="77" y="2853"/>
                    <a:pt x="212" y="2891"/>
                  </a:cubicBezTo>
                  <a:lnTo>
                    <a:pt x="1499" y="3211"/>
                  </a:lnTo>
                  <a:cubicBezTo>
                    <a:pt x="1520" y="3216"/>
                    <a:pt x="1540" y="3219"/>
                    <a:pt x="1561" y="3219"/>
                  </a:cubicBezTo>
                  <a:cubicBezTo>
                    <a:pt x="1673" y="3219"/>
                    <a:pt x="1773" y="3146"/>
                    <a:pt x="1801" y="3032"/>
                  </a:cubicBezTo>
                  <a:lnTo>
                    <a:pt x="2403" y="629"/>
                  </a:lnTo>
                  <a:cubicBezTo>
                    <a:pt x="2435" y="495"/>
                    <a:pt x="2352" y="360"/>
                    <a:pt x="2223" y="328"/>
                  </a:cubicBezTo>
                  <a:lnTo>
                    <a:pt x="929" y="8"/>
                  </a:lnTo>
                  <a:cubicBezTo>
                    <a:pt x="909" y="3"/>
                    <a:pt x="888" y="1"/>
                    <a:pt x="868" y="1"/>
                  </a:cubicBezTo>
                  <a:close/>
                </a:path>
              </a:pathLst>
            </a:custGeom>
            <a:solidFill>
              <a:srgbClr val="FA74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3"/>
            <p:cNvSpPr/>
            <p:nvPr/>
          </p:nvSpPr>
          <p:spPr>
            <a:xfrm>
              <a:off x="4733000" y="3263500"/>
              <a:ext cx="42950" cy="16100"/>
            </a:xfrm>
            <a:custGeom>
              <a:avLst/>
              <a:gdLst/>
              <a:ahLst/>
              <a:cxnLst/>
              <a:rect l="l" t="t" r="r" b="b"/>
              <a:pathLst>
                <a:path w="1718" h="644" extrusionOk="0">
                  <a:moveTo>
                    <a:pt x="160" y="1"/>
                  </a:moveTo>
                  <a:cubicBezTo>
                    <a:pt x="95" y="1"/>
                    <a:pt x="37" y="48"/>
                    <a:pt x="20" y="114"/>
                  </a:cubicBezTo>
                  <a:cubicBezTo>
                    <a:pt x="1" y="191"/>
                    <a:pt x="46" y="268"/>
                    <a:pt x="123" y="287"/>
                  </a:cubicBezTo>
                  <a:lnTo>
                    <a:pt x="1526" y="639"/>
                  </a:lnTo>
                  <a:cubicBezTo>
                    <a:pt x="1537" y="642"/>
                    <a:pt x="1548" y="643"/>
                    <a:pt x="1559" y="643"/>
                  </a:cubicBezTo>
                  <a:cubicBezTo>
                    <a:pt x="1623" y="643"/>
                    <a:pt x="1682" y="596"/>
                    <a:pt x="1699" y="530"/>
                  </a:cubicBezTo>
                  <a:cubicBezTo>
                    <a:pt x="1718" y="454"/>
                    <a:pt x="1673" y="377"/>
                    <a:pt x="1596" y="357"/>
                  </a:cubicBezTo>
                  <a:lnTo>
                    <a:pt x="193" y="5"/>
                  </a:lnTo>
                  <a:cubicBezTo>
                    <a:pt x="182" y="2"/>
                    <a:pt x="171" y="1"/>
                    <a:pt x="16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53"/>
            <p:cNvSpPr/>
            <p:nvPr/>
          </p:nvSpPr>
          <p:spPr>
            <a:xfrm>
              <a:off x="4496063" y="3251463"/>
              <a:ext cx="293400" cy="486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53"/>
            <p:cNvSpPr/>
            <p:nvPr/>
          </p:nvSpPr>
          <p:spPr>
            <a:xfrm>
              <a:off x="4490650" y="3232350"/>
              <a:ext cx="299400" cy="213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7" name="Google Shape;1487;p53"/>
          <p:cNvGrpSpPr/>
          <p:nvPr/>
        </p:nvGrpSpPr>
        <p:grpSpPr>
          <a:xfrm>
            <a:off x="1782875" y="3468325"/>
            <a:ext cx="1255525" cy="1140250"/>
            <a:chOff x="1560800" y="1417275"/>
            <a:chExt cx="1255525" cy="1140250"/>
          </a:xfrm>
        </p:grpSpPr>
        <p:sp>
          <p:nvSpPr>
            <p:cNvPr id="1488" name="Google Shape;1488;p53"/>
            <p:cNvSpPr/>
            <p:nvPr/>
          </p:nvSpPr>
          <p:spPr>
            <a:xfrm>
              <a:off x="1914800" y="1514600"/>
              <a:ext cx="369075" cy="466975"/>
            </a:xfrm>
            <a:custGeom>
              <a:avLst/>
              <a:gdLst/>
              <a:ahLst/>
              <a:cxnLst/>
              <a:rect l="l" t="t" r="r" b="b"/>
              <a:pathLst>
                <a:path w="14763" h="18679" extrusionOk="0">
                  <a:moveTo>
                    <a:pt x="11891" y="1"/>
                  </a:moveTo>
                  <a:cubicBezTo>
                    <a:pt x="11890" y="1"/>
                    <a:pt x="11889" y="1"/>
                    <a:pt x="11889" y="1"/>
                  </a:cubicBezTo>
                  <a:cubicBezTo>
                    <a:pt x="11819" y="47"/>
                    <a:pt x="11843" y="720"/>
                    <a:pt x="11843" y="905"/>
                  </a:cubicBezTo>
                  <a:cubicBezTo>
                    <a:pt x="11773" y="928"/>
                    <a:pt x="11704" y="951"/>
                    <a:pt x="11611" y="998"/>
                  </a:cubicBezTo>
                  <a:cubicBezTo>
                    <a:pt x="10104" y="1739"/>
                    <a:pt x="5933" y="4613"/>
                    <a:pt x="5933" y="4613"/>
                  </a:cubicBezTo>
                  <a:cubicBezTo>
                    <a:pt x="4102" y="6768"/>
                    <a:pt x="1298" y="11728"/>
                    <a:pt x="255" y="13628"/>
                  </a:cubicBezTo>
                  <a:cubicBezTo>
                    <a:pt x="0" y="14068"/>
                    <a:pt x="93" y="14625"/>
                    <a:pt x="510" y="14949"/>
                  </a:cubicBezTo>
                  <a:cubicBezTo>
                    <a:pt x="1437" y="15691"/>
                    <a:pt x="2410" y="16339"/>
                    <a:pt x="3314" y="16896"/>
                  </a:cubicBezTo>
                  <a:cubicBezTo>
                    <a:pt x="4218" y="17475"/>
                    <a:pt x="5238" y="18054"/>
                    <a:pt x="6327" y="18587"/>
                  </a:cubicBezTo>
                  <a:cubicBezTo>
                    <a:pt x="6458" y="18650"/>
                    <a:pt x="6600" y="18679"/>
                    <a:pt x="6741" y="18679"/>
                  </a:cubicBezTo>
                  <a:cubicBezTo>
                    <a:pt x="7074" y="18679"/>
                    <a:pt x="7406" y="18516"/>
                    <a:pt x="7602" y="18240"/>
                  </a:cubicBezTo>
                  <a:lnTo>
                    <a:pt x="7625" y="18217"/>
                  </a:lnTo>
                  <a:cubicBezTo>
                    <a:pt x="8853" y="16432"/>
                    <a:pt x="12074" y="11751"/>
                    <a:pt x="13210" y="9178"/>
                  </a:cubicBezTo>
                  <a:cubicBezTo>
                    <a:pt x="13210" y="9178"/>
                    <a:pt x="14067" y="3408"/>
                    <a:pt x="13952" y="2180"/>
                  </a:cubicBezTo>
                  <a:cubicBezTo>
                    <a:pt x="14253" y="2087"/>
                    <a:pt x="14763" y="1901"/>
                    <a:pt x="14740" y="1786"/>
                  </a:cubicBezTo>
                  <a:cubicBezTo>
                    <a:pt x="14716" y="1647"/>
                    <a:pt x="11996" y="1"/>
                    <a:pt x="118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53"/>
            <p:cNvSpPr/>
            <p:nvPr/>
          </p:nvSpPr>
          <p:spPr>
            <a:xfrm>
              <a:off x="1914800" y="1539525"/>
              <a:ext cx="290275" cy="442050"/>
            </a:xfrm>
            <a:custGeom>
              <a:avLst/>
              <a:gdLst/>
              <a:ahLst/>
              <a:cxnLst/>
              <a:rect l="l" t="t" r="r" b="b"/>
              <a:pathLst>
                <a:path w="11611" h="17682" extrusionOk="0">
                  <a:moveTo>
                    <a:pt x="11611" y="1"/>
                  </a:moveTo>
                  <a:cubicBezTo>
                    <a:pt x="10104" y="742"/>
                    <a:pt x="5933" y="3616"/>
                    <a:pt x="5933" y="3616"/>
                  </a:cubicBezTo>
                  <a:cubicBezTo>
                    <a:pt x="4125" y="5771"/>
                    <a:pt x="1298" y="10731"/>
                    <a:pt x="255" y="12631"/>
                  </a:cubicBezTo>
                  <a:cubicBezTo>
                    <a:pt x="0" y="13071"/>
                    <a:pt x="93" y="13628"/>
                    <a:pt x="510" y="13952"/>
                  </a:cubicBezTo>
                  <a:cubicBezTo>
                    <a:pt x="1437" y="14694"/>
                    <a:pt x="2410" y="15342"/>
                    <a:pt x="3314" y="15899"/>
                  </a:cubicBezTo>
                  <a:cubicBezTo>
                    <a:pt x="4218" y="16478"/>
                    <a:pt x="5238" y="17057"/>
                    <a:pt x="6327" y="17590"/>
                  </a:cubicBezTo>
                  <a:cubicBezTo>
                    <a:pt x="6458" y="17653"/>
                    <a:pt x="6600" y="17682"/>
                    <a:pt x="6741" y="17682"/>
                  </a:cubicBezTo>
                  <a:cubicBezTo>
                    <a:pt x="7074" y="17682"/>
                    <a:pt x="7406" y="17519"/>
                    <a:pt x="7602" y="17243"/>
                  </a:cubicBezTo>
                  <a:cubicBezTo>
                    <a:pt x="6721" y="16478"/>
                    <a:pt x="5608" y="16015"/>
                    <a:pt x="4612" y="15412"/>
                  </a:cubicBezTo>
                  <a:cubicBezTo>
                    <a:pt x="3453" y="14740"/>
                    <a:pt x="2364" y="13720"/>
                    <a:pt x="2225" y="12399"/>
                  </a:cubicBezTo>
                  <a:cubicBezTo>
                    <a:pt x="2109" y="11241"/>
                    <a:pt x="2781" y="10151"/>
                    <a:pt x="3500" y="9247"/>
                  </a:cubicBezTo>
                  <a:cubicBezTo>
                    <a:pt x="4172" y="8413"/>
                    <a:pt x="4867" y="7648"/>
                    <a:pt x="5655" y="6930"/>
                  </a:cubicBezTo>
                  <a:cubicBezTo>
                    <a:pt x="6002" y="6629"/>
                    <a:pt x="6396" y="6304"/>
                    <a:pt x="6860" y="6235"/>
                  </a:cubicBezTo>
                  <a:cubicBezTo>
                    <a:pt x="6908" y="6229"/>
                    <a:pt x="6956" y="6227"/>
                    <a:pt x="7003" y="6227"/>
                  </a:cubicBezTo>
                  <a:cubicBezTo>
                    <a:pt x="7575" y="6227"/>
                    <a:pt x="8113" y="6586"/>
                    <a:pt x="8691" y="6629"/>
                  </a:cubicBezTo>
                  <a:cubicBezTo>
                    <a:pt x="8729" y="6633"/>
                    <a:pt x="8769" y="6636"/>
                    <a:pt x="8808" y="6636"/>
                  </a:cubicBezTo>
                  <a:cubicBezTo>
                    <a:pt x="8958" y="6636"/>
                    <a:pt x="9104" y="6595"/>
                    <a:pt x="9177" y="6466"/>
                  </a:cubicBezTo>
                  <a:cubicBezTo>
                    <a:pt x="9293" y="6281"/>
                    <a:pt x="9154" y="6026"/>
                    <a:pt x="8969" y="5864"/>
                  </a:cubicBezTo>
                  <a:cubicBezTo>
                    <a:pt x="8691" y="5609"/>
                    <a:pt x="8320" y="5424"/>
                    <a:pt x="7996" y="5192"/>
                  </a:cubicBezTo>
                  <a:cubicBezTo>
                    <a:pt x="7694" y="4960"/>
                    <a:pt x="7416" y="4612"/>
                    <a:pt x="7393" y="4218"/>
                  </a:cubicBezTo>
                  <a:cubicBezTo>
                    <a:pt x="7370" y="3732"/>
                    <a:pt x="7764" y="3315"/>
                    <a:pt x="8111" y="2990"/>
                  </a:cubicBezTo>
                  <a:cubicBezTo>
                    <a:pt x="9247" y="1947"/>
                    <a:pt x="10406" y="951"/>
                    <a:pt x="11611" y="1"/>
                  </a:cubicBezTo>
                  <a:close/>
                </a:path>
              </a:pathLst>
            </a:custGeom>
            <a:solidFill>
              <a:srgbClr val="00B3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53"/>
            <p:cNvSpPr/>
            <p:nvPr/>
          </p:nvSpPr>
          <p:spPr>
            <a:xfrm>
              <a:off x="1956500" y="1766075"/>
              <a:ext cx="263650" cy="139650"/>
            </a:xfrm>
            <a:custGeom>
              <a:avLst/>
              <a:gdLst/>
              <a:ahLst/>
              <a:cxnLst/>
              <a:rect l="l" t="t" r="r" b="b"/>
              <a:pathLst>
                <a:path w="10546" h="5586" extrusionOk="0">
                  <a:moveTo>
                    <a:pt x="5401" y="0"/>
                  </a:moveTo>
                  <a:lnTo>
                    <a:pt x="348" y="93"/>
                  </a:lnTo>
                  <a:lnTo>
                    <a:pt x="1" y="649"/>
                  </a:lnTo>
                  <a:lnTo>
                    <a:pt x="7927" y="5585"/>
                  </a:lnTo>
                  <a:lnTo>
                    <a:pt x="10545" y="1252"/>
                  </a:lnTo>
                  <a:lnTo>
                    <a:pt x="3662" y="1112"/>
                  </a:lnTo>
                  <a:lnTo>
                    <a:pt x="54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53"/>
            <p:cNvSpPr/>
            <p:nvPr/>
          </p:nvSpPr>
          <p:spPr>
            <a:xfrm>
              <a:off x="1958250" y="1516900"/>
              <a:ext cx="211500" cy="225250"/>
            </a:xfrm>
            <a:custGeom>
              <a:avLst/>
              <a:gdLst/>
              <a:ahLst/>
              <a:cxnLst/>
              <a:rect l="l" t="t" r="r" b="b"/>
              <a:pathLst>
                <a:path w="8460" h="9010" extrusionOk="0">
                  <a:moveTo>
                    <a:pt x="5440" y="1"/>
                  </a:moveTo>
                  <a:cubicBezTo>
                    <a:pt x="5317" y="1"/>
                    <a:pt x="5194" y="24"/>
                    <a:pt x="5076" y="71"/>
                  </a:cubicBezTo>
                  <a:cubicBezTo>
                    <a:pt x="3685" y="604"/>
                    <a:pt x="2364" y="1276"/>
                    <a:pt x="1089" y="2041"/>
                  </a:cubicBezTo>
                  <a:cubicBezTo>
                    <a:pt x="835" y="2203"/>
                    <a:pt x="649" y="2458"/>
                    <a:pt x="603" y="2760"/>
                  </a:cubicBezTo>
                  <a:cubicBezTo>
                    <a:pt x="464" y="3779"/>
                    <a:pt x="371" y="4822"/>
                    <a:pt x="209" y="5819"/>
                  </a:cubicBezTo>
                  <a:cubicBezTo>
                    <a:pt x="93" y="6584"/>
                    <a:pt x="0" y="7441"/>
                    <a:pt x="441" y="8090"/>
                  </a:cubicBezTo>
                  <a:cubicBezTo>
                    <a:pt x="904" y="8692"/>
                    <a:pt x="1738" y="8878"/>
                    <a:pt x="2503" y="8947"/>
                  </a:cubicBezTo>
                  <a:cubicBezTo>
                    <a:pt x="2917" y="8989"/>
                    <a:pt x="3331" y="9009"/>
                    <a:pt x="3745" y="9009"/>
                  </a:cubicBezTo>
                  <a:cubicBezTo>
                    <a:pt x="4490" y="9009"/>
                    <a:pt x="5235" y="8942"/>
                    <a:pt x="5979" y="8808"/>
                  </a:cubicBezTo>
                  <a:cubicBezTo>
                    <a:pt x="6466" y="8716"/>
                    <a:pt x="6999" y="8600"/>
                    <a:pt x="7416" y="8298"/>
                  </a:cubicBezTo>
                  <a:cubicBezTo>
                    <a:pt x="7833" y="8020"/>
                    <a:pt x="8158" y="7511"/>
                    <a:pt x="8088" y="7001"/>
                  </a:cubicBezTo>
                  <a:cubicBezTo>
                    <a:pt x="8042" y="6444"/>
                    <a:pt x="7555" y="6004"/>
                    <a:pt x="7439" y="5471"/>
                  </a:cubicBezTo>
                  <a:cubicBezTo>
                    <a:pt x="7324" y="4822"/>
                    <a:pt x="7648" y="4266"/>
                    <a:pt x="8112" y="3756"/>
                  </a:cubicBezTo>
                  <a:cubicBezTo>
                    <a:pt x="8436" y="3409"/>
                    <a:pt x="8459" y="2876"/>
                    <a:pt x="8181" y="2482"/>
                  </a:cubicBezTo>
                  <a:cubicBezTo>
                    <a:pt x="7602" y="1647"/>
                    <a:pt x="6883" y="906"/>
                    <a:pt x="6118" y="257"/>
                  </a:cubicBezTo>
                  <a:cubicBezTo>
                    <a:pt x="5920" y="88"/>
                    <a:pt x="5680" y="1"/>
                    <a:pt x="54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53"/>
            <p:cNvSpPr/>
            <p:nvPr/>
          </p:nvSpPr>
          <p:spPr>
            <a:xfrm>
              <a:off x="1874225" y="1457250"/>
              <a:ext cx="164000" cy="391150"/>
            </a:xfrm>
            <a:custGeom>
              <a:avLst/>
              <a:gdLst/>
              <a:ahLst/>
              <a:cxnLst/>
              <a:rect l="l" t="t" r="r" b="b"/>
              <a:pathLst>
                <a:path w="6560" h="15646" extrusionOk="0">
                  <a:moveTo>
                    <a:pt x="3176" y="1"/>
                  </a:moveTo>
                  <a:lnTo>
                    <a:pt x="3176" y="70"/>
                  </a:lnTo>
                  <a:cubicBezTo>
                    <a:pt x="2875" y="233"/>
                    <a:pt x="1113" y="1160"/>
                    <a:pt x="1067" y="1368"/>
                  </a:cubicBezTo>
                  <a:cubicBezTo>
                    <a:pt x="1021" y="1577"/>
                    <a:pt x="603" y="3941"/>
                    <a:pt x="696" y="4288"/>
                  </a:cubicBezTo>
                  <a:cubicBezTo>
                    <a:pt x="766" y="4543"/>
                    <a:pt x="1067" y="5285"/>
                    <a:pt x="1252" y="5725"/>
                  </a:cubicBezTo>
                  <a:cubicBezTo>
                    <a:pt x="1345" y="5957"/>
                    <a:pt x="1299" y="6235"/>
                    <a:pt x="1136" y="6420"/>
                  </a:cubicBezTo>
                  <a:cubicBezTo>
                    <a:pt x="905" y="6722"/>
                    <a:pt x="580" y="7162"/>
                    <a:pt x="487" y="7324"/>
                  </a:cubicBezTo>
                  <a:cubicBezTo>
                    <a:pt x="372" y="7556"/>
                    <a:pt x="94" y="12956"/>
                    <a:pt x="24" y="14717"/>
                  </a:cubicBezTo>
                  <a:cubicBezTo>
                    <a:pt x="1" y="15018"/>
                    <a:pt x="233" y="15273"/>
                    <a:pt x="557" y="15319"/>
                  </a:cubicBezTo>
                  <a:lnTo>
                    <a:pt x="2666" y="15482"/>
                  </a:lnTo>
                  <a:lnTo>
                    <a:pt x="4752" y="15644"/>
                  </a:lnTo>
                  <a:lnTo>
                    <a:pt x="4775" y="15644"/>
                  </a:lnTo>
                  <a:cubicBezTo>
                    <a:pt x="4791" y="15645"/>
                    <a:pt x="4808" y="15646"/>
                    <a:pt x="4824" y="15646"/>
                  </a:cubicBezTo>
                  <a:cubicBezTo>
                    <a:pt x="5127" y="15646"/>
                    <a:pt x="5379" y="15442"/>
                    <a:pt x="5401" y="15134"/>
                  </a:cubicBezTo>
                  <a:cubicBezTo>
                    <a:pt x="5609" y="13396"/>
                    <a:pt x="6189" y="8019"/>
                    <a:pt x="6119" y="7788"/>
                  </a:cubicBezTo>
                  <a:cubicBezTo>
                    <a:pt x="6050" y="7602"/>
                    <a:pt x="5795" y="7116"/>
                    <a:pt x="5609" y="6768"/>
                  </a:cubicBezTo>
                  <a:cubicBezTo>
                    <a:pt x="5493" y="6559"/>
                    <a:pt x="5493" y="6304"/>
                    <a:pt x="5632" y="6096"/>
                  </a:cubicBezTo>
                  <a:cubicBezTo>
                    <a:pt x="5864" y="5655"/>
                    <a:pt x="6281" y="4983"/>
                    <a:pt x="6374" y="4752"/>
                  </a:cubicBezTo>
                  <a:cubicBezTo>
                    <a:pt x="6559" y="4404"/>
                    <a:pt x="6513" y="2017"/>
                    <a:pt x="6490" y="1785"/>
                  </a:cubicBezTo>
                  <a:cubicBezTo>
                    <a:pt x="6490" y="1577"/>
                    <a:pt x="4891" y="395"/>
                    <a:pt x="4613" y="186"/>
                  </a:cubicBezTo>
                  <a:lnTo>
                    <a:pt x="4613" y="117"/>
                  </a:lnTo>
                  <a:lnTo>
                    <a:pt x="3894" y="93"/>
                  </a:lnTo>
                  <a:lnTo>
                    <a:pt x="3315" y="24"/>
                  </a:lnTo>
                  <a:lnTo>
                    <a:pt x="3176" y="1"/>
                  </a:lnTo>
                  <a:close/>
                </a:path>
              </a:pathLst>
            </a:custGeom>
            <a:solidFill>
              <a:srgbClr val="00BE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53"/>
            <p:cNvSpPr/>
            <p:nvPr/>
          </p:nvSpPr>
          <p:spPr>
            <a:xfrm>
              <a:off x="1874225" y="1457250"/>
              <a:ext cx="118800" cy="391100"/>
            </a:xfrm>
            <a:custGeom>
              <a:avLst/>
              <a:gdLst/>
              <a:ahLst/>
              <a:cxnLst/>
              <a:rect l="l" t="t" r="r" b="b"/>
              <a:pathLst>
                <a:path w="4752" h="15644" extrusionOk="0">
                  <a:moveTo>
                    <a:pt x="3176" y="1"/>
                  </a:moveTo>
                  <a:lnTo>
                    <a:pt x="3176" y="70"/>
                  </a:lnTo>
                  <a:cubicBezTo>
                    <a:pt x="2875" y="233"/>
                    <a:pt x="1113" y="1160"/>
                    <a:pt x="1067" y="1368"/>
                  </a:cubicBezTo>
                  <a:cubicBezTo>
                    <a:pt x="1021" y="1577"/>
                    <a:pt x="603" y="3941"/>
                    <a:pt x="696" y="4288"/>
                  </a:cubicBezTo>
                  <a:cubicBezTo>
                    <a:pt x="766" y="4543"/>
                    <a:pt x="1067" y="5285"/>
                    <a:pt x="1252" y="5725"/>
                  </a:cubicBezTo>
                  <a:cubicBezTo>
                    <a:pt x="1345" y="5957"/>
                    <a:pt x="1299" y="6235"/>
                    <a:pt x="1136" y="6420"/>
                  </a:cubicBezTo>
                  <a:cubicBezTo>
                    <a:pt x="905" y="6722"/>
                    <a:pt x="580" y="7162"/>
                    <a:pt x="487" y="7324"/>
                  </a:cubicBezTo>
                  <a:cubicBezTo>
                    <a:pt x="372" y="7556"/>
                    <a:pt x="94" y="12956"/>
                    <a:pt x="24" y="14717"/>
                  </a:cubicBezTo>
                  <a:cubicBezTo>
                    <a:pt x="1" y="15018"/>
                    <a:pt x="233" y="15273"/>
                    <a:pt x="557" y="15319"/>
                  </a:cubicBezTo>
                  <a:lnTo>
                    <a:pt x="2666" y="15482"/>
                  </a:lnTo>
                  <a:lnTo>
                    <a:pt x="4752" y="15644"/>
                  </a:lnTo>
                  <a:cubicBezTo>
                    <a:pt x="4474" y="15180"/>
                    <a:pt x="3987" y="14833"/>
                    <a:pt x="3454" y="14763"/>
                  </a:cubicBezTo>
                  <a:cubicBezTo>
                    <a:pt x="3310" y="14740"/>
                    <a:pt x="3164" y="14733"/>
                    <a:pt x="3016" y="14733"/>
                  </a:cubicBezTo>
                  <a:cubicBezTo>
                    <a:pt x="2754" y="14733"/>
                    <a:pt x="2489" y="14756"/>
                    <a:pt x="2232" y="14756"/>
                  </a:cubicBezTo>
                  <a:cubicBezTo>
                    <a:pt x="1910" y="14756"/>
                    <a:pt x="1600" y="14719"/>
                    <a:pt x="1322" y="14555"/>
                  </a:cubicBezTo>
                  <a:cubicBezTo>
                    <a:pt x="951" y="14300"/>
                    <a:pt x="742" y="13859"/>
                    <a:pt x="696" y="13442"/>
                  </a:cubicBezTo>
                  <a:cubicBezTo>
                    <a:pt x="650" y="13002"/>
                    <a:pt x="696" y="12562"/>
                    <a:pt x="766" y="12121"/>
                  </a:cubicBezTo>
                  <a:cubicBezTo>
                    <a:pt x="858" y="11426"/>
                    <a:pt x="928" y="10708"/>
                    <a:pt x="951" y="9966"/>
                  </a:cubicBezTo>
                  <a:cubicBezTo>
                    <a:pt x="997" y="8900"/>
                    <a:pt x="1299" y="7857"/>
                    <a:pt x="1716" y="6884"/>
                  </a:cubicBezTo>
                  <a:cubicBezTo>
                    <a:pt x="1785" y="6745"/>
                    <a:pt x="1808" y="6606"/>
                    <a:pt x="1855" y="6443"/>
                  </a:cubicBezTo>
                  <a:cubicBezTo>
                    <a:pt x="1971" y="5864"/>
                    <a:pt x="1785" y="5262"/>
                    <a:pt x="1646" y="4659"/>
                  </a:cubicBezTo>
                  <a:cubicBezTo>
                    <a:pt x="1530" y="4080"/>
                    <a:pt x="1484" y="3408"/>
                    <a:pt x="1855" y="2898"/>
                  </a:cubicBezTo>
                  <a:cubicBezTo>
                    <a:pt x="2063" y="2620"/>
                    <a:pt x="2411" y="2411"/>
                    <a:pt x="2759" y="2318"/>
                  </a:cubicBezTo>
                  <a:cubicBezTo>
                    <a:pt x="3106" y="2226"/>
                    <a:pt x="3477" y="2226"/>
                    <a:pt x="3848" y="2226"/>
                  </a:cubicBezTo>
                  <a:cubicBezTo>
                    <a:pt x="4010" y="2226"/>
                    <a:pt x="4172" y="2226"/>
                    <a:pt x="4311" y="2179"/>
                  </a:cubicBezTo>
                  <a:cubicBezTo>
                    <a:pt x="4474" y="2133"/>
                    <a:pt x="4705" y="1947"/>
                    <a:pt x="4613" y="1832"/>
                  </a:cubicBezTo>
                  <a:cubicBezTo>
                    <a:pt x="4402" y="1612"/>
                    <a:pt x="4120" y="1543"/>
                    <a:pt x="3807" y="1543"/>
                  </a:cubicBezTo>
                  <a:cubicBezTo>
                    <a:pt x="3279" y="1543"/>
                    <a:pt x="2661" y="1740"/>
                    <a:pt x="2141" y="1740"/>
                  </a:cubicBezTo>
                  <a:cubicBezTo>
                    <a:pt x="2123" y="1740"/>
                    <a:pt x="2105" y="1739"/>
                    <a:pt x="2087" y="1739"/>
                  </a:cubicBezTo>
                  <a:cubicBezTo>
                    <a:pt x="1971" y="1716"/>
                    <a:pt x="1785" y="1669"/>
                    <a:pt x="1785" y="1554"/>
                  </a:cubicBezTo>
                  <a:cubicBezTo>
                    <a:pt x="1762" y="1461"/>
                    <a:pt x="1832" y="1391"/>
                    <a:pt x="1901" y="1345"/>
                  </a:cubicBezTo>
                  <a:cubicBezTo>
                    <a:pt x="2365" y="905"/>
                    <a:pt x="2851" y="464"/>
                    <a:pt x="3315" y="24"/>
                  </a:cubicBezTo>
                  <a:lnTo>
                    <a:pt x="3176" y="1"/>
                  </a:lnTo>
                  <a:close/>
                </a:path>
              </a:pathLst>
            </a:custGeom>
            <a:solidFill>
              <a:srgbClr val="00BE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53"/>
            <p:cNvSpPr/>
            <p:nvPr/>
          </p:nvSpPr>
          <p:spPr>
            <a:xfrm>
              <a:off x="1947225" y="1417275"/>
              <a:ext cx="52175" cy="44650"/>
            </a:xfrm>
            <a:custGeom>
              <a:avLst/>
              <a:gdLst/>
              <a:ahLst/>
              <a:cxnLst/>
              <a:rect l="l" t="t" r="r" b="b"/>
              <a:pathLst>
                <a:path w="2087" h="1786" extrusionOk="0">
                  <a:moveTo>
                    <a:pt x="256" y="1"/>
                  </a:moveTo>
                  <a:cubicBezTo>
                    <a:pt x="256" y="1"/>
                    <a:pt x="233" y="24"/>
                    <a:pt x="233" y="24"/>
                  </a:cubicBezTo>
                  <a:lnTo>
                    <a:pt x="209" y="24"/>
                  </a:lnTo>
                  <a:cubicBezTo>
                    <a:pt x="163" y="47"/>
                    <a:pt x="117" y="93"/>
                    <a:pt x="117" y="163"/>
                  </a:cubicBezTo>
                  <a:lnTo>
                    <a:pt x="1" y="1553"/>
                  </a:lnTo>
                  <a:lnTo>
                    <a:pt x="302" y="1692"/>
                  </a:lnTo>
                  <a:lnTo>
                    <a:pt x="1646" y="1785"/>
                  </a:lnTo>
                  <a:lnTo>
                    <a:pt x="1971" y="1716"/>
                  </a:lnTo>
                  <a:lnTo>
                    <a:pt x="2087" y="325"/>
                  </a:lnTo>
                  <a:cubicBezTo>
                    <a:pt x="2087" y="256"/>
                    <a:pt x="2040" y="209"/>
                    <a:pt x="1994" y="163"/>
                  </a:cubicBezTo>
                  <a:cubicBezTo>
                    <a:pt x="1971" y="163"/>
                    <a:pt x="1971" y="140"/>
                    <a:pt x="1948" y="140"/>
                  </a:cubicBezTo>
                  <a:cubicBezTo>
                    <a:pt x="1855" y="117"/>
                    <a:pt x="1693" y="93"/>
                    <a:pt x="1507" y="47"/>
                  </a:cubicBezTo>
                  <a:lnTo>
                    <a:pt x="1415" y="47"/>
                  </a:lnTo>
                  <a:cubicBezTo>
                    <a:pt x="1322" y="24"/>
                    <a:pt x="1229" y="24"/>
                    <a:pt x="1113" y="24"/>
                  </a:cubicBezTo>
                  <a:cubicBezTo>
                    <a:pt x="997" y="1"/>
                    <a:pt x="905" y="1"/>
                    <a:pt x="812" y="1"/>
                  </a:cubicBezTo>
                  <a:close/>
                </a:path>
              </a:pathLst>
            </a:custGeom>
            <a:solidFill>
              <a:srgbClr val="FF68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53"/>
            <p:cNvSpPr/>
            <p:nvPr/>
          </p:nvSpPr>
          <p:spPr>
            <a:xfrm>
              <a:off x="1560800" y="1664450"/>
              <a:ext cx="1255525" cy="893075"/>
            </a:xfrm>
            <a:custGeom>
              <a:avLst/>
              <a:gdLst/>
              <a:ahLst/>
              <a:cxnLst/>
              <a:rect l="l" t="t" r="r" b="b"/>
              <a:pathLst>
                <a:path w="50221" h="35723" extrusionOk="0">
                  <a:moveTo>
                    <a:pt x="9624" y="0"/>
                  </a:moveTo>
                  <a:cubicBezTo>
                    <a:pt x="9367" y="0"/>
                    <a:pt x="9110" y="3"/>
                    <a:pt x="8853" y="9"/>
                  </a:cubicBezTo>
                  <a:cubicBezTo>
                    <a:pt x="8343" y="9"/>
                    <a:pt x="7995" y="519"/>
                    <a:pt x="8158" y="983"/>
                  </a:cubicBezTo>
                  <a:cubicBezTo>
                    <a:pt x="8575" y="2118"/>
                    <a:pt x="9247" y="3069"/>
                    <a:pt x="9989" y="4065"/>
                  </a:cubicBezTo>
                  <a:cubicBezTo>
                    <a:pt x="10939" y="5340"/>
                    <a:pt x="11843" y="6823"/>
                    <a:pt x="11680" y="8422"/>
                  </a:cubicBezTo>
                  <a:cubicBezTo>
                    <a:pt x="11263" y="12848"/>
                    <a:pt x="7045" y="15629"/>
                    <a:pt x="3917" y="18990"/>
                  </a:cubicBezTo>
                  <a:cubicBezTo>
                    <a:pt x="2572" y="20427"/>
                    <a:pt x="1437" y="21956"/>
                    <a:pt x="881" y="23787"/>
                  </a:cubicBezTo>
                  <a:cubicBezTo>
                    <a:pt x="0" y="26638"/>
                    <a:pt x="209" y="29789"/>
                    <a:pt x="1321" y="32547"/>
                  </a:cubicBezTo>
                  <a:cubicBezTo>
                    <a:pt x="2086" y="34494"/>
                    <a:pt x="4009" y="35722"/>
                    <a:pt x="6095" y="35722"/>
                  </a:cubicBezTo>
                  <a:lnTo>
                    <a:pt x="47162" y="35722"/>
                  </a:lnTo>
                  <a:cubicBezTo>
                    <a:pt x="48946" y="35722"/>
                    <a:pt x="50221" y="34030"/>
                    <a:pt x="49734" y="32315"/>
                  </a:cubicBezTo>
                  <a:cubicBezTo>
                    <a:pt x="49433" y="31296"/>
                    <a:pt x="48969" y="30322"/>
                    <a:pt x="48413" y="29419"/>
                  </a:cubicBezTo>
                  <a:cubicBezTo>
                    <a:pt x="47162" y="27425"/>
                    <a:pt x="45493" y="25687"/>
                    <a:pt x="44334" y="23625"/>
                  </a:cubicBezTo>
                  <a:cubicBezTo>
                    <a:pt x="43477" y="22118"/>
                    <a:pt x="42897" y="20450"/>
                    <a:pt x="41762" y="19152"/>
                  </a:cubicBezTo>
                  <a:cubicBezTo>
                    <a:pt x="39815" y="16950"/>
                    <a:pt x="36710" y="16394"/>
                    <a:pt x="34091" y="15073"/>
                  </a:cubicBezTo>
                  <a:cubicBezTo>
                    <a:pt x="33627" y="14865"/>
                    <a:pt x="33187" y="14633"/>
                    <a:pt x="32770" y="14378"/>
                  </a:cubicBezTo>
                  <a:cubicBezTo>
                    <a:pt x="30730" y="13196"/>
                    <a:pt x="28853" y="11690"/>
                    <a:pt x="27694" y="9650"/>
                  </a:cubicBezTo>
                  <a:cubicBezTo>
                    <a:pt x="27764" y="9465"/>
                    <a:pt x="27857" y="9303"/>
                    <a:pt x="27926" y="9140"/>
                  </a:cubicBezTo>
                  <a:cubicBezTo>
                    <a:pt x="28413" y="8167"/>
                    <a:pt x="28853" y="7194"/>
                    <a:pt x="29317" y="6220"/>
                  </a:cubicBezTo>
                  <a:cubicBezTo>
                    <a:pt x="29502" y="5850"/>
                    <a:pt x="29340" y="5409"/>
                    <a:pt x="28969" y="5224"/>
                  </a:cubicBezTo>
                  <a:cubicBezTo>
                    <a:pt x="25238" y="3555"/>
                    <a:pt x="21460" y="1887"/>
                    <a:pt x="17474" y="936"/>
                  </a:cubicBezTo>
                  <a:cubicBezTo>
                    <a:pt x="14898" y="324"/>
                    <a:pt x="12263" y="0"/>
                    <a:pt x="9624"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53"/>
          <p:cNvGrpSpPr/>
          <p:nvPr/>
        </p:nvGrpSpPr>
        <p:grpSpPr>
          <a:xfrm>
            <a:off x="1622345" y="4552429"/>
            <a:ext cx="224053" cy="112299"/>
            <a:chOff x="5405600" y="3447325"/>
            <a:chExt cx="80900" cy="40550"/>
          </a:xfrm>
        </p:grpSpPr>
        <p:sp>
          <p:nvSpPr>
            <p:cNvPr id="1497" name="Google Shape;1497;p53"/>
            <p:cNvSpPr/>
            <p:nvPr/>
          </p:nvSpPr>
          <p:spPr>
            <a:xfrm>
              <a:off x="5413925" y="3447325"/>
              <a:ext cx="72575" cy="35650"/>
            </a:xfrm>
            <a:custGeom>
              <a:avLst/>
              <a:gdLst/>
              <a:ahLst/>
              <a:cxnLst/>
              <a:rect l="l" t="t" r="r" b="b"/>
              <a:pathLst>
                <a:path w="2903" h="1426" extrusionOk="0">
                  <a:moveTo>
                    <a:pt x="1762" y="1"/>
                  </a:moveTo>
                  <a:cubicBezTo>
                    <a:pt x="1333" y="411"/>
                    <a:pt x="551" y="449"/>
                    <a:pt x="0" y="449"/>
                  </a:cubicBezTo>
                  <a:lnTo>
                    <a:pt x="763" y="1391"/>
                  </a:lnTo>
                  <a:cubicBezTo>
                    <a:pt x="767" y="1416"/>
                    <a:pt x="813" y="1426"/>
                    <a:pt x="883" y="1426"/>
                  </a:cubicBezTo>
                  <a:cubicBezTo>
                    <a:pt x="1120" y="1426"/>
                    <a:pt x="1634" y="1312"/>
                    <a:pt x="1743" y="1282"/>
                  </a:cubicBezTo>
                  <a:cubicBezTo>
                    <a:pt x="2153" y="1161"/>
                    <a:pt x="2595" y="1000"/>
                    <a:pt x="2903" y="699"/>
                  </a:cubicBezTo>
                  <a:cubicBezTo>
                    <a:pt x="2525" y="661"/>
                    <a:pt x="2044" y="238"/>
                    <a:pt x="17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53"/>
            <p:cNvSpPr/>
            <p:nvPr/>
          </p:nvSpPr>
          <p:spPr>
            <a:xfrm>
              <a:off x="5405600" y="3472725"/>
              <a:ext cx="65525" cy="15150"/>
            </a:xfrm>
            <a:custGeom>
              <a:avLst/>
              <a:gdLst/>
              <a:ahLst/>
              <a:cxnLst/>
              <a:rect l="l" t="t" r="r" b="b"/>
              <a:pathLst>
                <a:path w="2621" h="606" extrusionOk="0">
                  <a:moveTo>
                    <a:pt x="1417" y="0"/>
                  </a:moveTo>
                  <a:cubicBezTo>
                    <a:pt x="1378" y="0"/>
                    <a:pt x="1333" y="6"/>
                    <a:pt x="1282" y="16"/>
                  </a:cubicBezTo>
                  <a:cubicBezTo>
                    <a:pt x="859" y="100"/>
                    <a:pt x="481" y="523"/>
                    <a:pt x="0" y="606"/>
                  </a:cubicBezTo>
                  <a:lnTo>
                    <a:pt x="2621" y="580"/>
                  </a:lnTo>
                  <a:cubicBezTo>
                    <a:pt x="2268" y="497"/>
                    <a:pt x="2057" y="362"/>
                    <a:pt x="1788" y="177"/>
                  </a:cubicBezTo>
                  <a:cubicBezTo>
                    <a:pt x="1642" y="71"/>
                    <a:pt x="1563" y="0"/>
                    <a:pt x="14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53"/>
            <p:cNvSpPr/>
            <p:nvPr/>
          </p:nvSpPr>
          <p:spPr>
            <a:xfrm>
              <a:off x="5405600" y="3471575"/>
              <a:ext cx="65525" cy="16300"/>
            </a:xfrm>
            <a:custGeom>
              <a:avLst/>
              <a:gdLst/>
              <a:ahLst/>
              <a:cxnLst/>
              <a:rect l="l" t="t" r="r" b="b"/>
              <a:pathLst>
                <a:path w="2621" h="652" extrusionOk="0">
                  <a:moveTo>
                    <a:pt x="1423" y="1"/>
                  </a:moveTo>
                  <a:cubicBezTo>
                    <a:pt x="875" y="1"/>
                    <a:pt x="513" y="530"/>
                    <a:pt x="0" y="652"/>
                  </a:cubicBezTo>
                  <a:cubicBezTo>
                    <a:pt x="442" y="652"/>
                    <a:pt x="969" y="104"/>
                    <a:pt x="1396" y="104"/>
                  </a:cubicBezTo>
                  <a:cubicBezTo>
                    <a:pt x="1477" y="104"/>
                    <a:pt x="1555" y="124"/>
                    <a:pt x="1628" y="171"/>
                  </a:cubicBezTo>
                  <a:cubicBezTo>
                    <a:pt x="1826" y="306"/>
                    <a:pt x="2038" y="447"/>
                    <a:pt x="2262" y="537"/>
                  </a:cubicBezTo>
                  <a:cubicBezTo>
                    <a:pt x="2377" y="575"/>
                    <a:pt x="2499" y="607"/>
                    <a:pt x="2621" y="626"/>
                  </a:cubicBezTo>
                  <a:cubicBezTo>
                    <a:pt x="2384" y="549"/>
                    <a:pt x="2172" y="440"/>
                    <a:pt x="1980" y="299"/>
                  </a:cubicBezTo>
                  <a:cubicBezTo>
                    <a:pt x="1820" y="203"/>
                    <a:pt x="1692" y="56"/>
                    <a:pt x="1506" y="5"/>
                  </a:cubicBezTo>
                  <a:cubicBezTo>
                    <a:pt x="1478" y="2"/>
                    <a:pt x="1450" y="1"/>
                    <a:pt x="1423"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0" name="Google Shape;1500;p53"/>
          <p:cNvSpPr/>
          <p:nvPr/>
        </p:nvSpPr>
        <p:spPr>
          <a:xfrm>
            <a:off x="3725246" y="171224"/>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53"/>
          <p:cNvSpPr/>
          <p:nvPr/>
        </p:nvSpPr>
        <p:spPr>
          <a:xfrm>
            <a:off x="4344937" y="544195"/>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2" name="Google Shape;1502;p53"/>
          <p:cNvGrpSpPr/>
          <p:nvPr/>
        </p:nvGrpSpPr>
        <p:grpSpPr>
          <a:xfrm flipH="1">
            <a:off x="7821425" y="4032132"/>
            <a:ext cx="742355" cy="490205"/>
            <a:chOff x="257575" y="2835000"/>
            <a:chExt cx="736025" cy="486025"/>
          </a:xfrm>
        </p:grpSpPr>
        <p:sp>
          <p:nvSpPr>
            <p:cNvPr id="1503" name="Google Shape;1503;p53"/>
            <p:cNvSpPr/>
            <p:nvPr/>
          </p:nvSpPr>
          <p:spPr>
            <a:xfrm>
              <a:off x="358400" y="2835000"/>
              <a:ext cx="423275" cy="374900"/>
            </a:xfrm>
            <a:custGeom>
              <a:avLst/>
              <a:gdLst/>
              <a:ahLst/>
              <a:cxnLst/>
              <a:rect l="l" t="t" r="r" b="b"/>
              <a:pathLst>
                <a:path w="16931" h="14996" fill="none" extrusionOk="0">
                  <a:moveTo>
                    <a:pt x="15785" y="14973"/>
                  </a:moveTo>
                  <a:cubicBezTo>
                    <a:pt x="15785" y="14973"/>
                    <a:pt x="16931" y="9749"/>
                    <a:pt x="15087" y="7916"/>
                  </a:cubicBezTo>
                  <a:cubicBezTo>
                    <a:pt x="14205" y="7034"/>
                    <a:pt x="13323" y="7263"/>
                    <a:pt x="12624" y="7733"/>
                  </a:cubicBezTo>
                  <a:cubicBezTo>
                    <a:pt x="12154" y="8065"/>
                    <a:pt x="11467" y="7744"/>
                    <a:pt x="11490" y="7206"/>
                  </a:cubicBezTo>
                  <a:cubicBezTo>
                    <a:pt x="11581" y="5133"/>
                    <a:pt x="11478" y="2040"/>
                    <a:pt x="10218" y="1284"/>
                  </a:cubicBezTo>
                  <a:cubicBezTo>
                    <a:pt x="8053" y="1"/>
                    <a:pt x="6656" y="1066"/>
                    <a:pt x="6163" y="6931"/>
                  </a:cubicBezTo>
                  <a:cubicBezTo>
                    <a:pt x="6163" y="6954"/>
                    <a:pt x="5567" y="9600"/>
                    <a:pt x="4078" y="7733"/>
                  </a:cubicBezTo>
                  <a:cubicBezTo>
                    <a:pt x="69" y="2727"/>
                    <a:pt x="0" y="14995"/>
                    <a:pt x="0" y="14995"/>
                  </a:cubicBezTo>
                </a:path>
              </a:pathLst>
            </a:custGeom>
            <a:noFill/>
            <a:ln w="6875" cap="flat" cmpd="sng">
              <a:solidFill>
                <a:srgbClr val="629196"/>
              </a:solidFill>
              <a:prstDash val="solid"/>
              <a:miter lim="114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53"/>
            <p:cNvSpPr/>
            <p:nvPr/>
          </p:nvSpPr>
          <p:spPr>
            <a:xfrm>
              <a:off x="409075" y="2920950"/>
              <a:ext cx="310750" cy="286650"/>
            </a:xfrm>
            <a:custGeom>
              <a:avLst/>
              <a:gdLst/>
              <a:ahLst/>
              <a:cxnLst/>
              <a:rect l="l" t="t" r="r" b="b"/>
              <a:pathLst>
                <a:path w="12430" h="11466" extrusionOk="0">
                  <a:moveTo>
                    <a:pt x="4674" y="0"/>
                  </a:moveTo>
                  <a:cubicBezTo>
                    <a:pt x="4512" y="0"/>
                    <a:pt x="4348" y="44"/>
                    <a:pt x="4182" y="137"/>
                  </a:cubicBezTo>
                  <a:cubicBezTo>
                    <a:pt x="2361" y="1145"/>
                    <a:pt x="4148" y="6483"/>
                    <a:pt x="4995" y="8694"/>
                  </a:cubicBezTo>
                  <a:cubicBezTo>
                    <a:pt x="5101" y="8973"/>
                    <a:pt x="4932" y="9317"/>
                    <a:pt x="4732" y="9317"/>
                  </a:cubicBezTo>
                  <a:cubicBezTo>
                    <a:pt x="4694" y="9317"/>
                    <a:pt x="4655" y="9305"/>
                    <a:pt x="4617" y="9278"/>
                  </a:cubicBezTo>
                  <a:cubicBezTo>
                    <a:pt x="3557" y="8540"/>
                    <a:pt x="2304" y="7306"/>
                    <a:pt x="1449" y="7306"/>
                  </a:cubicBezTo>
                  <a:cubicBezTo>
                    <a:pt x="1242" y="7306"/>
                    <a:pt x="1058" y="7378"/>
                    <a:pt x="906" y="7548"/>
                  </a:cubicBezTo>
                  <a:cubicBezTo>
                    <a:pt x="1" y="8568"/>
                    <a:pt x="1169" y="10492"/>
                    <a:pt x="1788" y="11466"/>
                  </a:cubicBezTo>
                  <a:lnTo>
                    <a:pt x="12384" y="11466"/>
                  </a:lnTo>
                  <a:cubicBezTo>
                    <a:pt x="12430" y="9496"/>
                    <a:pt x="12372" y="3711"/>
                    <a:pt x="10608" y="2485"/>
                  </a:cubicBezTo>
                  <a:cubicBezTo>
                    <a:pt x="10497" y="2404"/>
                    <a:pt x="10375" y="2366"/>
                    <a:pt x="10251" y="2366"/>
                  </a:cubicBezTo>
                  <a:cubicBezTo>
                    <a:pt x="10094" y="2366"/>
                    <a:pt x="9936" y="2427"/>
                    <a:pt x="9795" y="2542"/>
                  </a:cubicBezTo>
                  <a:cubicBezTo>
                    <a:pt x="9463" y="2840"/>
                    <a:pt x="8993" y="3482"/>
                    <a:pt x="8684" y="4856"/>
                  </a:cubicBezTo>
                  <a:cubicBezTo>
                    <a:pt x="8612" y="5154"/>
                    <a:pt x="8420" y="5307"/>
                    <a:pt x="8226" y="5307"/>
                  </a:cubicBezTo>
                  <a:cubicBezTo>
                    <a:pt x="8047" y="5307"/>
                    <a:pt x="7867" y="5177"/>
                    <a:pt x="7779" y="4914"/>
                  </a:cubicBezTo>
                  <a:cubicBezTo>
                    <a:pt x="7126" y="2834"/>
                    <a:pt x="5984" y="0"/>
                    <a:pt x="4674" y="0"/>
                  </a:cubicBezTo>
                  <a:close/>
                </a:path>
              </a:pathLst>
            </a:custGeom>
            <a:solidFill>
              <a:srgbClr val="01A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53"/>
            <p:cNvSpPr/>
            <p:nvPr/>
          </p:nvSpPr>
          <p:spPr>
            <a:xfrm>
              <a:off x="257575" y="3144350"/>
              <a:ext cx="736025" cy="176675"/>
            </a:xfrm>
            <a:custGeom>
              <a:avLst/>
              <a:gdLst/>
              <a:ahLst/>
              <a:cxnLst/>
              <a:rect l="l" t="t" r="r" b="b"/>
              <a:pathLst>
                <a:path w="29441" h="7067" extrusionOk="0">
                  <a:moveTo>
                    <a:pt x="22365" y="0"/>
                  </a:moveTo>
                  <a:cubicBezTo>
                    <a:pt x="18813" y="0"/>
                    <a:pt x="13972" y="1852"/>
                    <a:pt x="9823" y="1852"/>
                  </a:cubicBezTo>
                  <a:cubicBezTo>
                    <a:pt x="8944" y="1852"/>
                    <a:pt x="8096" y="1769"/>
                    <a:pt x="7298" y="1568"/>
                  </a:cubicBezTo>
                  <a:cubicBezTo>
                    <a:pt x="6655" y="1406"/>
                    <a:pt x="6068" y="1334"/>
                    <a:pt x="5534" y="1334"/>
                  </a:cubicBezTo>
                  <a:cubicBezTo>
                    <a:pt x="1022" y="1334"/>
                    <a:pt x="196" y="6503"/>
                    <a:pt x="1" y="7066"/>
                  </a:cubicBezTo>
                  <a:lnTo>
                    <a:pt x="27894" y="6860"/>
                  </a:lnTo>
                  <a:cubicBezTo>
                    <a:pt x="27894" y="6860"/>
                    <a:pt x="29441" y="4534"/>
                    <a:pt x="25901" y="1144"/>
                  </a:cubicBezTo>
                  <a:cubicBezTo>
                    <a:pt x="25018" y="301"/>
                    <a:pt x="23796" y="0"/>
                    <a:pt x="22365"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Рисунок 4">
            <a:extLst>
              <a:ext uri="{FF2B5EF4-FFF2-40B4-BE49-F238E27FC236}">
                <a16:creationId xmlns:a16="http://schemas.microsoft.com/office/drawing/2014/main" id="{0F02FA76-2417-4A14-AF1D-92D6839B8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70" b="89955" l="5148" r="99289">
                        <a14:foregroundMark x1="15847" y1="37453" x2="12005" y2="28203"/>
                        <a14:foregroundMark x1="14944" y1="38969" x2="9335" y2="44049"/>
                        <a14:foregroundMark x1="15713" y1="49431" x2="8855" y2="37718"/>
                        <a14:foregroundMark x1="17038" y1="37718" x2="15847" y2="15201"/>
                        <a14:foregroundMark x1="14310" y1="16869" x2="7952" y2="37870"/>
                        <a14:foregroundMark x1="7952" y1="37870" x2="7664" y2="40485"/>
                        <a14:foregroundMark x1="13196" y1="19901" x2="5359" y2="48901"/>
                        <a14:foregroundMark x1="5359" y1="48901" x2="5148" y2="57733"/>
                        <a14:foregroundMark x1="9547" y1="27369" x2="9835" y2="35102"/>
                        <a14:foregroundMark x1="10392" y1="37983" x2="8778" y2="38817"/>
                        <a14:foregroundMark x1="77334" y1="57165" x2="91222" y2="42267"/>
                        <a14:foregroundMark x1="91222" y1="42267" x2="80811" y2="66793"/>
                        <a14:foregroundMark x1="80811" y1="66793" x2="91202" y2="52464"/>
                        <a14:foregroundMark x1="91202" y1="52464" x2="86842" y2="57316"/>
                        <a14:foregroundMark x1="84672" y1="45982" x2="93143" y2="56027"/>
                        <a14:foregroundMark x1="93143" y1="56027" x2="95006" y2="31463"/>
                        <a14:foregroundMark x1="95006" y1="31463" x2="91241" y2="52085"/>
                        <a14:foregroundMark x1="91241" y1="52085" x2="95063" y2="34951"/>
                        <a14:foregroundMark x1="95063" y1="34951" x2="98914" y2="46522"/>
                        <a14:foregroundMark x1="87764" y1="38400" x2="84057" y2="36202"/>
                        <a14:foregroundMark x1="90549" y1="34685" x2="88167" y2="34685"/>
                        <a14:foregroundMark x1="89915" y1="33169" x2="85728" y2="32600"/>
                        <a14:foregroundMark x1="83289" y1="35936" x2="88167" y2="30819"/>
                        <a14:foregroundMark x1="90703" y1="37983" x2="85939" y2="29719"/>
                        <a14:foregroundMark x1="88801" y1="63533" x2="81598" y2="65049"/>
                        <a14:backgroundMark x1="99155" y1="39083" x2="99866" y2="51782"/>
                        <a14:backgroundMark x1="98809" y1="40334" x2="98675" y2="47233"/>
                        <a14:backgroundMark x1="98732" y1="47384" x2="98386" y2="42115"/>
                        <a14:backgroundMark x1="98886" y1="44466" x2="98310" y2="44769"/>
                        <a14:backgroundMark x1="98598" y1="43252" x2="98386" y2="42684"/>
                      </a14:backgroundRemoval>
                    </a14:imgEffect>
                  </a14:imgLayer>
                </a14:imgProps>
              </a:ext>
            </a:extLst>
          </a:blip>
          <a:stretch>
            <a:fillRect/>
          </a:stretch>
        </p:blipFill>
        <p:spPr>
          <a:xfrm rot="17802599">
            <a:off x="232691" y="4015253"/>
            <a:ext cx="1016810" cy="515241"/>
          </a:xfrm>
          <a:prstGeom prst="rect">
            <a:avLst/>
          </a:prstGeom>
        </p:spPr>
      </p:pic>
      <p:sp>
        <p:nvSpPr>
          <p:cNvPr id="59" name="Google Shape;2734;p79">
            <a:extLst>
              <a:ext uri="{FF2B5EF4-FFF2-40B4-BE49-F238E27FC236}">
                <a16:creationId xmlns:a16="http://schemas.microsoft.com/office/drawing/2014/main" id="{E51F3642-1551-492F-947E-5A0F90D1E107}"/>
              </a:ext>
            </a:extLst>
          </p:cNvPr>
          <p:cNvSpPr txBox="1">
            <a:spLocks noGrp="1"/>
          </p:cNvSpPr>
          <p:nvPr>
            <p:ph type="title"/>
          </p:nvPr>
        </p:nvSpPr>
        <p:spPr>
          <a:xfrm>
            <a:off x="555662" y="414576"/>
            <a:ext cx="3259717" cy="56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sz="3000" b="1" dirty="0">
                <a:latin typeface="Bahnschrift" panose="020B0502040204020203" pitchFamily="34" charset="0"/>
              </a:rPr>
              <a:t>Итоговое шасси</a:t>
            </a:r>
            <a:endParaRPr sz="3000" b="1" dirty="0">
              <a:latin typeface="Bahnschrift" panose="020B0502040204020203" pitchFamily="34" charset="0"/>
            </a:endParaRPr>
          </a:p>
        </p:txBody>
      </p:sp>
      <p:sp>
        <p:nvSpPr>
          <p:cNvPr id="57" name="TextBox 56">
            <a:extLst>
              <a:ext uri="{FF2B5EF4-FFF2-40B4-BE49-F238E27FC236}">
                <a16:creationId xmlns:a16="http://schemas.microsoft.com/office/drawing/2014/main" id="{4C2CE904-8B9D-4AFB-94F3-CAB9CD958E10}"/>
              </a:ext>
            </a:extLst>
          </p:cNvPr>
          <p:cNvSpPr txBox="1"/>
          <p:nvPr/>
        </p:nvSpPr>
        <p:spPr>
          <a:xfrm>
            <a:off x="2346012" y="3423868"/>
            <a:ext cx="5433969"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Гусеница на ремне</a:t>
            </a:r>
            <a:r>
              <a:rPr lang="en-US" sz="1800" b="1" dirty="0">
                <a:solidFill>
                  <a:schemeClr val="accent6">
                    <a:lumMod val="25000"/>
                  </a:schemeClr>
                </a:solidFill>
                <a:latin typeface="Bahnschrift" panose="020B0502040204020203" pitchFamily="34" charset="0"/>
                <a:cs typeface="Times New Roman" panose="02020603050405020304" pitchFamily="18" charset="0"/>
              </a:rPr>
              <a:t> HTD 3M</a:t>
            </a:r>
            <a:r>
              <a:rPr lang="ru-RU" sz="1800" b="1" dirty="0">
                <a:solidFill>
                  <a:schemeClr val="accent6">
                    <a:lumMod val="25000"/>
                  </a:schemeClr>
                </a:solidFill>
                <a:latin typeface="Bahnschrift" panose="020B0502040204020203" pitchFamily="34" charset="0"/>
                <a:cs typeface="Times New Roman" panose="02020603050405020304" pitchFamily="18" charset="0"/>
              </a:rPr>
              <a:t> шириной 20 мм</a:t>
            </a:r>
          </a:p>
        </p:txBody>
      </p:sp>
      <p:pic>
        <p:nvPicPr>
          <p:cNvPr id="58" name="Рисунок 57">
            <a:extLst>
              <a:ext uri="{FF2B5EF4-FFF2-40B4-BE49-F238E27FC236}">
                <a16:creationId xmlns:a16="http://schemas.microsoft.com/office/drawing/2014/main" id="{FF99CA5A-E15C-4F65-B49F-8C921835EE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10400" y="1157813"/>
            <a:ext cx="5433970" cy="217758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sp>
        <p:nvSpPr>
          <p:cNvPr id="2115" name="Google Shape;2115;p67"/>
          <p:cNvSpPr/>
          <p:nvPr/>
        </p:nvSpPr>
        <p:spPr>
          <a:xfrm>
            <a:off x="7675056" y="147038"/>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7"/>
          <p:cNvSpPr/>
          <p:nvPr/>
        </p:nvSpPr>
        <p:spPr>
          <a:xfrm>
            <a:off x="6394500" y="432763"/>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Рисунок 16">
            <a:extLst>
              <a:ext uri="{FF2B5EF4-FFF2-40B4-BE49-F238E27FC236}">
                <a16:creationId xmlns:a16="http://schemas.microsoft.com/office/drawing/2014/main" id="{178E3B4C-272D-4797-AE2E-AB8453F1E2A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70" b="89955" l="5148" r="99289">
                        <a14:foregroundMark x1="15847" y1="37453" x2="12005" y2="28203"/>
                        <a14:foregroundMark x1="14944" y1="38969" x2="9335" y2="44049"/>
                        <a14:foregroundMark x1="15713" y1="49431" x2="8855" y2="37718"/>
                        <a14:foregroundMark x1="17038" y1="37718" x2="15847" y2="15201"/>
                        <a14:foregroundMark x1="14310" y1="16869" x2="7952" y2="37870"/>
                        <a14:foregroundMark x1="7952" y1="37870" x2="7664" y2="40485"/>
                        <a14:foregroundMark x1="13196" y1="19901" x2="5359" y2="48901"/>
                        <a14:foregroundMark x1="5359" y1="48901" x2="5148" y2="57733"/>
                        <a14:foregroundMark x1="9547" y1="27369" x2="9835" y2="35102"/>
                        <a14:foregroundMark x1="10392" y1="37983" x2="8778" y2="38817"/>
                        <a14:foregroundMark x1="77334" y1="57165" x2="91222" y2="42267"/>
                        <a14:foregroundMark x1="91222" y1="42267" x2="80811" y2="66793"/>
                        <a14:foregroundMark x1="80811" y1="66793" x2="91202" y2="52464"/>
                        <a14:foregroundMark x1="91202" y1="52464" x2="86842" y2="57316"/>
                        <a14:foregroundMark x1="84672" y1="45982" x2="93143" y2="56027"/>
                        <a14:foregroundMark x1="93143" y1="56027" x2="95006" y2="31463"/>
                        <a14:foregroundMark x1="95006" y1="31463" x2="91241" y2="52085"/>
                        <a14:foregroundMark x1="91241" y1="52085" x2="95063" y2="34951"/>
                        <a14:foregroundMark x1="95063" y1="34951" x2="98914" y2="46522"/>
                        <a14:foregroundMark x1="87764" y1="38400" x2="84057" y2="36202"/>
                        <a14:foregroundMark x1="90549" y1="34685" x2="88167" y2="34685"/>
                        <a14:foregroundMark x1="89915" y1="33169" x2="85728" y2="32600"/>
                        <a14:foregroundMark x1="83289" y1="35936" x2="88167" y2="30819"/>
                        <a14:foregroundMark x1="90703" y1="37983" x2="85939" y2="29719"/>
                        <a14:foregroundMark x1="88801" y1="63533" x2="81598" y2="65049"/>
                        <a14:backgroundMark x1="99155" y1="39083" x2="99866" y2="51782"/>
                        <a14:backgroundMark x1="98809" y1="40334" x2="98675" y2="47233"/>
                        <a14:backgroundMark x1="98732" y1="47384" x2="98386" y2="42115"/>
                        <a14:backgroundMark x1="98886" y1="44466" x2="98310" y2="44769"/>
                        <a14:backgroundMark x1="98598" y1="43252" x2="98386" y2="42684"/>
                      </a14:backgroundRemoval>
                    </a14:imgEffect>
                  </a14:imgLayer>
                </a14:imgProps>
              </a:ext>
            </a:extLst>
          </a:blip>
          <a:stretch>
            <a:fillRect/>
          </a:stretch>
        </p:blipFill>
        <p:spPr>
          <a:xfrm>
            <a:off x="4067914" y="1549402"/>
            <a:ext cx="4960146" cy="2513418"/>
          </a:xfrm>
          <a:prstGeom prst="rect">
            <a:avLst/>
          </a:prstGeom>
        </p:spPr>
      </p:pic>
      <p:pic>
        <p:nvPicPr>
          <p:cNvPr id="18" name="Рисунок 17">
            <a:extLst>
              <a:ext uri="{FF2B5EF4-FFF2-40B4-BE49-F238E27FC236}">
                <a16:creationId xmlns:a16="http://schemas.microsoft.com/office/drawing/2014/main" id="{A389458D-2EF3-40AA-9237-96E4A9C014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225" y="1624706"/>
            <a:ext cx="2835964" cy="2128206"/>
          </a:xfrm>
          <a:prstGeom prst="rect">
            <a:avLst/>
          </a:prstGeom>
          <a:ln>
            <a:noFill/>
          </a:ln>
          <a:effectLst>
            <a:outerShdw blurRad="292100" dist="139700" dir="2700000" algn="tl" rotWithShape="0">
              <a:srgbClr val="333333">
                <a:alpha val="65000"/>
              </a:srgbClr>
            </a:outerShdw>
          </a:effectLst>
        </p:spPr>
      </p:pic>
      <p:sp>
        <p:nvSpPr>
          <p:cNvPr id="19" name="Google Shape;1631;p58">
            <a:extLst>
              <a:ext uri="{FF2B5EF4-FFF2-40B4-BE49-F238E27FC236}">
                <a16:creationId xmlns:a16="http://schemas.microsoft.com/office/drawing/2014/main" id="{24576513-2C08-44AD-91B0-D08759035B4F}"/>
              </a:ext>
            </a:extLst>
          </p:cNvPr>
          <p:cNvSpPr txBox="1">
            <a:spLocks noGrp="1"/>
          </p:cNvSpPr>
          <p:nvPr>
            <p:ph type="title"/>
          </p:nvPr>
        </p:nvSpPr>
        <p:spPr>
          <a:xfrm>
            <a:off x="713225" y="539500"/>
            <a:ext cx="7717500" cy="56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latin typeface="Bahnschrift" panose="020B0502040204020203" pitchFamily="34" charset="0"/>
              </a:rPr>
              <a:t>Механизм очистки </a:t>
            </a:r>
            <a:r>
              <a:rPr lang="en-US" dirty="0">
                <a:latin typeface="Bahnschrift" panose="020B0502040204020203" pitchFamily="34" charset="0"/>
              </a:rPr>
              <a:t>“</a:t>
            </a:r>
            <a:r>
              <a:rPr lang="ru-RU" dirty="0">
                <a:latin typeface="Bahnschrift" panose="020B0502040204020203" pitchFamily="34" charset="0"/>
              </a:rPr>
              <a:t>Барабанного типа</a:t>
            </a:r>
            <a:r>
              <a:rPr lang="en-US" dirty="0">
                <a:latin typeface="Bahnschrift" panose="020B0502040204020203" pitchFamily="34" charset="0"/>
              </a:rPr>
              <a:t>”</a:t>
            </a:r>
            <a:endParaRPr dirty="0">
              <a:latin typeface="Bahnschrift" panose="020B0502040204020203" pitchFamily="34" charset="0"/>
            </a:endParaRPr>
          </a:p>
        </p:txBody>
      </p:sp>
      <p:sp>
        <p:nvSpPr>
          <p:cNvPr id="7" name="TextBox 6">
            <a:extLst>
              <a:ext uri="{FF2B5EF4-FFF2-40B4-BE49-F238E27FC236}">
                <a16:creationId xmlns:a16="http://schemas.microsoft.com/office/drawing/2014/main" id="{C7656EBD-3041-4C90-AA9B-B2205D1512C7}"/>
              </a:ext>
            </a:extLst>
          </p:cNvPr>
          <p:cNvSpPr txBox="1"/>
          <p:nvPr/>
        </p:nvSpPr>
        <p:spPr>
          <a:xfrm>
            <a:off x="713226" y="3931046"/>
            <a:ext cx="2835964"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Аналог</a:t>
            </a:r>
          </a:p>
        </p:txBody>
      </p:sp>
      <p:sp>
        <p:nvSpPr>
          <p:cNvPr id="8" name="TextBox 7">
            <a:extLst>
              <a:ext uri="{FF2B5EF4-FFF2-40B4-BE49-F238E27FC236}">
                <a16:creationId xmlns:a16="http://schemas.microsoft.com/office/drawing/2014/main" id="{06C18FA6-E276-4DC6-8255-1925C04F87D7}"/>
              </a:ext>
            </a:extLst>
          </p:cNvPr>
          <p:cNvSpPr txBox="1"/>
          <p:nvPr/>
        </p:nvSpPr>
        <p:spPr>
          <a:xfrm>
            <a:off x="3831002" y="3931046"/>
            <a:ext cx="5433969"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3</a:t>
            </a:r>
            <a:r>
              <a:rPr lang="en-US" sz="1800" b="1" dirty="0">
                <a:solidFill>
                  <a:schemeClr val="accent6">
                    <a:lumMod val="25000"/>
                  </a:schemeClr>
                </a:solidFill>
                <a:latin typeface="Bahnschrift" panose="020B0502040204020203" pitchFamily="34" charset="0"/>
                <a:cs typeface="Times New Roman" panose="02020603050405020304" pitchFamily="18" charset="0"/>
              </a:rPr>
              <a:t>D </a:t>
            </a:r>
            <a:r>
              <a:rPr lang="ru-RU" sz="1800" b="1" dirty="0">
                <a:solidFill>
                  <a:schemeClr val="accent6">
                    <a:lumMod val="25000"/>
                  </a:schemeClr>
                </a:solidFill>
                <a:latin typeface="Bahnschrift" panose="020B0502040204020203" pitchFamily="34" charset="0"/>
                <a:cs typeface="Times New Roman" panose="02020603050405020304" pitchFamily="18" charset="0"/>
              </a:rPr>
              <a:t>модель</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sp>
        <p:nvSpPr>
          <p:cNvPr id="2115" name="Google Shape;2115;p67"/>
          <p:cNvSpPr/>
          <p:nvPr/>
        </p:nvSpPr>
        <p:spPr>
          <a:xfrm>
            <a:off x="7675056" y="147038"/>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7"/>
          <p:cNvSpPr/>
          <p:nvPr/>
        </p:nvSpPr>
        <p:spPr>
          <a:xfrm>
            <a:off x="6394500" y="432763"/>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631;p58">
            <a:extLst>
              <a:ext uri="{FF2B5EF4-FFF2-40B4-BE49-F238E27FC236}">
                <a16:creationId xmlns:a16="http://schemas.microsoft.com/office/drawing/2014/main" id="{24576513-2C08-44AD-91B0-D08759035B4F}"/>
              </a:ext>
            </a:extLst>
          </p:cNvPr>
          <p:cNvSpPr txBox="1">
            <a:spLocks noGrp="1"/>
          </p:cNvSpPr>
          <p:nvPr>
            <p:ph type="title"/>
          </p:nvPr>
        </p:nvSpPr>
        <p:spPr>
          <a:xfrm>
            <a:off x="713225" y="539500"/>
            <a:ext cx="7717500" cy="56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latin typeface="Bahnschrift" panose="020B0502040204020203" pitchFamily="34" charset="0"/>
              </a:rPr>
              <a:t>Механизм очистки </a:t>
            </a:r>
            <a:r>
              <a:rPr lang="en-US" dirty="0">
                <a:latin typeface="Bahnschrift" panose="020B0502040204020203" pitchFamily="34" charset="0"/>
              </a:rPr>
              <a:t>“</a:t>
            </a:r>
            <a:r>
              <a:rPr lang="ru-RU" dirty="0">
                <a:latin typeface="Bahnschrift" panose="020B0502040204020203" pitchFamily="34" charset="0"/>
              </a:rPr>
              <a:t>Барабанного типа</a:t>
            </a:r>
            <a:r>
              <a:rPr lang="en-US" dirty="0">
                <a:latin typeface="Bahnschrift" panose="020B0502040204020203" pitchFamily="34" charset="0"/>
              </a:rPr>
              <a:t>”</a:t>
            </a:r>
            <a:endParaRPr dirty="0">
              <a:latin typeface="Bahnschrift" panose="020B0502040204020203" pitchFamily="34" charset="0"/>
            </a:endParaRPr>
          </a:p>
        </p:txBody>
      </p:sp>
      <p:pic>
        <p:nvPicPr>
          <p:cNvPr id="3" name="Рисунок 2">
            <a:extLst>
              <a:ext uri="{FF2B5EF4-FFF2-40B4-BE49-F238E27FC236}">
                <a16:creationId xmlns:a16="http://schemas.microsoft.com/office/drawing/2014/main" id="{8EA2548D-3D6C-4541-AD02-9707C9B63DBC}"/>
              </a:ext>
            </a:extLst>
          </p:cNvPr>
          <p:cNvPicPr>
            <a:picLocks noChangeAspect="1"/>
          </p:cNvPicPr>
          <p:nvPr/>
        </p:nvPicPr>
        <p:blipFill>
          <a:blip r:embed="rId3"/>
          <a:stretch>
            <a:fillRect/>
          </a:stretch>
        </p:blipFill>
        <p:spPr>
          <a:xfrm>
            <a:off x="713225" y="1496862"/>
            <a:ext cx="2940215" cy="2205162"/>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C3630C42-1230-402A-A514-AFCBEAA0D634}"/>
              </a:ext>
            </a:extLst>
          </p:cNvPr>
          <p:cNvSpPr txBox="1"/>
          <p:nvPr/>
        </p:nvSpPr>
        <p:spPr>
          <a:xfrm>
            <a:off x="713225" y="3835140"/>
            <a:ext cx="2940215"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Прототипы сборщика</a:t>
            </a:r>
          </a:p>
        </p:txBody>
      </p:sp>
      <p:sp>
        <p:nvSpPr>
          <p:cNvPr id="12" name="TextBox 11">
            <a:extLst>
              <a:ext uri="{FF2B5EF4-FFF2-40B4-BE49-F238E27FC236}">
                <a16:creationId xmlns:a16="http://schemas.microsoft.com/office/drawing/2014/main" id="{792CA1BA-3343-43F8-B0F8-FDAD5424010A}"/>
              </a:ext>
            </a:extLst>
          </p:cNvPr>
          <p:cNvSpPr txBox="1"/>
          <p:nvPr/>
        </p:nvSpPr>
        <p:spPr>
          <a:xfrm>
            <a:off x="4970386" y="3835140"/>
            <a:ext cx="2940215"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Итоговый вариант</a:t>
            </a:r>
          </a:p>
        </p:txBody>
      </p:sp>
      <p:pic>
        <p:nvPicPr>
          <p:cNvPr id="9" name="Рисунок 8">
            <a:extLst>
              <a:ext uri="{FF2B5EF4-FFF2-40B4-BE49-F238E27FC236}">
                <a16:creationId xmlns:a16="http://schemas.microsoft.com/office/drawing/2014/main" id="{057B411A-78D7-438F-825A-168EB0A2712F}"/>
              </a:ext>
            </a:extLst>
          </p:cNvPr>
          <p:cNvPicPr>
            <a:picLocks noChangeAspect="1"/>
          </p:cNvPicPr>
          <p:nvPr/>
        </p:nvPicPr>
        <p:blipFill>
          <a:blip r:embed="rId4"/>
          <a:stretch>
            <a:fillRect/>
          </a:stretch>
        </p:blipFill>
        <p:spPr>
          <a:xfrm>
            <a:off x="4089088" y="1685853"/>
            <a:ext cx="4702810" cy="17717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89982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9"/>
        <p:cNvGrpSpPr/>
        <p:nvPr/>
      </p:nvGrpSpPr>
      <p:grpSpPr>
        <a:xfrm>
          <a:off x="0" y="0"/>
          <a:ext cx="0" cy="0"/>
          <a:chOff x="0" y="0"/>
          <a:chExt cx="0" cy="0"/>
        </a:xfrm>
      </p:grpSpPr>
      <p:sp>
        <p:nvSpPr>
          <p:cNvPr id="1625" name="Google Shape;1625;p57"/>
          <p:cNvSpPr/>
          <p:nvPr/>
        </p:nvSpPr>
        <p:spPr>
          <a:xfrm>
            <a:off x="7737031" y="585338"/>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7"/>
          <p:cNvSpPr/>
          <p:nvPr/>
        </p:nvSpPr>
        <p:spPr>
          <a:xfrm>
            <a:off x="6720875" y="618313"/>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Заголовок 4">
            <a:extLst>
              <a:ext uri="{FF2B5EF4-FFF2-40B4-BE49-F238E27FC236}">
                <a16:creationId xmlns:a16="http://schemas.microsoft.com/office/drawing/2014/main" id="{25D1C0C0-F229-42A0-9B89-B912DCF73379}"/>
              </a:ext>
            </a:extLst>
          </p:cNvPr>
          <p:cNvSpPr>
            <a:spLocks noGrp="1"/>
          </p:cNvSpPr>
          <p:nvPr>
            <p:ph type="title"/>
          </p:nvPr>
        </p:nvSpPr>
        <p:spPr>
          <a:xfrm>
            <a:off x="522848" y="549338"/>
            <a:ext cx="2522668" cy="564900"/>
          </a:xfrm>
        </p:spPr>
        <p:txBody>
          <a:bodyPr/>
          <a:lstStyle/>
          <a:p>
            <a:pPr algn="ctr"/>
            <a:r>
              <a:rPr lang="ru-RU" sz="2800" dirty="0"/>
              <a:t>Электроника</a:t>
            </a:r>
          </a:p>
        </p:txBody>
      </p:sp>
      <p:pic>
        <p:nvPicPr>
          <p:cNvPr id="6" name="Рисунок 5">
            <a:extLst>
              <a:ext uri="{FF2B5EF4-FFF2-40B4-BE49-F238E27FC236}">
                <a16:creationId xmlns:a16="http://schemas.microsoft.com/office/drawing/2014/main" id="{EE484506-FFAE-4C7E-9C59-0A42DA021275}"/>
              </a:ext>
            </a:extLst>
          </p:cNvPr>
          <p:cNvPicPr>
            <a:picLocks noChangeAspect="1"/>
          </p:cNvPicPr>
          <p:nvPr/>
        </p:nvPicPr>
        <p:blipFill>
          <a:blip r:embed="rId3"/>
          <a:stretch>
            <a:fillRect/>
          </a:stretch>
        </p:blipFill>
        <p:spPr>
          <a:xfrm>
            <a:off x="894493" y="1584763"/>
            <a:ext cx="2981495" cy="2402317"/>
          </a:xfrm>
          <a:prstGeom prst="rect">
            <a:avLst/>
          </a:prstGeom>
          <a:ln>
            <a:noFill/>
          </a:ln>
          <a:effectLst>
            <a:outerShdw blurRad="292100" dist="139700" dir="2700000" algn="tl" rotWithShape="0">
              <a:srgbClr val="333333">
                <a:alpha val="65000"/>
              </a:srgbClr>
            </a:outerShdw>
          </a:effectLst>
        </p:spPr>
      </p:pic>
      <p:pic>
        <p:nvPicPr>
          <p:cNvPr id="3" name="Рисунок 2">
            <a:extLst>
              <a:ext uri="{FF2B5EF4-FFF2-40B4-BE49-F238E27FC236}">
                <a16:creationId xmlns:a16="http://schemas.microsoft.com/office/drawing/2014/main" id="{E93176B1-1064-423F-A7C7-05044985499A}"/>
              </a:ext>
            </a:extLst>
          </p:cNvPr>
          <p:cNvPicPr>
            <a:picLocks noChangeAspect="1"/>
          </p:cNvPicPr>
          <p:nvPr/>
        </p:nvPicPr>
        <p:blipFill>
          <a:blip r:embed="rId4"/>
          <a:stretch>
            <a:fillRect/>
          </a:stretch>
        </p:blipFill>
        <p:spPr>
          <a:xfrm>
            <a:off x="5268013" y="1584763"/>
            <a:ext cx="3353139" cy="2400705"/>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C8DD643A-6B11-43DF-8B8A-2C57D1F3EC7D}"/>
              </a:ext>
            </a:extLst>
          </p:cNvPr>
          <p:cNvSpPr txBox="1"/>
          <p:nvPr/>
        </p:nvSpPr>
        <p:spPr>
          <a:xfrm>
            <a:off x="763753" y="4044283"/>
            <a:ext cx="3242973" cy="646331"/>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Разводная плата изготовленная методом ЛУТ</a:t>
            </a:r>
          </a:p>
        </p:txBody>
      </p:sp>
      <p:sp>
        <p:nvSpPr>
          <p:cNvPr id="9" name="TextBox 8">
            <a:extLst>
              <a:ext uri="{FF2B5EF4-FFF2-40B4-BE49-F238E27FC236}">
                <a16:creationId xmlns:a16="http://schemas.microsoft.com/office/drawing/2014/main" id="{F1C97D58-1D5F-4F04-AA32-25EEDCBC3E96}"/>
              </a:ext>
            </a:extLst>
          </p:cNvPr>
          <p:cNvSpPr txBox="1"/>
          <p:nvPr/>
        </p:nvSpPr>
        <p:spPr>
          <a:xfrm>
            <a:off x="5268012" y="4188830"/>
            <a:ext cx="3353139"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Разводная плата в </a:t>
            </a:r>
            <a:r>
              <a:rPr lang="en-US" sz="1800" b="1" dirty="0" err="1">
                <a:solidFill>
                  <a:schemeClr val="accent6">
                    <a:lumMod val="25000"/>
                  </a:schemeClr>
                </a:solidFill>
                <a:latin typeface="Bahnschrift" panose="020B0502040204020203" pitchFamily="34" charset="0"/>
                <a:cs typeface="Times New Roman" panose="02020603050405020304" pitchFamily="18" charset="0"/>
              </a:rPr>
              <a:t>KiCad</a:t>
            </a:r>
            <a:endParaRPr lang="ru-RU" sz="1800" b="1" dirty="0">
              <a:solidFill>
                <a:schemeClr val="accent6">
                  <a:lumMod val="25000"/>
                </a:schemeClr>
              </a:solidFill>
              <a:latin typeface="Bahnschrift"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4126000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2"/>
        <p:cNvGrpSpPr/>
        <p:nvPr/>
      </p:nvGrpSpPr>
      <p:grpSpPr>
        <a:xfrm>
          <a:off x="0" y="0"/>
          <a:ext cx="0" cy="0"/>
          <a:chOff x="0" y="0"/>
          <a:chExt cx="0" cy="0"/>
        </a:xfrm>
      </p:grpSpPr>
      <p:sp>
        <p:nvSpPr>
          <p:cNvPr id="2373" name="Google Shape;2373;p74"/>
          <p:cNvSpPr/>
          <p:nvPr/>
        </p:nvSpPr>
        <p:spPr>
          <a:xfrm>
            <a:off x="6953600" y="4184588"/>
            <a:ext cx="656450" cy="937500"/>
          </a:xfrm>
          <a:custGeom>
            <a:avLst/>
            <a:gdLst/>
            <a:ahLst/>
            <a:cxnLst/>
            <a:rect l="l" t="t" r="r" b="b"/>
            <a:pathLst>
              <a:path w="26258" h="37500" extrusionOk="0">
                <a:moveTo>
                  <a:pt x="12314" y="1"/>
                </a:moveTo>
                <a:cubicBezTo>
                  <a:pt x="12080" y="1"/>
                  <a:pt x="11839" y="43"/>
                  <a:pt x="11611" y="79"/>
                </a:cubicBezTo>
                <a:cubicBezTo>
                  <a:pt x="10753" y="241"/>
                  <a:pt x="9873" y="427"/>
                  <a:pt x="9247" y="1029"/>
                </a:cubicBezTo>
                <a:cubicBezTo>
                  <a:pt x="8946" y="1331"/>
                  <a:pt x="8737" y="1701"/>
                  <a:pt x="8459" y="2026"/>
                </a:cubicBezTo>
                <a:cubicBezTo>
                  <a:pt x="8181" y="2350"/>
                  <a:pt x="7810" y="2628"/>
                  <a:pt x="7393" y="2652"/>
                </a:cubicBezTo>
                <a:cubicBezTo>
                  <a:pt x="7068" y="2652"/>
                  <a:pt x="6767" y="2513"/>
                  <a:pt x="6443" y="2466"/>
                </a:cubicBezTo>
                <a:cubicBezTo>
                  <a:pt x="6402" y="2460"/>
                  <a:pt x="6361" y="2457"/>
                  <a:pt x="6319" y="2457"/>
                </a:cubicBezTo>
                <a:cubicBezTo>
                  <a:pt x="6025" y="2457"/>
                  <a:pt x="5719" y="2599"/>
                  <a:pt x="5678" y="2883"/>
                </a:cubicBezTo>
                <a:cubicBezTo>
                  <a:pt x="5632" y="3161"/>
                  <a:pt x="5887" y="3416"/>
                  <a:pt x="6118" y="3579"/>
                </a:cubicBezTo>
                <a:cubicBezTo>
                  <a:pt x="6744" y="4065"/>
                  <a:pt x="7370" y="4552"/>
                  <a:pt x="7995" y="5039"/>
                </a:cubicBezTo>
                <a:cubicBezTo>
                  <a:pt x="5910" y="6151"/>
                  <a:pt x="4287" y="6985"/>
                  <a:pt x="3245" y="9419"/>
                </a:cubicBezTo>
                <a:cubicBezTo>
                  <a:pt x="2433" y="11365"/>
                  <a:pt x="2179" y="13474"/>
                  <a:pt x="1877" y="15560"/>
                </a:cubicBezTo>
                <a:cubicBezTo>
                  <a:pt x="1831" y="15885"/>
                  <a:pt x="1761" y="16209"/>
                  <a:pt x="1715" y="16533"/>
                </a:cubicBezTo>
                <a:cubicBezTo>
                  <a:pt x="1112" y="20033"/>
                  <a:pt x="0" y="23463"/>
                  <a:pt x="0" y="27032"/>
                </a:cubicBezTo>
                <a:cubicBezTo>
                  <a:pt x="0" y="30577"/>
                  <a:pt x="1391" y="34425"/>
                  <a:pt x="4519" y="36093"/>
                </a:cubicBezTo>
                <a:cubicBezTo>
                  <a:pt x="6118" y="36927"/>
                  <a:pt x="7972" y="37113"/>
                  <a:pt x="9780" y="37298"/>
                </a:cubicBezTo>
                <a:cubicBezTo>
                  <a:pt x="10924" y="37396"/>
                  <a:pt x="12088" y="37499"/>
                  <a:pt x="13241" y="37499"/>
                </a:cubicBezTo>
                <a:cubicBezTo>
                  <a:pt x="14542" y="37499"/>
                  <a:pt x="15829" y="37368"/>
                  <a:pt x="17057" y="36951"/>
                </a:cubicBezTo>
                <a:cubicBezTo>
                  <a:pt x="18702" y="36418"/>
                  <a:pt x="20139" y="35375"/>
                  <a:pt x="21507" y="34309"/>
                </a:cubicBezTo>
                <a:cubicBezTo>
                  <a:pt x="22897" y="33173"/>
                  <a:pt x="24264" y="31945"/>
                  <a:pt x="25168" y="30415"/>
                </a:cubicBezTo>
                <a:cubicBezTo>
                  <a:pt x="25516" y="29813"/>
                  <a:pt x="25794" y="29187"/>
                  <a:pt x="25956" y="28515"/>
                </a:cubicBezTo>
                <a:cubicBezTo>
                  <a:pt x="26234" y="27426"/>
                  <a:pt x="26258" y="26290"/>
                  <a:pt x="25887" y="25247"/>
                </a:cubicBezTo>
                <a:cubicBezTo>
                  <a:pt x="25354" y="23741"/>
                  <a:pt x="24079" y="22582"/>
                  <a:pt x="23453" y="21122"/>
                </a:cubicBezTo>
                <a:cubicBezTo>
                  <a:pt x="22434" y="18735"/>
                  <a:pt x="23175" y="15838"/>
                  <a:pt x="22016" y="13521"/>
                </a:cubicBezTo>
                <a:cubicBezTo>
                  <a:pt x="21901" y="13266"/>
                  <a:pt x="21762" y="13034"/>
                  <a:pt x="21599" y="12825"/>
                </a:cubicBezTo>
                <a:cubicBezTo>
                  <a:pt x="20904" y="11806"/>
                  <a:pt x="19931" y="10995"/>
                  <a:pt x="19073" y="10091"/>
                </a:cubicBezTo>
                <a:cubicBezTo>
                  <a:pt x="17520" y="8468"/>
                  <a:pt x="16339" y="6475"/>
                  <a:pt x="14554" y="5108"/>
                </a:cubicBezTo>
                <a:cubicBezTo>
                  <a:pt x="13975" y="4668"/>
                  <a:pt x="13395" y="4367"/>
                  <a:pt x="12816" y="4181"/>
                </a:cubicBezTo>
                <a:cubicBezTo>
                  <a:pt x="12677" y="4135"/>
                  <a:pt x="12538" y="4112"/>
                  <a:pt x="12422" y="4065"/>
                </a:cubicBezTo>
                <a:cubicBezTo>
                  <a:pt x="13140" y="3393"/>
                  <a:pt x="13558" y="2420"/>
                  <a:pt x="13534" y="1423"/>
                </a:cubicBezTo>
                <a:cubicBezTo>
                  <a:pt x="13511" y="937"/>
                  <a:pt x="13349" y="404"/>
                  <a:pt x="12932" y="149"/>
                </a:cubicBezTo>
                <a:cubicBezTo>
                  <a:pt x="12742" y="37"/>
                  <a:pt x="12531" y="1"/>
                  <a:pt x="12314"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74" name="Google Shape;2374;p74"/>
          <p:cNvGrpSpPr/>
          <p:nvPr/>
        </p:nvGrpSpPr>
        <p:grpSpPr>
          <a:xfrm flipH="1">
            <a:off x="6953610" y="4958215"/>
            <a:ext cx="717902" cy="185289"/>
            <a:chOff x="5002750" y="3501150"/>
            <a:chExt cx="94050" cy="24275"/>
          </a:xfrm>
        </p:grpSpPr>
        <p:sp>
          <p:nvSpPr>
            <p:cNvPr id="2375" name="Google Shape;2375;p74"/>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74"/>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7" name="Google Shape;2377;p74"/>
          <p:cNvSpPr/>
          <p:nvPr/>
        </p:nvSpPr>
        <p:spPr>
          <a:xfrm>
            <a:off x="160299" y="105361"/>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74"/>
          <p:cNvSpPr/>
          <p:nvPr/>
        </p:nvSpPr>
        <p:spPr>
          <a:xfrm>
            <a:off x="1533016" y="131900"/>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9" name="Google Shape;2379;p74"/>
          <p:cNvSpPr/>
          <p:nvPr/>
        </p:nvSpPr>
        <p:spPr>
          <a:xfrm>
            <a:off x="7779238" y="627825"/>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Рисунок 65">
            <a:extLst>
              <a:ext uri="{FF2B5EF4-FFF2-40B4-BE49-F238E27FC236}">
                <a16:creationId xmlns:a16="http://schemas.microsoft.com/office/drawing/2014/main" id="{870E812B-BD7E-4AD4-B9F8-D391E91D05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489" y="1192751"/>
            <a:ext cx="2646809" cy="2394320"/>
          </a:xfrm>
          <a:prstGeom prst="rect">
            <a:avLst/>
          </a:prstGeom>
          <a:ln>
            <a:noFill/>
          </a:ln>
          <a:effectLst>
            <a:outerShdw blurRad="292100" dist="139700" dir="2700000" algn="tl" rotWithShape="0">
              <a:srgbClr val="333333">
                <a:alpha val="65000"/>
              </a:srgbClr>
            </a:outerShdw>
          </a:effectLst>
        </p:spPr>
      </p:pic>
      <p:grpSp>
        <p:nvGrpSpPr>
          <p:cNvPr id="2339" name="Google Shape;2339;p74"/>
          <p:cNvGrpSpPr/>
          <p:nvPr/>
        </p:nvGrpSpPr>
        <p:grpSpPr>
          <a:xfrm>
            <a:off x="7492247" y="3515018"/>
            <a:ext cx="1183609" cy="1580259"/>
            <a:chOff x="4468075" y="3148300"/>
            <a:chExt cx="354650" cy="473500"/>
          </a:xfrm>
        </p:grpSpPr>
        <p:sp>
          <p:nvSpPr>
            <p:cNvPr id="2340" name="Google Shape;2340;p74"/>
            <p:cNvSpPr/>
            <p:nvPr/>
          </p:nvSpPr>
          <p:spPr>
            <a:xfrm>
              <a:off x="4486175" y="3234300"/>
              <a:ext cx="312375" cy="380775"/>
            </a:xfrm>
            <a:custGeom>
              <a:avLst/>
              <a:gdLst/>
              <a:ahLst/>
              <a:cxnLst/>
              <a:rect l="l" t="t" r="r" b="b"/>
              <a:pathLst>
                <a:path w="12495" h="15231" extrusionOk="0">
                  <a:moveTo>
                    <a:pt x="12494" y="1"/>
                  </a:moveTo>
                  <a:lnTo>
                    <a:pt x="1" y="90"/>
                  </a:lnTo>
                  <a:lnTo>
                    <a:pt x="1237" y="15230"/>
                  </a:lnTo>
                  <a:lnTo>
                    <a:pt x="11104" y="15230"/>
                  </a:lnTo>
                  <a:lnTo>
                    <a:pt x="12494" y="1"/>
                  </a:ln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74"/>
            <p:cNvSpPr/>
            <p:nvPr/>
          </p:nvSpPr>
          <p:spPr>
            <a:xfrm>
              <a:off x="4468075" y="3188650"/>
              <a:ext cx="350025" cy="64900"/>
            </a:xfrm>
            <a:custGeom>
              <a:avLst/>
              <a:gdLst/>
              <a:ahLst/>
              <a:cxnLst/>
              <a:rect l="l" t="t" r="r" b="b"/>
              <a:pathLst>
                <a:path w="14001" h="2596" extrusionOk="0">
                  <a:moveTo>
                    <a:pt x="1333" y="1"/>
                  </a:moveTo>
                  <a:cubicBezTo>
                    <a:pt x="1218" y="1"/>
                    <a:pt x="1115" y="26"/>
                    <a:pt x="1103" y="58"/>
                  </a:cubicBezTo>
                  <a:lnTo>
                    <a:pt x="20" y="2230"/>
                  </a:lnTo>
                  <a:cubicBezTo>
                    <a:pt x="1" y="2275"/>
                    <a:pt x="90" y="2595"/>
                    <a:pt x="225" y="2595"/>
                  </a:cubicBezTo>
                  <a:lnTo>
                    <a:pt x="13776" y="2595"/>
                  </a:lnTo>
                  <a:cubicBezTo>
                    <a:pt x="13917" y="2595"/>
                    <a:pt x="14000" y="2275"/>
                    <a:pt x="13968" y="2230"/>
                  </a:cubicBezTo>
                  <a:lnTo>
                    <a:pt x="12603" y="58"/>
                  </a:lnTo>
                  <a:cubicBezTo>
                    <a:pt x="12578" y="26"/>
                    <a:pt x="12475" y="1"/>
                    <a:pt x="12366"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74"/>
            <p:cNvSpPr/>
            <p:nvPr/>
          </p:nvSpPr>
          <p:spPr>
            <a:xfrm>
              <a:off x="4496275" y="3561300"/>
              <a:ext cx="326450" cy="60500"/>
            </a:xfrm>
            <a:custGeom>
              <a:avLst/>
              <a:gdLst/>
              <a:ahLst/>
              <a:cxnLst/>
              <a:rect l="l" t="t" r="r" b="b"/>
              <a:pathLst>
                <a:path w="13058" h="2420" extrusionOk="0">
                  <a:moveTo>
                    <a:pt x="8629" y="1"/>
                  </a:moveTo>
                  <a:cubicBezTo>
                    <a:pt x="7957" y="1"/>
                    <a:pt x="7404" y="682"/>
                    <a:pt x="6901" y="1067"/>
                  </a:cubicBezTo>
                  <a:cubicBezTo>
                    <a:pt x="6572" y="1308"/>
                    <a:pt x="6239" y="1402"/>
                    <a:pt x="5902" y="1402"/>
                  </a:cubicBezTo>
                  <a:cubicBezTo>
                    <a:pt x="5398" y="1402"/>
                    <a:pt x="4887" y="1193"/>
                    <a:pt x="4376" y="958"/>
                  </a:cubicBezTo>
                  <a:cubicBezTo>
                    <a:pt x="3965" y="768"/>
                    <a:pt x="3599" y="662"/>
                    <a:pt x="3248" y="662"/>
                  </a:cubicBezTo>
                  <a:cubicBezTo>
                    <a:pt x="2806" y="662"/>
                    <a:pt x="2388" y="830"/>
                    <a:pt x="1935" y="1208"/>
                  </a:cubicBezTo>
                  <a:cubicBezTo>
                    <a:pt x="1352" y="1740"/>
                    <a:pt x="737" y="2060"/>
                    <a:pt x="0" y="2419"/>
                  </a:cubicBezTo>
                  <a:lnTo>
                    <a:pt x="13058" y="2278"/>
                  </a:lnTo>
                  <a:cubicBezTo>
                    <a:pt x="12520" y="2208"/>
                    <a:pt x="11975" y="2099"/>
                    <a:pt x="11469" y="1887"/>
                  </a:cubicBezTo>
                  <a:cubicBezTo>
                    <a:pt x="10578" y="1458"/>
                    <a:pt x="10040" y="747"/>
                    <a:pt x="9265" y="209"/>
                  </a:cubicBezTo>
                  <a:cubicBezTo>
                    <a:pt x="9041" y="62"/>
                    <a:pt x="8830" y="1"/>
                    <a:pt x="8629" y="1"/>
                  </a:cubicBezTo>
                  <a:close/>
                </a:path>
              </a:pathLst>
            </a:custGeom>
            <a:solidFill>
              <a:srgbClr val="F7ED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74"/>
            <p:cNvSpPr/>
            <p:nvPr/>
          </p:nvSpPr>
          <p:spPr>
            <a:xfrm>
              <a:off x="4496275" y="3560175"/>
              <a:ext cx="326450" cy="61625"/>
            </a:xfrm>
            <a:custGeom>
              <a:avLst/>
              <a:gdLst/>
              <a:ahLst/>
              <a:cxnLst/>
              <a:rect l="l" t="t" r="r" b="b"/>
              <a:pathLst>
                <a:path w="13058" h="2465" extrusionOk="0">
                  <a:moveTo>
                    <a:pt x="8604" y="0"/>
                  </a:moveTo>
                  <a:cubicBezTo>
                    <a:pt x="8468" y="0"/>
                    <a:pt x="8328" y="28"/>
                    <a:pt x="8182" y="94"/>
                  </a:cubicBezTo>
                  <a:cubicBezTo>
                    <a:pt x="7593" y="337"/>
                    <a:pt x="7202" y="869"/>
                    <a:pt x="6696" y="1183"/>
                  </a:cubicBezTo>
                  <a:cubicBezTo>
                    <a:pt x="6448" y="1332"/>
                    <a:pt x="6176" y="1392"/>
                    <a:pt x="5900" y="1392"/>
                  </a:cubicBezTo>
                  <a:cubicBezTo>
                    <a:pt x="5581" y="1392"/>
                    <a:pt x="5258" y="1312"/>
                    <a:pt x="4959" y="1196"/>
                  </a:cubicBezTo>
                  <a:cubicBezTo>
                    <a:pt x="4310" y="918"/>
                    <a:pt x="3778" y="668"/>
                    <a:pt x="3242" y="668"/>
                  </a:cubicBezTo>
                  <a:cubicBezTo>
                    <a:pt x="2826" y="668"/>
                    <a:pt x="2407" y="818"/>
                    <a:pt x="1929" y="1221"/>
                  </a:cubicBezTo>
                  <a:cubicBezTo>
                    <a:pt x="1365" y="1753"/>
                    <a:pt x="686" y="2118"/>
                    <a:pt x="0" y="2464"/>
                  </a:cubicBezTo>
                  <a:cubicBezTo>
                    <a:pt x="558" y="2208"/>
                    <a:pt x="1109" y="1932"/>
                    <a:pt x="1608" y="1561"/>
                  </a:cubicBezTo>
                  <a:cubicBezTo>
                    <a:pt x="2167" y="1075"/>
                    <a:pt x="2648" y="750"/>
                    <a:pt x="3252" y="750"/>
                  </a:cubicBezTo>
                  <a:cubicBezTo>
                    <a:pt x="3501" y="750"/>
                    <a:pt x="3771" y="805"/>
                    <a:pt x="4075" y="926"/>
                  </a:cubicBezTo>
                  <a:cubicBezTo>
                    <a:pt x="4639" y="1157"/>
                    <a:pt x="5209" y="1471"/>
                    <a:pt x="5837" y="1497"/>
                  </a:cubicBezTo>
                  <a:cubicBezTo>
                    <a:pt x="5864" y="1498"/>
                    <a:pt x="5891" y="1499"/>
                    <a:pt x="5918" y="1499"/>
                  </a:cubicBezTo>
                  <a:cubicBezTo>
                    <a:pt x="6369" y="1499"/>
                    <a:pt x="6798" y="1299"/>
                    <a:pt x="7125" y="991"/>
                  </a:cubicBezTo>
                  <a:cubicBezTo>
                    <a:pt x="7458" y="709"/>
                    <a:pt x="7817" y="350"/>
                    <a:pt x="8221" y="183"/>
                  </a:cubicBezTo>
                  <a:cubicBezTo>
                    <a:pt x="8353" y="123"/>
                    <a:pt x="8482" y="96"/>
                    <a:pt x="8606" y="96"/>
                  </a:cubicBezTo>
                  <a:cubicBezTo>
                    <a:pt x="9061" y="96"/>
                    <a:pt x="9463" y="444"/>
                    <a:pt x="9809" y="741"/>
                  </a:cubicBezTo>
                  <a:cubicBezTo>
                    <a:pt x="10277" y="1131"/>
                    <a:pt x="10732" y="1567"/>
                    <a:pt x="11277" y="1862"/>
                  </a:cubicBezTo>
                  <a:cubicBezTo>
                    <a:pt x="11828" y="2144"/>
                    <a:pt x="12456" y="2246"/>
                    <a:pt x="13058" y="2323"/>
                  </a:cubicBezTo>
                  <a:cubicBezTo>
                    <a:pt x="12462" y="2227"/>
                    <a:pt x="11841" y="2112"/>
                    <a:pt x="11302" y="1811"/>
                  </a:cubicBezTo>
                  <a:cubicBezTo>
                    <a:pt x="10771" y="1516"/>
                    <a:pt x="10328" y="1080"/>
                    <a:pt x="9867" y="677"/>
                  </a:cubicBezTo>
                  <a:cubicBezTo>
                    <a:pt x="9503" y="352"/>
                    <a:pt x="9084" y="0"/>
                    <a:pt x="8604" y="0"/>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74"/>
            <p:cNvSpPr/>
            <p:nvPr/>
          </p:nvSpPr>
          <p:spPr>
            <a:xfrm>
              <a:off x="4617675" y="3319275"/>
              <a:ext cx="70025" cy="45925"/>
            </a:xfrm>
            <a:custGeom>
              <a:avLst/>
              <a:gdLst/>
              <a:ahLst/>
              <a:cxnLst/>
              <a:rect l="l" t="t" r="r" b="b"/>
              <a:pathLst>
                <a:path w="2801" h="1837" extrusionOk="0">
                  <a:moveTo>
                    <a:pt x="1442" y="1"/>
                  </a:moveTo>
                  <a:cubicBezTo>
                    <a:pt x="1326" y="1"/>
                    <a:pt x="1210" y="4"/>
                    <a:pt x="1090" y="4"/>
                  </a:cubicBezTo>
                  <a:lnTo>
                    <a:pt x="1" y="4"/>
                  </a:lnTo>
                  <a:cubicBezTo>
                    <a:pt x="116" y="42"/>
                    <a:pt x="231" y="81"/>
                    <a:pt x="334" y="145"/>
                  </a:cubicBezTo>
                  <a:cubicBezTo>
                    <a:pt x="417" y="202"/>
                    <a:pt x="488" y="279"/>
                    <a:pt x="552" y="356"/>
                  </a:cubicBezTo>
                  <a:cubicBezTo>
                    <a:pt x="731" y="593"/>
                    <a:pt x="853" y="869"/>
                    <a:pt x="981" y="1138"/>
                  </a:cubicBezTo>
                  <a:cubicBezTo>
                    <a:pt x="1039" y="1259"/>
                    <a:pt x="1103" y="1388"/>
                    <a:pt x="1154" y="1516"/>
                  </a:cubicBezTo>
                  <a:cubicBezTo>
                    <a:pt x="1090" y="1548"/>
                    <a:pt x="1020" y="1580"/>
                    <a:pt x="949" y="1612"/>
                  </a:cubicBezTo>
                  <a:cubicBezTo>
                    <a:pt x="936" y="1618"/>
                    <a:pt x="917" y="1625"/>
                    <a:pt x="904" y="1644"/>
                  </a:cubicBezTo>
                  <a:cubicBezTo>
                    <a:pt x="898" y="1657"/>
                    <a:pt x="898" y="1682"/>
                    <a:pt x="898" y="1702"/>
                  </a:cubicBezTo>
                  <a:cubicBezTo>
                    <a:pt x="904" y="1727"/>
                    <a:pt x="936" y="1740"/>
                    <a:pt x="962" y="1746"/>
                  </a:cubicBezTo>
                  <a:cubicBezTo>
                    <a:pt x="1308" y="1772"/>
                    <a:pt x="1654" y="1798"/>
                    <a:pt x="2000" y="1830"/>
                  </a:cubicBezTo>
                  <a:cubicBezTo>
                    <a:pt x="2057" y="1830"/>
                    <a:pt x="2115" y="1836"/>
                    <a:pt x="2173" y="1836"/>
                  </a:cubicBezTo>
                  <a:cubicBezTo>
                    <a:pt x="2179" y="1836"/>
                    <a:pt x="2186" y="1836"/>
                    <a:pt x="2192" y="1830"/>
                  </a:cubicBezTo>
                  <a:cubicBezTo>
                    <a:pt x="2371" y="1522"/>
                    <a:pt x="2551" y="1221"/>
                    <a:pt x="2730" y="920"/>
                  </a:cubicBezTo>
                  <a:cubicBezTo>
                    <a:pt x="2756" y="869"/>
                    <a:pt x="2794" y="817"/>
                    <a:pt x="2801" y="760"/>
                  </a:cubicBezTo>
                  <a:cubicBezTo>
                    <a:pt x="2801" y="728"/>
                    <a:pt x="2801" y="696"/>
                    <a:pt x="2775" y="676"/>
                  </a:cubicBezTo>
                  <a:cubicBezTo>
                    <a:pt x="2771" y="675"/>
                    <a:pt x="2768" y="675"/>
                    <a:pt x="2764" y="675"/>
                  </a:cubicBezTo>
                  <a:cubicBezTo>
                    <a:pt x="2748" y="675"/>
                    <a:pt x="2733" y="684"/>
                    <a:pt x="2717" y="689"/>
                  </a:cubicBezTo>
                  <a:cubicBezTo>
                    <a:pt x="2621" y="728"/>
                    <a:pt x="2525" y="779"/>
                    <a:pt x="2429" y="817"/>
                  </a:cubicBezTo>
                  <a:cubicBezTo>
                    <a:pt x="2339" y="644"/>
                    <a:pt x="2256" y="471"/>
                    <a:pt x="2166" y="305"/>
                  </a:cubicBezTo>
                  <a:cubicBezTo>
                    <a:pt x="2128" y="234"/>
                    <a:pt x="2070" y="170"/>
                    <a:pt x="2006" y="125"/>
                  </a:cubicBezTo>
                  <a:cubicBezTo>
                    <a:pt x="1891" y="49"/>
                    <a:pt x="1756" y="16"/>
                    <a:pt x="1615" y="4"/>
                  </a:cubicBezTo>
                  <a:cubicBezTo>
                    <a:pt x="1558" y="2"/>
                    <a:pt x="1500" y="1"/>
                    <a:pt x="14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4"/>
            <p:cNvSpPr/>
            <p:nvPr/>
          </p:nvSpPr>
          <p:spPr>
            <a:xfrm>
              <a:off x="4589800" y="3323125"/>
              <a:ext cx="45375" cy="48475"/>
            </a:xfrm>
            <a:custGeom>
              <a:avLst/>
              <a:gdLst/>
              <a:ahLst/>
              <a:cxnLst/>
              <a:rect l="l" t="t" r="r" b="b"/>
              <a:pathLst>
                <a:path w="1815" h="1939" extrusionOk="0">
                  <a:moveTo>
                    <a:pt x="995" y="1"/>
                  </a:moveTo>
                  <a:cubicBezTo>
                    <a:pt x="980" y="1"/>
                    <a:pt x="964" y="2"/>
                    <a:pt x="949" y="3"/>
                  </a:cubicBezTo>
                  <a:cubicBezTo>
                    <a:pt x="866" y="10"/>
                    <a:pt x="783" y="23"/>
                    <a:pt x="719" y="74"/>
                  </a:cubicBezTo>
                  <a:cubicBezTo>
                    <a:pt x="687" y="93"/>
                    <a:pt x="661" y="125"/>
                    <a:pt x="642" y="157"/>
                  </a:cubicBezTo>
                  <a:cubicBezTo>
                    <a:pt x="552" y="298"/>
                    <a:pt x="462" y="439"/>
                    <a:pt x="379" y="580"/>
                  </a:cubicBezTo>
                  <a:cubicBezTo>
                    <a:pt x="251" y="785"/>
                    <a:pt x="123" y="984"/>
                    <a:pt x="1" y="1182"/>
                  </a:cubicBezTo>
                  <a:cubicBezTo>
                    <a:pt x="360" y="1426"/>
                    <a:pt x="719" y="1663"/>
                    <a:pt x="1077" y="1906"/>
                  </a:cubicBezTo>
                  <a:cubicBezTo>
                    <a:pt x="1097" y="1919"/>
                    <a:pt x="1116" y="1932"/>
                    <a:pt x="1135" y="1938"/>
                  </a:cubicBezTo>
                  <a:cubicBezTo>
                    <a:pt x="1180" y="1861"/>
                    <a:pt x="1231" y="1785"/>
                    <a:pt x="1282" y="1708"/>
                  </a:cubicBezTo>
                  <a:cubicBezTo>
                    <a:pt x="1455" y="1432"/>
                    <a:pt x="1628" y="1163"/>
                    <a:pt x="1808" y="894"/>
                  </a:cubicBezTo>
                  <a:cubicBezTo>
                    <a:pt x="1814" y="881"/>
                    <a:pt x="1814" y="868"/>
                    <a:pt x="1808" y="862"/>
                  </a:cubicBezTo>
                  <a:cubicBezTo>
                    <a:pt x="1718" y="663"/>
                    <a:pt x="1622" y="471"/>
                    <a:pt x="1487" y="305"/>
                  </a:cubicBezTo>
                  <a:cubicBezTo>
                    <a:pt x="1417" y="215"/>
                    <a:pt x="1340" y="132"/>
                    <a:pt x="1244" y="74"/>
                  </a:cubicBezTo>
                  <a:cubicBezTo>
                    <a:pt x="1168" y="30"/>
                    <a:pt x="1082" y="1"/>
                    <a:pt x="9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4"/>
            <p:cNvSpPr/>
            <p:nvPr/>
          </p:nvSpPr>
          <p:spPr>
            <a:xfrm>
              <a:off x="4660775" y="3358275"/>
              <a:ext cx="47750" cy="45025"/>
            </a:xfrm>
            <a:custGeom>
              <a:avLst/>
              <a:gdLst/>
              <a:ahLst/>
              <a:cxnLst/>
              <a:rect l="l" t="t" r="r" b="b"/>
              <a:pathLst>
                <a:path w="1910" h="1801" extrusionOk="0">
                  <a:moveTo>
                    <a:pt x="1160" y="1"/>
                  </a:moveTo>
                  <a:cubicBezTo>
                    <a:pt x="1102" y="33"/>
                    <a:pt x="1051" y="71"/>
                    <a:pt x="993" y="103"/>
                  </a:cubicBezTo>
                  <a:cubicBezTo>
                    <a:pt x="724" y="257"/>
                    <a:pt x="462" y="404"/>
                    <a:pt x="199" y="558"/>
                  </a:cubicBezTo>
                  <a:cubicBezTo>
                    <a:pt x="135" y="603"/>
                    <a:pt x="64" y="635"/>
                    <a:pt x="0" y="680"/>
                  </a:cubicBezTo>
                  <a:cubicBezTo>
                    <a:pt x="7" y="699"/>
                    <a:pt x="20" y="718"/>
                    <a:pt x="26" y="737"/>
                  </a:cubicBezTo>
                  <a:cubicBezTo>
                    <a:pt x="244" y="1090"/>
                    <a:pt x="455" y="1449"/>
                    <a:pt x="673" y="1801"/>
                  </a:cubicBezTo>
                  <a:lnTo>
                    <a:pt x="1256" y="1801"/>
                  </a:lnTo>
                  <a:cubicBezTo>
                    <a:pt x="1314" y="1801"/>
                    <a:pt x="1371" y="1788"/>
                    <a:pt x="1423" y="1769"/>
                  </a:cubicBezTo>
                  <a:cubicBezTo>
                    <a:pt x="1538" y="1724"/>
                    <a:pt x="1647" y="1647"/>
                    <a:pt x="1737" y="1564"/>
                  </a:cubicBezTo>
                  <a:cubicBezTo>
                    <a:pt x="1820" y="1481"/>
                    <a:pt x="1897" y="1372"/>
                    <a:pt x="1903" y="1250"/>
                  </a:cubicBezTo>
                  <a:cubicBezTo>
                    <a:pt x="1910" y="1179"/>
                    <a:pt x="1884" y="1103"/>
                    <a:pt x="1839" y="1039"/>
                  </a:cubicBezTo>
                  <a:cubicBezTo>
                    <a:pt x="1615" y="693"/>
                    <a:pt x="1391" y="347"/>
                    <a:pt x="11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4"/>
            <p:cNvSpPr/>
            <p:nvPr/>
          </p:nvSpPr>
          <p:spPr>
            <a:xfrm>
              <a:off x="4568500" y="3367075"/>
              <a:ext cx="49525" cy="67800"/>
            </a:xfrm>
            <a:custGeom>
              <a:avLst/>
              <a:gdLst/>
              <a:ahLst/>
              <a:cxnLst/>
              <a:rect l="l" t="t" r="r" b="b"/>
              <a:pathLst>
                <a:path w="1981" h="2712" extrusionOk="0">
                  <a:moveTo>
                    <a:pt x="1391" y="1"/>
                  </a:moveTo>
                  <a:cubicBezTo>
                    <a:pt x="1314" y="1"/>
                    <a:pt x="1231" y="1"/>
                    <a:pt x="1154" y="7"/>
                  </a:cubicBezTo>
                  <a:lnTo>
                    <a:pt x="917" y="7"/>
                  </a:lnTo>
                  <a:cubicBezTo>
                    <a:pt x="869" y="14"/>
                    <a:pt x="819" y="15"/>
                    <a:pt x="770" y="15"/>
                  </a:cubicBezTo>
                  <a:cubicBezTo>
                    <a:pt x="720" y="15"/>
                    <a:pt x="670" y="14"/>
                    <a:pt x="622" y="14"/>
                  </a:cubicBezTo>
                  <a:cubicBezTo>
                    <a:pt x="520" y="27"/>
                    <a:pt x="424" y="20"/>
                    <a:pt x="328" y="27"/>
                  </a:cubicBezTo>
                  <a:cubicBezTo>
                    <a:pt x="299" y="30"/>
                    <a:pt x="270" y="30"/>
                    <a:pt x="241" y="30"/>
                  </a:cubicBezTo>
                  <a:cubicBezTo>
                    <a:pt x="212" y="30"/>
                    <a:pt x="183" y="30"/>
                    <a:pt x="155" y="33"/>
                  </a:cubicBezTo>
                  <a:cubicBezTo>
                    <a:pt x="110" y="33"/>
                    <a:pt x="78" y="78"/>
                    <a:pt x="91" y="123"/>
                  </a:cubicBezTo>
                  <a:cubicBezTo>
                    <a:pt x="103" y="142"/>
                    <a:pt x="123" y="161"/>
                    <a:pt x="148" y="174"/>
                  </a:cubicBezTo>
                  <a:cubicBezTo>
                    <a:pt x="219" y="212"/>
                    <a:pt x="283" y="257"/>
                    <a:pt x="353" y="296"/>
                  </a:cubicBezTo>
                  <a:cubicBezTo>
                    <a:pt x="366" y="302"/>
                    <a:pt x="379" y="309"/>
                    <a:pt x="392" y="321"/>
                  </a:cubicBezTo>
                  <a:cubicBezTo>
                    <a:pt x="379" y="347"/>
                    <a:pt x="366" y="366"/>
                    <a:pt x="353" y="385"/>
                  </a:cubicBezTo>
                  <a:cubicBezTo>
                    <a:pt x="270" y="514"/>
                    <a:pt x="187" y="635"/>
                    <a:pt x="110" y="763"/>
                  </a:cubicBezTo>
                  <a:cubicBezTo>
                    <a:pt x="52" y="860"/>
                    <a:pt x="1" y="968"/>
                    <a:pt x="14" y="1077"/>
                  </a:cubicBezTo>
                  <a:cubicBezTo>
                    <a:pt x="33" y="1199"/>
                    <a:pt x="103" y="1295"/>
                    <a:pt x="161" y="1398"/>
                  </a:cubicBezTo>
                  <a:cubicBezTo>
                    <a:pt x="392" y="1795"/>
                    <a:pt x="616" y="2192"/>
                    <a:pt x="840" y="2583"/>
                  </a:cubicBezTo>
                  <a:cubicBezTo>
                    <a:pt x="866" y="2628"/>
                    <a:pt x="891" y="2673"/>
                    <a:pt x="917" y="2711"/>
                  </a:cubicBezTo>
                  <a:cubicBezTo>
                    <a:pt x="898" y="2628"/>
                    <a:pt x="891" y="2545"/>
                    <a:pt x="891" y="2461"/>
                  </a:cubicBezTo>
                  <a:cubicBezTo>
                    <a:pt x="885" y="2320"/>
                    <a:pt x="936" y="2173"/>
                    <a:pt x="1013" y="2051"/>
                  </a:cubicBezTo>
                  <a:cubicBezTo>
                    <a:pt x="1225" y="1712"/>
                    <a:pt x="1442" y="1372"/>
                    <a:pt x="1660" y="1033"/>
                  </a:cubicBezTo>
                  <a:cubicBezTo>
                    <a:pt x="1673" y="1039"/>
                    <a:pt x="1686" y="1045"/>
                    <a:pt x="1699" y="1052"/>
                  </a:cubicBezTo>
                  <a:cubicBezTo>
                    <a:pt x="1756" y="1090"/>
                    <a:pt x="1814" y="1122"/>
                    <a:pt x="1865" y="1154"/>
                  </a:cubicBezTo>
                  <a:cubicBezTo>
                    <a:pt x="1884" y="1167"/>
                    <a:pt x="1897" y="1173"/>
                    <a:pt x="1917" y="1180"/>
                  </a:cubicBezTo>
                  <a:cubicBezTo>
                    <a:pt x="1920" y="1181"/>
                    <a:pt x="1924" y="1182"/>
                    <a:pt x="1927" y="1182"/>
                  </a:cubicBezTo>
                  <a:cubicBezTo>
                    <a:pt x="1944" y="1182"/>
                    <a:pt x="1963" y="1170"/>
                    <a:pt x="1968" y="1154"/>
                  </a:cubicBezTo>
                  <a:cubicBezTo>
                    <a:pt x="1981" y="1109"/>
                    <a:pt x="1961" y="1071"/>
                    <a:pt x="1942" y="1033"/>
                  </a:cubicBezTo>
                  <a:cubicBezTo>
                    <a:pt x="1756" y="687"/>
                    <a:pt x="1577" y="347"/>
                    <a:pt x="13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74"/>
            <p:cNvSpPr/>
            <p:nvPr/>
          </p:nvSpPr>
          <p:spPr>
            <a:xfrm>
              <a:off x="4643300" y="3399600"/>
              <a:ext cx="65075" cy="53750"/>
            </a:xfrm>
            <a:custGeom>
              <a:avLst/>
              <a:gdLst/>
              <a:ahLst/>
              <a:cxnLst/>
              <a:rect l="l" t="t" r="r" b="b"/>
              <a:pathLst>
                <a:path w="2603" h="2150" extrusionOk="0">
                  <a:moveTo>
                    <a:pt x="2602" y="1"/>
                  </a:moveTo>
                  <a:cubicBezTo>
                    <a:pt x="2480" y="135"/>
                    <a:pt x="2327" y="250"/>
                    <a:pt x="2154" y="295"/>
                  </a:cubicBezTo>
                  <a:cubicBezTo>
                    <a:pt x="2026" y="334"/>
                    <a:pt x="1891" y="340"/>
                    <a:pt x="1756" y="347"/>
                  </a:cubicBezTo>
                  <a:lnTo>
                    <a:pt x="719" y="347"/>
                  </a:lnTo>
                  <a:cubicBezTo>
                    <a:pt x="719" y="270"/>
                    <a:pt x="725" y="199"/>
                    <a:pt x="719" y="122"/>
                  </a:cubicBezTo>
                  <a:cubicBezTo>
                    <a:pt x="719" y="90"/>
                    <a:pt x="712" y="52"/>
                    <a:pt x="686" y="33"/>
                  </a:cubicBezTo>
                  <a:cubicBezTo>
                    <a:pt x="681" y="32"/>
                    <a:pt x="675" y="31"/>
                    <a:pt x="670" y="31"/>
                  </a:cubicBezTo>
                  <a:cubicBezTo>
                    <a:pt x="644" y="31"/>
                    <a:pt x="619" y="43"/>
                    <a:pt x="603" y="65"/>
                  </a:cubicBezTo>
                  <a:cubicBezTo>
                    <a:pt x="411" y="411"/>
                    <a:pt x="212" y="750"/>
                    <a:pt x="14" y="1090"/>
                  </a:cubicBezTo>
                  <a:cubicBezTo>
                    <a:pt x="7" y="1103"/>
                    <a:pt x="1" y="1109"/>
                    <a:pt x="14" y="1122"/>
                  </a:cubicBezTo>
                  <a:cubicBezTo>
                    <a:pt x="219" y="1436"/>
                    <a:pt x="424" y="1756"/>
                    <a:pt x="629" y="2070"/>
                  </a:cubicBezTo>
                  <a:cubicBezTo>
                    <a:pt x="648" y="2096"/>
                    <a:pt x="667" y="2128"/>
                    <a:pt x="693" y="2147"/>
                  </a:cubicBezTo>
                  <a:cubicBezTo>
                    <a:pt x="701" y="2149"/>
                    <a:pt x="710" y="2150"/>
                    <a:pt x="719" y="2150"/>
                  </a:cubicBezTo>
                  <a:cubicBezTo>
                    <a:pt x="736" y="2150"/>
                    <a:pt x="753" y="2147"/>
                    <a:pt x="770" y="2147"/>
                  </a:cubicBezTo>
                  <a:cubicBezTo>
                    <a:pt x="795" y="2147"/>
                    <a:pt x="808" y="2121"/>
                    <a:pt x="802" y="2102"/>
                  </a:cubicBezTo>
                  <a:cubicBezTo>
                    <a:pt x="802" y="1993"/>
                    <a:pt x="802" y="1884"/>
                    <a:pt x="802" y="1775"/>
                  </a:cubicBezTo>
                  <a:lnTo>
                    <a:pt x="1212" y="1775"/>
                  </a:lnTo>
                  <a:cubicBezTo>
                    <a:pt x="1248" y="1775"/>
                    <a:pt x="1283" y="1776"/>
                    <a:pt x="1317" y="1776"/>
                  </a:cubicBezTo>
                  <a:cubicBezTo>
                    <a:pt x="1368" y="1776"/>
                    <a:pt x="1418" y="1774"/>
                    <a:pt x="1468" y="1763"/>
                  </a:cubicBezTo>
                  <a:cubicBezTo>
                    <a:pt x="1577" y="1737"/>
                    <a:pt x="1667" y="1679"/>
                    <a:pt x="1724" y="1583"/>
                  </a:cubicBezTo>
                  <a:cubicBezTo>
                    <a:pt x="1776" y="1506"/>
                    <a:pt x="1814" y="1429"/>
                    <a:pt x="1859" y="1346"/>
                  </a:cubicBezTo>
                  <a:cubicBezTo>
                    <a:pt x="2102" y="898"/>
                    <a:pt x="2352" y="449"/>
                    <a:pt x="26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74"/>
            <p:cNvSpPr/>
            <p:nvPr/>
          </p:nvSpPr>
          <p:spPr>
            <a:xfrm>
              <a:off x="4595250" y="3409225"/>
              <a:ext cx="42000" cy="34450"/>
            </a:xfrm>
            <a:custGeom>
              <a:avLst/>
              <a:gdLst/>
              <a:ahLst/>
              <a:cxnLst/>
              <a:rect l="l" t="t" r="r" b="b"/>
              <a:pathLst>
                <a:path w="1680" h="1378" extrusionOk="0">
                  <a:moveTo>
                    <a:pt x="398" y="0"/>
                  </a:moveTo>
                  <a:cubicBezTo>
                    <a:pt x="328" y="103"/>
                    <a:pt x="257" y="205"/>
                    <a:pt x="193" y="308"/>
                  </a:cubicBezTo>
                  <a:cubicBezTo>
                    <a:pt x="135" y="391"/>
                    <a:pt x="84" y="481"/>
                    <a:pt x="52" y="577"/>
                  </a:cubicBezTo>
                  <a:cubicBezTo>
                    <a:pt x="1" y="730"/>
                    <a:pt x="1" y="891"/>
                    <a:pt x="26" y="1051"/>
                  </a:cubicBezTo>
                  <a:cubicBezTo>
                    <a:pt x="39" y="1140"/>
                    <a:pt x="71" y="1224"/>
                    <a:pt x="135" y="1294"/>
                  </a:cubicBezTo>
                  <a:cubicBezTo>
                    <a:pt x="193" y="1352"/>
                    <a:pt x="276" y="1378"/>
                    <a:pt x="353" y="1378"/>
                  </a:cubicBezTo>
                  <a:lnTo>
                    <a:pt x="1679" y="1378"/>
                  </a:lnTo>
                  <a:cubicBezTo>
                    <a:pt x="1679" y="916"/>
                    <a:pt x="1679" y="455"/>
                    <a:pt x="16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74"/>
            <p:cNvSpPr/>
            <p:nvPr/>
          </p:nvSpPr>
          <p:spPr>
            <a:xfrm>
              <a:off x="4485850" y="3198900"/>
              <a:ext cx="312525" cy="33350"/>
            </a:xfrm>
            <a:custGeom>
              <a:avLst/>
              <a:gdLst/>
              <a:ahLst/>
              <a:cxnLst/>
              <a:rect l="l" t="t" r="r" b="b"/>
              <a:pathLst>
                <a:path w="12501" h="1334" extrusionOk="0">
                  <a:moveTo>
                    <a:pt x="802" y="1"/>
                  </a:moveTo>
                  <a:cubicBezTo>
                    <a:pt x="693" y="1"/>
                    <a:pt x="597" y="20"/>
                    <a:pt x="590" y="39"/>
                  </a:cubicBezTo>
                  <a:lnTo>
                    <a:pt x="14" y="1288"/>
                  </a:lnTo>
                  <a:cubicBezTo>
                    <a:pt x="1" y="1314"/>
                    <a:pt x="90" y="1333"/>
                    <a:pt x="212" y="1333"/>
                  </a:cubicBezTo>
                  <a:lnTo>
                    <a:pt x="12296" y="1333"/>
                  </a:lnTo>
                  <a:cubicBezTo>
                    <a:pt x="12418" y="1333"/>
                    <a:pt x="12501" y="1314"/>
                    <a:pt x="12482" y="1288"/>
                  </a:cubicBezTo>
                  <a:lnTo>
                    <a:pt x="11745" y="39"/>
                  </a:lnTo>
                  <a:cubicBezTo>
                    <a:pt x="11732" y="20"/>
                    <a:pt x="11636" y="1"/>
                    <a:pt x="115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4"/>
            <p:cNvSpPr/>
            <p:nvPr/>
          </p:nvSpPr>
          <p:spPr>
            <a:xfrm>
              <a:off x="4508925" y="3242125"/>
              <a:ext cx="42800" cy="17375"/>
            </a:xfrm>
            <a:custGeom>
              <a:avLst/>
              <a:gdLst/>
              <a:ahLst/>
              <a:cxnLst/>
              <a:rect l="l" t="t" r="r" b="b"/>
              <a:pathLst>
                <a:path w="1712" h="695" extrusionOk="0">
                  <a:moveTo>
                    <a:pt x="1550" y="1"/>
                  </a:moveTo>
                  <a:cubicBezTo>
                    <a:pt x="1536" y="1"/>
                    <a:pt x="1521" y="3"/>
                    <a:pt x="1506" y="8"/>
                  </a:cubicBezTo>
                  <a:lnTo>
                    <a:pt x="122" y="412"/>
                  </a:lnTo>
                  <a:cubicBezTo>
                    <a:pt x="45" y="431"/>
                    <a:pt x="0" y="514"/>
                    <a:pt x="26" y="591"/>
                  </a:cubicBezTo>
                  <a:cubicBezTo>
                    <a:pt x="42" y="653"/>
                    <a:pt x="99" y="694"/>
                    <a:pt x="158" y="694"/>
                  </a:cubicBezTo>
                  <a:cubicBezTo>
                    <a:pt x="171" y="694"/>
                    <a:pt x="185" y="692"/>
                    <a:pt x="199" y="687"/>
                  </a:cubicBezTo>
                  <a:lnTo>
                    <a:pt x="1589" y="283"/>
                  </a:lnTo>
                  <a:cubicBezTo>
                    <a:pt x="1666" y="264"/>
                    <a:pt x="1711" y="181"/>
                    <a:pt x="1685" y="104"/>
                  </a:cubicBezTo>
                  <a:cubicBezTo>
                    <a:pt x="1670" y="42"/>
                    <a:pt x="1613" y="1"/>
                    <a:pt x="155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4"/>
            <p:cNvSpPr/>
            <p:nvPr/>
          </p:nvSpPr>
          <p:spPr>
            <a:xfrm>
              <a:off x="4488100" y="3172550"/>
              <a:ext cx="62975" cy="81100"/>
            </a:xfrm>
            <a:custGeom>
              <a:avLst/>
              <a:gdLst/>
              <a:ahLst/>
              <a:cxnLst/>
              <a:rect l="l" t="t" r="r" b="b"/>
              <a:pathLst>
                <a:path w="2519" h="3244" extrusionOk="0">
                  <a:moveTo>
                    <a:pt x="1555" y="0"/>
                  </a:moveTo>
                  <a:cubicBezTo>
                    <a:pt x="1532" y="0"/>
                    <a:pt x="1509" y="4"/>
                    <a:pt x="1487" y="10"/>
                  </a:cubicBezTo>
                  <a:lnTo>
                    <a:pt x="205" y="382"/>
                  </a:lnTo>
                  <a:cubicBezTo>
                    <a:pt x="77" y="420"/>
                    <a:pt x="0" y="555"/>
                    <a:pt x="39" y="689"/>
                  </a:cubicBezTo>
                  <a:lnTo>
                    <a:pt x="731" y="3066"/>
                  </a:lnTo>
                  <a:cubicBezTo>
                    <a:pt x="762" y="3176"/>
                    <a:pt x="858" y="3243"/>
                    <a:pt x="965" y="3243"/>
                  </a:cubicBezTo>
                  <a:cubicBezTo>
                    <a:pt x="989" y="3243"/>
                    <a:pt x="1014" y="3240"/>
                    <a:pt x="1038" y="3233"/>
                  </a:cubicBezTo>
                  <a:lnTo>
                    <a:pt x="2313" y="2861"/>
                  </a:lnTo>
                  <a:cubicBezTo>
                    <a:pt x="2448" y="2823"/>
                    <a:pt x="2518" y="2688"/>
                    <a:pt x="2486" y="2560"/>
                  </a:cubicBezTo>
                  <a:lnTo>
                    <a:pt x="1788" y="177"/>
                  </a:lnTo>
                  <a:cubicBezTo>
                    <a:pt x="1762" y="71"/>
                    <a:pt x="1661" y="0"/>
                    <a:pt x="1555" y="0"/>
                  </a:cubicBezTo>
                  <a:close/>
                </a:path>
              </a:pathLst>
            </a:custGeom>
            <a:solidFill>
              <a:srgbClr val="156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74"/>
            <p:cNvSpPr/>
            <p:nvPr/>
          </p:nvSpPr>
          <p:spPr>
            <a:xfrm>
              <a:off x="4487450" y="3168350"/>
              <a:ext cx="42800" cy="17400"/>
            </a:xfrm>
            <a:custGeom>
              <a:avLst/>
              <a:gdLst/>
              <a:ahLst/>
              <a:cxnLst/>
              <a:rect l="l" t="t" r="r" b="b"/>
              <a:pathLst>
                <a:path w="1712" h="696" extrusionOk="0">
                  <a:moveTo>
                    <a:pt x="1543" y="1"/>
                  </a:moveTo>
                  <a:cubicBezTo>
                    <a:pt x="1531" y="1"/>
                    <a:pt x="1518" y="2"/>
                    <a:pt x="1506" y="5"/>
                  </a:cubicBezTo>
                  <a:lnTo>
                    <a:pt x="123" y="409"/>
                  </a:lnTo>
                  <a:cubicBezTo>
                    <a:pt x="46" y="435"/>
                    <a:pt x="1" y="511"/>
                    <a:pt x="20" y="588"/>
                  </a:cubicBezTo>
                  <a:cubicBezTo>
                    <a:pt x="42" y="653"/>
                    <a:pt x="100" y="695"/>
                    <a:pt x="164" y="695"/>
                  </a:cubicBezTo>
                  <a:cubicBezTo>
                    <a:pt x="175" y="695"/>
                    <a:pt x="187" y="694"/>
                    <a:pt x="199" y="691"/>
                  </a:cubicBezTo>
                  <a:lnTo>
                    <a:pt x="1590" y="287"/>
                  </a:lnTo>
                  <a:cubicBezTo>
                    <a:pt x="1667" y="262"/>
                    <a:pt x="1712" y="185"/>
                    <a:pt x="1686" y="108"/>
                  </a:cubicBezTo>
                  <a:cubicBezTo>
                    <a:pt x="1670" y="43"/>
                    <a:pt x="1608" y="1"/>
                    <a:pt x="1543"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74"/>
            <p:cNvSpPr/>
            <p:nvPr/>
          </p:nvSpPr>
          <p:spPr>
            <a:xfrm>
              <a:off x="4626650" y="3156300"/>
              <a:ext cx="20700" cy="19075"/>
            </a:xfrm>
            <a:custGeom>
              <a:avLst/>
              <a:gdLst/>
              <a:ahLst/>
              <a:cxnLst/>
              <a:rect l="l" t="t" r="r" b="b"/>
              <a:pathLst>
                <a:path w="828" h="763" extrusionOk="0">
                  <a:moveTo>
                    <a:pt x="186" y="0"/>
                  </a:moveTo>
                  <a:cubicBezTo>
                    <a:pt x="135" y="167"/>
                    <a:pt x="45" y="340"/>
                    <a:pt x="1" y="519"/>
                  </a:cubicBezTo>
                  <a:lnTo>
                    <a:pt x="577" y="763"/>
                  </a:lnTo>
                  <a:cubicBezTo>
                    <a:pt x="609" y="628"/>
                    <a:pt x="827" y="289"/>
                    <a:pt x="750" y="199"/>
                  </a:cubicBezTo>
                  <a:cubicBezTo>
                    <a:pt x="705" y="141"/>
                    <a:pt x="520" y="109"/>
                    <a:pt x="455" y="90"/>
                  </a:cubicBezTo>
                  <a:cubicBezTo>
                    <a:pt x="366" y="64"/>
                    <a:pt x="276" y="13"/>
                    <a:pt x="186"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74"/>
            <p:cNvSpPr/>
            <p:nvPr/>
          </p:nvSpPr>
          <p:spPr>
            <a:xfrm>
              <a:off x="4626325" y="3148300"/>
              <a:ext cx="26150" cy="15950"/>
            </a:xfrm>
            <a:custGeom>
              <a:avLst/>
              <a:gdLst/>
              <a:ahLst/>
              <a:cxnLst/>
              <a:rect l="l" t="t" r="r" b="b"/>
              <a:pathLst>
                <a:path w="1046" h="638" extrusionOk="0">
                  <a:moveTo>
                    <a:pt x="162" y="1"/>
                  </a:moveTo>
                  <a:cubicBezTo>
                    <a:pt x="129" y="1"/>
                    <a:pt x="94" y="28"/>
                    <a:pt x="84" y="64"/>
                  </a:cubicBezTo>
                  <a:lnTo>
                    <a:pt x="20" y="243"/>
                  </a:lnTo>
                  <a:cubicBezTo>
                    <a:pt x="1" y="295"/>
                    <a:pt x="20" y="346"/>
                    <a:pt x="65" y="359"/>
                  </a:cubicBezTo>
                  <a:lnTo>
                    <a:pt x="853" y="634"/>
                  </a:lnTo>
                  <a:cubicBezTo>
                    <a:pt x="861" y="636"/>
                    <a:pt x="868" y="638"/>
                    <a:pt x="876" y="638"/>
                  </a:cubicBezTo>
                  <a:cubicBezTo>
                    <a:pt x="914" y="638"/>
                    <a:pt x="951" y="613"/>
                    <a:pt x="962" y="570"/>
                  </a:cubicBezTo>
                  <a:lnTo>
                    <a:pt x="1026" y="397"/>
                  </a:lnTo>
                  <a:cubicBezTo>
                    <a:pt x="1045" y="346"/>
                    <a:pt x="1019" y="295"/>
                    <a:pt x="981" y="275"/>
                  </a:cubicBezTo>
                  <a:lnTo>
                    <a:pt x="187" y="6"/>
                  </a:lnTo>
                  <a:cubicBezTo>
                    <a:pt x="179" y="2"/>
                    <a:pt x="170" y="1"/>
                    <a:pt x="162" y="1"/>
                  </a:cubicBezTo>
                  <a:close/>
                </a:path>
              </a:pathLst>
            </a:custGeom>
            <a:solidFill>
              <a:srgbClr val="7B5B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74"/>
            <p:cNvSpPr/>
            <p:nvPr/>
          </p:nvSpPr>
          <p:spPr>
            <a:xfrm>
              <a:off x="4568175" y="3166225"/>
              <a:ext cx="91025" cy="128350"/>
            </a:xfrm>
            <a:custGeom>
              <a:avLst/>
              <a:gdLst/>
              <a:ahLst/>
              <a:cxnLst/>
              <a:rect l="l" t="t" r="r" b="b"/>
              <a:pathLst>
                <a:path w="3641" h="5134" extrusionOk="0">
                  <a:moveTo>
                    <a:pt x="2201" y="0"/>
                  </a:moveTo>
                  <a:cubicBezTo>
                    <a:pt x="2089" y="0"/>
                    <a:pt x="1979" y="15"/>
                    <a:pt x="1878" y="45"/>
                  </a:cubicBezTo>
                  <a:cubicBezTo>
                    <a:pt x="1481" y="167"/>
                    <a:pt x="1481" y="718"/>
                    <a:pt x="1302" y="1026"/>
                  </a:cubicBezTo>
                  <a:lnTo>
                    <a:pt x="257" y="3781"/>
                  </a:lnTo>
                  <a:cubicBezTo>
                    <a:pt x="200" y="4050"/>
                    <a:pt x="1" y="4312"/>
                    <a:pt x="142" y="4601"/>
                  </a:cubicBezTo>
                  <a:cubicBezTo>
                    <a:pt x="289" y="4896"/>
                    <a:pt x="783" y="5043"/>
                    <a:pt x="1084" y="5094"/>
                  </a:cubicBezTo>
                  <a:cubicBezTo>
                    <a:pt x="1181" y="5116"/>
                    <a:pt x="1293" y="5133"/>
                    <a:pt x="1405" y="5133"/>
                  </a:cubicBezTo>
                  <a:cubicBezTo>
                    <a:pt x="1521" y="5133"/>
                    <a:pt x="1636" y="5114"/>
                    <a:pt x="1731" y="5062"/>
                  </a:cubicBezTo>
                  <a:cubicBezTo>
                    <a:pt x="1930" y="4940"/>
                    <a:pt x="3070" y="1987"/>
                    <a:pt x="3166" y="1788"/>
                  </a:cubicBezTo>
                  <a:cubicBezTo>
                    <a:pt x="3378" y="1359"/>
                    <a:pt x="3640" y="801"/>
                    <a:pt x="3243" y="411"/>
                  </a:cubicBezTo>
                  <a:cubicBezTo>
                    <a:pt x="2996" y="164"/>
                    <a:pt x="2581" y="0"/>
                    <a:pt x="2201" y="0"/>
                  </a:cubicBezTo>
                  <a:close/>
                </a:path>
              </a:pathLst>
            </a:custGeom>
            <a:solidFill>
              <a:srgbClr val="9F7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74"/>
            <p:cNvSpPr/>
            <p:nvPr/>
          </p:nvSpPr>
          <p:spPr>
            <a:xfrm>
              <a:off x="4555375" y="3183800"/>
              <a:ext cx="29325" cy="26000"/>
            </a:xfrm>
            <a:custGeom>
              <a:avLst/>
              <a:gdLst/>
              <a:ahLst/>
              <a:cxnLst/>
              <a:rect l="l" t="t" r="r" b="b"/>
              <a:pathLst>
                <a:path w="1173" h="1040" extrusionOk="0">
                  <a:moveTo>
                    <a:pt x="500" y="1"/>
                  </a:moveTo>
                  <a:cubicBezTo>
                    <a:pt x="380" y="1"/>
                    <a:pt x="268" y="43"/>
                    <a:pt x="186" y="130"/>
                  </a:cubicBezTo>
                  <a:cubicBezTo>
                    <a:pt x="0" y="316"/>
                    <a:pt x="32" y="643"/>
                    <a:pt x="250" y="861"/>
                  </a:cubicBezTo>
                  <a:cubicBezTo>
                    <a:pt x="372" y="979"/>
                    <a:pt x="524" y="1039"/>
                    <a:pt x="668" y="1039"/>
                  </a:cubicBezTo>
                  <a:cubicBezTo>
                    <a:pt x="788" y="1039"/>
                    <a:pt x="902" y="997"/>
                    <a:pt x="987" y="912"/>
                  </a:cubicBezTo>
                  <a:cubicBezTo>
                    <a:pt x="1173" y="720"/>
                    <a:pt x="1141" y="393"/>
                    <a:pt x="917" y="182"/>
                  </a:cubicBezTo>
                  <a:cubicBezTo>
                    <a:pt x="798" y="63"/>
                    <a:pt x="644" y="1"/>
                    <a:pt x="500" y="1"/>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74"/>
            <p:cNvSpPr/>
            <p:nvPr/>
          </p:nvSpPr>
          <p:spPr>
            <a:xfrm>
              <a:off x="4560500" y="3192675"/>
              <a:ext cx="17975" cy="15900"/>
            </a:xfrm>
            <a:custGeom>
              <a:avLst/>
              <a:gdLst/>
              <a:ahLst/>
              <a:cxnLst/>
              <a:rect l="l" t="t" r="r" b="b"/>
              <a:pathLst>
                <a:path w="719" h="636" extrusionOk="0">
                  <a:moveTo>
                    <a:pt x="302" y="0"/>
                  </a:moveTo>
                  <a:cubicBezTo>
                    <a:pt x="229" y="0"/>
                    <a:pt x="161" y="25"/>
                    <a:pt x="109" y="77"/>
                  </a:cubicBezTo>
                  <a:cubicBezTo>
                    <a:pt x="0" y="192"/>
                    <a:pt x="20" y="391"/>
                    <a:pt x="161" y="525"/>
                  </a:cubicBezTo>
                  <a:cubicBezTo>
                    <a:pt x="234" y="598"/>
                    <a:pt x="326" y="636"/>
                    <a:pt x="414" y="636"/>
                  </a:cubicBezTo>
                  <a:cubicBezTo>
                    <a:pt x="487" y="636"/>
                    <a:pt x="557" y="610"/>
                    <a:pt x="609" y="557"/>
                  </a:cubicBezTo>
                  <a:cubicBezTo>
                    <a:pt x="718" y="448"/>
                    <a:pt x="699" y="243"/>
                    <a:pt x="564" y="109"/>
                  </a:cubicBezTo>
                  <a:cubicBezTo>
                    <a:pt x="486" y="38"/>
                    <a:pt x="391" y="0"/>
                    <a:pt x="302" y="0"/>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74"/>
            <p:cNvSpPr/>
            <p:nvPr/>
          </p:nvSpPr>
          <p:spPr>
            <a:xfrm>
              <a:off x="4545125" y="3200350"/>
              <a:ext cx="52725" cy="97950"/>
            </a:xfrm>
            <a:custGeom>
              <a:avLst/>
              <a:gdLst/>
              <a:ahLst/>
              <a:cxnLst/>
              <a:rect l="l" t="t" r="r" b="b"/>
              <a:pathLst>
                <a:path w="2109" h="3918" extrusionOk="0">
                  <a:moveTo>
                    <a:pt x="763" y="1"/>
                  </a:moveTo>
                  <a:cubicBezTo>
                    <a:pt x="535" y="1"/>
                    <a:pt x="306" y="60"/>
                    <a:pt x="193" y="250"/>
                  </a:cubicBezTo>
                  <a:cubicBezTo>
                    <a:pt x="103" y="430"/>
                    <a:pt x="96" y="635"/>
                    <a:pt x="77" y="808"/>
                  </a:cubicBezTo>
                  <a:cubicBezTo>
                    <a:pt x="77" y="808"/>
                    <a:pt x="0" y="2710"/>
                    <a:pt x="7" y="2819"/>
                  </a:cubicBezTo>
                  <a:cubicBezTo>
                    <a:pt x="32" y="3210"/>
                    <a:pt x="45" y="3492"/>
                    <a:pt x="366" y="3736"/>
                  </a:cubicBezTo>
                  <a:cubicBezTo>
                    <a:pt x="518" y="3851"/>
                    <a:pt x="784" y="3918"/>
                    <a:pt x="1044" y="3918"/>
                  </a:cubicBezTo>
                  <a:cubicBezTo>
                    <a:pt x="1288" y="3918"/>
                    <a:pt x="1527" y="3859"/>
                    <a:pt x="1660" y="3729"/>
                  </a:cubicBezTo>
                  <a:cubicBezTo>
                    <a:pt x="2108" y="3287"/>
                    <a:pt x="1769" y="1128"/>
                    <a:pt x="1737" y="692"/>
                  </a:cubicBezTo>
                  <a:cubicBezTo>
                    <a:pt x="1711" y="276"/>
                    <a:pt x="1404" y="84"/>
                    <a:pt x="1038" y="26"/>
                  </a:cubicBezTo>
                  <a:cubicBezTo>
                    <a:pt x="952" y="11"/>
                    <a:pt x="858" y="1"/>
                    <a:pt x="763" y="1"/>
                  </a:cubicBezTo>
                  <a:close/>
                </a:path>
              </a:pathLst>
            </a:custGeom>
            <a:solidFill>
              <a:srgbClr val="93C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74"/>
            <p:cNvSpPr/>
            <p:nvPr/>
          </p:nvSpPr>
          <p:spPr>
            <a:xfrm>
              <a:off x="4552650" y="3269375"/>
              <a:ext cx="32700" cy="14275"/>
            </a:xfrm>
            <a:custGeom>
              <a:avLst/>
              <a:gdLst/>
              <a:ahLst/>
              <a:cxnLst/>
              <a:rect l="l" t="t" r="r" b="b"/>
              <a:pathLst>
                <a:path w="1308" h="571" extrusionOk="0">
                  <a:moveTo>
                    <a:pt x="548" y="0"/>
                  </a:moveTo>
                  <a:cubicBezTo>
                    <a:pt x="325" y="0"/>
                    <a:pt x="111" y="82"/>
                    <a:pt x="1" y="263"/>
                  </a:cubicBezTo>
                  <a:cubicBezTo>
                    <a:pt x="126" y="151"/>
                    <a:pt x="309" y="99"/>
                    <a:pt x="499" y="99"/>
                  </a:cubicBezTo>
                  <a:cubicBezTo>
                    <a:pt x="842" y="99"/>
                    <a:pt x="1209" y="270"/>
                    <a:pt x="1308" y="571"/>
                  </a:cubicBezTo>
                  <a:cubicBezTo>
                    <a:pt x="1296" y="215"/>
                    <a:pt x="910" y="0"/>
                    <a:pt x="548" y="0"/>
                  </a:cubicBezTo>
                  <a:close/>
                </a:path>
              </a:pathLst>
            </a:custGeom>
            <a:solidFill>
              <a:srgbClr val="76A1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74"/>
            <p:cNvSpPr/>
            <p:nvPr/>
          </p:nvSpPr>
          <p:spPr>
            <a:xfrm>
              <a:off x="4626500" y="3221450"/>
              <a:ext cx="18750" cy="41725"/>
            </a:xfrm>
            <a:custGeom>
              <a:avLst/>
              <a:gdLst/>
              <a:ahLst/>
              <a:cxnLst/>
              <a:rect l="l" t="t" r="r" b="b"/>
              <a:pathLst>
                <a:path w="750" h="1669" extrusionOk="0">
                  <a:moveTo>
                    <a:pt x="164" y="0"/>
                  </a:moveTo>
                  <a:cubicBezTo>
                    <a:pt x="148" y="0"/>
                    <a:pt x="132" y="3"/>
                    <a:pt x="115" y="8"/>
                  </a:cubicBezTo>
                  <a:cubicBezTo>
                    <a:pt x="39" y="28"/>
                    <a:pt x="0" y="111"/>
                    <a:pt x="19" y="188"/>
                  </a:cubicBezTo>
                  <a:lnTo>
                    <a:pt x="449" y="1565"/>
                  </a:lnTo>
                  <a:cubicBezTo>
                    <a:pt x="464" y="1627"/>
                    <a:pt x="522" y="1669"/>
                    <a:pt x="584" y="1669"/>
                  </a:cubicBezTo>
                  <a:cubicBezTo>
                    <a:pt x="598" y="1669"/>
                    <a:pt x="613" y="1666"/>
                    <a:pt x="628" y="1661"/>
                  </a:cubicBezTo>
                  <a:cubicBezTo>
                    <a:pt x="705" y="1642"/>
                    <a:pt x="750" y="1559"/>
                    <a:pt x="724" y="1482"/>
                  </a:cubicBezTo>
                  <a:lnTo>
                    <a:pt x="295" y="98"/>
                  </a:lnTo>
                  <a:cubicBezTo>
                    <a:pt x="280" y="37"/>
                    <a:pt x="224" y="0"/>
                    <a:pt x="164"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74"/>
            <p:cNvSpPr/>
            <p:nvPr/>
          </p:nvSpPr>
          <p:spPr>
            <a:xfrm>
              <a:off x="4631775" y="3199275"/>
              <a:ext cx="82850" cy="62375"/>
            </a:xfrm>
            <a:custGeom>
              <a:avLst/>
              <a:gdLst/>
              <a:ahLst/>
              <a:cxnLst/>
              <a:rect l="l" t="t" r="r" b="b"/>
              <a:pathLst>
                <a:path w="3314" h="2495" extrusionOk="0">
                  <a:moveTo>
                    <a:pt x="2641" y="1"/>
                  </a:moveTo>
                  <a:cubicBezTo>
                    <a:pt x="2617" y="1"/>
                    <a:pt x="2593" y="4"/>
                    <a:pt x="2570" y="11"/>
                  </a:cubicBezTo>
                  <a:lnTo>
                    <a:pt x="199" y="742"/>
                  </a:lnTo>
                  <a:cubicBezTo>
                    <a:pt x="71" y="780"/>
                    <a:pt x="1" y="921"/>
                    <a:pt x="39" y="1049"/>
                  </a:cubicBezTo>
                  <a:lnTo>
                    <a:pt x="430" y="2324"/>
                  </a:lnTo>
                  <a:cubicBezTo>
                    <a:pt x="461" y="2429"/>
                    <a:pt x="561" y="2495"/>
                    <a:pt x="666" y="2495"/>
                  </a:cubicBezTo>
                  <a:cubicBezTo>
                    <a:pt x="690" y="2495"/>
                    <a:pt x="714" y="2491"/>
                    <a:pt x="737" y="2484"/>
                  </a:cubicBezTo>
                  <a:lnTo>
                    <a:pt x="3108" y="1754"/>
                  </a:lnTo>
                  <a:cubicBezTo>
                    <a:pt x="3236" y="1715"/>
                    <a:pt x="3313" y="1575"/>
                    <a:pt x="3268" y="1446"/>
                  </a:cubicBezTo>
                  <a:lnTo>
                    <a:pt x="2877" y="178"/>
                  </a:lnTo>
                  <a:cubicBezTo>
                    <a:pt x="2846" y="68"/>
                    <a:pt x="2746" y="1"/>
                    <a:pt x="2641" y="1"/>
                  </a:cubicBezTo>
                  <a:close/>
                </a:path>
              </a:pathLst>
            </a:custGeom>
            <a:solidFill>
              <a:srgbClr val="D16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74"/>
            <p:cNvSpPr/>
            <p:nvPr/>
          </p:nvSpPr>
          <p:spPr>
            <a:xfrm>
              <a:off x="4699850" y="3198775"/>
              <a:ext cx="18775" cy="41825"/>
            </a:xfrm>
            <a:custGeom>
              <a:avLst/>
              <a:gdLst/>
              <a:ahLst/>
              <a:cxnLst/>
              <a:rect l="l" t="t" r="r" b="b"/>
              <a:pathLst>
                <a:path w="751" h="1673" extrusionOk="0">
                  <a:moveTo>
                    <a:pt x="159" y="1"/>
                  </a:moveTo>
                  <a:cubicBezTo>
                    <a:pt x="147" y="1"/>
                    <a:pt x="134" y="2"/>
                    <a:pt x="122" y="6"/>
                  </a:cubicBezTo>
                  <a:cubicBezTo>
                    <a:pt x="45" y="31"/>
                    <a:pt x="1" y="115"/>
                    <a:pt x="26" y="185"/>
                  </a:cubicBezTo>
                  <a:lnTo>
                    <a:pt x="449" y="1569"/>
                  </a:lnTo>
                  <a:cubicBezTo>
                    <a:pt x="470" y="1631"/>
                    <a:pt x="524" y="1672"/>
                    <a:pt x="585" y="1672"/>
                  </a:cubicBezTo>
                  <a:cubicBezTo>
                    <a:pt x="599" y="1672"/>
                    <a:pt x="614" y="1670"/>
                    <a:pt x="629" y="1665"/>
                  </a:cubicBezTo>
                  <a:cubicBezTo>
                    <a:pt x="705" y="1639"/>
                    <a:pt x="750" y="1562"/>
                    <a:pt x="725" y="1486"/>
                  </a:cubicBezTo>
                  <a:lnTo>
                    <a:pt x="302" y="102"/>
                  </a:lnTo>
                  <a:cubicBezTo>
                    <a:pt x="281" y="38"/>
                    <a:pt x="220" y="1"/>
                    <a:pt x="159"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74"/>
            <p:cNvSpPr/>
            <p:nvPr/>
          </p:nvSpPr>
          <p:spPr>
            <a:xfrm>
              <a:off x="4728675" y="3249000"/>
              <a:ext cx="28075" cy="27400"/>
            </a:xfrm>
            <a:custGeom>
              <a:avLst/>
              <a:gdLst/>
              <a:ahLst/>
              <a:cxnLst/>
              <a:rect l="l" t="t" r="r" b="b"/>
              <a:pathLst>
                <a:path w="1123" h="1096" extrusionOk="0">
                  <a:moveTo>
                    <a:pt x="623" y="1"/>
                  </a:moveTo>
                  <a:cubicBezTo>
                    <a:pt x="424" y="1"/>
                    <a:pt x="224" y="135"/>
                    <a:pt x="129" y="354"/>
                  </a:cubicBezTo>
                  <a:cubicBezTo>
                    <a:pt x="1" y="643"/>
                    <a:pt x="97" y="957"/>
                    <a:pt x="340" y="1059"/>
                  </a:cubicBezTo>
                  <a:cubicBezTo>
                    <a:pt x="394" y="1084"/>
                    <a:pt x="450" y="1095"/>
                    <a:pt x="506" y="1095"/>
                  </a:cubicBezTo>
                  <a:cubicBezTo>
                    <a:pt x="701" y="1095"/>
                    <a:pt x="901" y="957"/>
                    <a:pt x="1000" y="739"/>
                  </a:cubicBezTo>
                  <a:cubicBezTo>
                    <a:pt x="1122" y="457"/>
                    <a:pt x="1026" y="143"/>
                    <a:pt x="789" y="34"/>
                  </a:cubicBezTo>
                  <a:cubicBezTo>
                    <a:pt x="735" y="11"/>
                    <a:pt x="679" y="1"/>
                    <a:pt x="623"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74"/>
            <p:cNvSpPr/>
            <p:nvPr/>
          </p:nvSpPr>
          <p:spPr>
            <a:xfrm>
              <a:off x="4732200" y="3250925"/>
              <a:ext cx="17175" cy="16925"/>
            </a:xfrm>
            <a:custGeom>
              <a:avLst/>
              <a:gdLst/>
              <a:ahLst/>
              <a:cxnLst/>
              <a:rect l="l" t="t" r="r" b="b"/>
              <a:pathLst>
                <a:path w="687" h="677" extrusionOk="0">
                  <a:moveTo>
                    <a:pt x="381" y="0"/>
                  </a:moveTo>
                  <a:cubicBezTo>
                    <a:pt x="260" y="0"/>
                    <a:pt x="138" y="85"/>
                    <a:pt x="78" y="220"/>
                  </a:cubicBezTo>
                  <a:cubicBezTo>
                    <a:pt x="1" y="399"/>
                    <a:pt x="59" y="591"/>
                    <a:pt x="206" y="655"/>
                  </a:cubicBezTo>
                  <a:cubicBezTo>
                    <a:pt x="238" y="669"/>
                    <a:pt x="272" y="676"/>
                    <a:pt x="306" y="676"/>
                  </a:cubicBezTo>
                  <a:cubicBezTo>
                    <a:pt x="427" y="676"/>
                    <a:pt x="549" y="591"/>
                    <a:pt x="610" y="450"/>
                  </a:cubicBezTo>
                  <a:cubicBezTo>
                    <a:pt x="686" y="277"/>
                    <a:pt x="629" y="85"/>
                    <a:pt x="481" y="21"/>
                  </a:cubicBezTo>
                  <a:cubicBezTo>
                    <a:pt x="449" y="7"/>
                    <a:pt x="415" y="0"/>
                    <a:pt x="381"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74"/>
            <p:cNvSpPr/>
            <p:nvPr/>
          </p:nvSpPr>
          <p:spPr>
            <a:xfrm>
              <a:off x="4686725" y="3165825"/>
              <a:ext cx="68725" cy="97575"/>
            </a:xfrm>
            <a:custGeom>
              <a:avLst/>
              <a:gdLst/>
              <a:ahLst/>
              <a:cxnLst/>
              <a:rect l="l" t="t" r="r" b="b"/>
              <a:pathLst>
                <a:path w="2749" h="3903" extrusionOk="0">
                  <a:moveTo>
                    <a:pt x="1196" y="0"/>
                  </a:moveTo>
                  <a:cubicBezTo>
                    <a:pt x="836" y="0"/>
                    <a:pt x="358" y="252"/>
                    <a:pt x="199" y="516"/>
                  </a:cubicBezTo>
                  <a:cubicBezTo>
                    <a:pt x="0" y="862"/>
                    <a:pt x="90" y="1131"/>
                    <a:pt x="212" y="1503"/>
                  </a:cubicBezTo>
                  <a:cubicBezTo>
                    <a:pt x="250" y="1605"/>
                    <a:pt x="1032" y="3335"/>
                    <a:pt x="1032" y="3335"/>
                  </a:cubicBezTo>
                  <a:cubicBezTo>
                    <a:pt x="1115" y="3489"/>
                    <a:pt x="1205" y="3681"/>
                    <a:pt x="1346" y="3810"/>
                  </a:cubicBezTo>
                  <a:cubicBezTo>
                    <a:pt x="1432" y="3876"/>
                    <a:pt x="1532" y="3903"/>
                    <a:pt x="1637" y="3903"/>
                  </a:cubicBezTo>
                  <a:cubicBezTo>
                    <a:pt x="1835" y="3903"/>
                    <a:pt x="2049" y="3808"/>
                    <a:pt x="2217" y="3707"/>
                  </a:cubicBezTo>
                  <a:cubicBezTo>
                    <a:pt x="2537" y="3508"/>
                    <a:pt x="2749" y="3214"/>
                    <a:pt x="2614" y="2823"/>
                  </a:cubicBezTo>
                  <a:cubicBezTo>
                    <a:pt x="2480" y="2413"/>
                    <a:pt x="1986" y="279"/>
                    <a:pt x="1403" y="36"/>
                  </a:cubicBezTo>
                  <a:cubicBezTo>
                    <a:pt x="1342" y="11"/>
                    <a:pt x="1272" y="0"/>
                    <a:pt x="1196" y="0"/>
                  </a:cubicBezTo>
                  <a:close/>
                </a:path>
              </a:pathLst>
            </a:custGeom>
            <a:solidFill>
              <a:srgbClr val="D2B3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74"/>
            <p:cNvSpPr/>
            <p:nvPr/>
          </p:nvSpPr>
          <p:spPr>
            <a:xfrm>
              <a:off x="4696975" y="3176475"/>
              <a:ext cx="31350" cy="21825"/>
            </a:xfrm>
            <a:custGeom>
              <a:avLst/>
              <a:gdLst/>
              <a:ahLst/>
              <a:cxnLst/>
              <a:rect l="l" t="t" r="r" b="b"/>
              <a:pathLst>
                <a:path w="1254" h="873" extrusionOk="0">
                  <a:moveTo>
                    <a:pt x="1096" y="1"/>
                  </a:moveTo>
                  <a:lnTo>
                    <a:pt x="1096" y="1"/>
                  </a:lnTo>
                  <a:cubicBezTo>
                    <a:pt x="1123" y="419"/>
                    <a:pt x="621" y="809"/>
                    <a:pt x="199" y="809"/>
                  </a:cubicBezTo>
                  <a:cubicBezTo>
                    <a:pt x="130" y="809"/>
                    <a:pt x="63" y="798"/>
                    <a:pt x="0" y="776"/>
                  </a:cubicBezTo>
                  <a:lnTo>
                    <a:pt x="0" y="776"/>
                  </a:lnTo>
                  <a:cubicBezTo>
                    <a:pt x="91" y="843"/>
                    <a:pt x="199" y="872"/>
                    <a:pt x="311" y="872"/>
                  </a:cubicBezTo>
                  <a:cubicBezTo>
                    <a:pt x="748" y="872"/>
                    <a:pt x="1254" y="428"/>
                    <a:pt x="1096" y="1"/>
                  </a:cubicBezTo>
                  <a:close/>
                </a:path>
              </a:pathLst>
            </a:custGeom>
            <a:solidFill>
              <a:srgbClr val="A88E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74"/>
            <p:cNvSpPr/>
            <p:nvPr/>
          </p:nvSpPr>
          <p:spPr>
            <a:xfrm>
              <a:off x="4751600" y="3189025"/>
              <a:ext cx="42950" cy="15950"/>
            </a:xfrm>
            <a:custGeom>
              <a:avLst/>
              <a:gdLst/>
              <a:ahLst/>
              <a:cxnLst/>
              <a:rect l="l" t="t" r="r" b="b"/>
              <a:pathLst>
                <a:path w="1718" h="638" extrusionOk="0">
                  <a:moveTo>
                    <a:pt x="157" y="0"/>
                  </a:moveTo>
                  <a:cubicBezTo>
                    <a:pt x="93" y="0"/>
                    <a:pt x="36" y="42"/>
                    <a:pt x="19" y="107"/>
                  </a:cubicBezTo>
                  <a:cubicBezTo>
                    <a:pt x="0" y="184"/>
                    <a:pt x="45" y="267"/>
                    <a:pt x="122" y="287"/>
                  </a:cubicBezTo>
                  <a:lnTo>
                    <a:pt x="1525" y="633"/>
                  </a:lnTo>
                  <a:cubicBezTo>
                    <a:pt x="1537" y="636"/>
                    <a:pt x="1549" y="637"/>
                    <a:pt x="1561" y="637"/>
                  </a:cubicBezTo>
                  <a:cubicBezTo>
                    <a:pt x="1624" y="637"/>
                    <a:pt x="1682" y="595"/>
                    <a:pt x="1698" y="530"/>
                  </a:cubicBezTo>
                  <a:cubicBezTo>
                    <a:pt x="1717" y="453"/>
                    <a:pt x="1672" y="376"/>
                    <a:pt x="1595" y="357"/>
                  </a:cubicBezTo>
                  <a:lnTo>
                    <a:pt x="192" y="5"/>
                  </a:lnTo>
                  <a:cubicBezTo>
                    <a:pt x="180" y="2"/>
                    <a:pt x="168" y="0"/>
                    <a:pt x="157"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74"/>
            <p:cNvSpPr/>
            <p:nvPr/>
          </p:nvSpPr>
          <p:spPr>
            <a:xfrm>
              <a:off x="4733500" y="3194875"/>
              <a:ext cx="60875" cy="80475"/>
            </a:xfrm>
            <a:custGeom>
              <a:avLst/>
              <a:gdLst/>
              <a:ahLst/>
              <a:cxnLst/>
              <a:rect l="l" t="t" r="r" b="b"/>
              <a:pathLst>
                <a:path w="2435" h="3219" extrusionOk="0">
                  <a:moveTo>
                    <a:pt x="868" y="1"/>
                  </a:moveTo>
                  <a:cubicBezTo>
                    <a:pt x="758" y="1"/>
                    <a:pt x="661" y="73"/>
                    <a:pt x="628" y="187"/>
                  </a:cubicBezTo>
                  <a:lnTo>
                    <a:pt x="32" y="2590"/>
                  </a:lnTo>
                  <a:cubicBezTo>
                    <a:pt x="0" y="2724"/>
                    <a:pt x="77" y="2853"/>
                    <a:pt x="212" y="2891"/>
                  </a:cubicBezTo>
                  <a:lnTo>
                    <a:pt x="1499" y="3211"/>
                  </a:lnTo>
                  <a:cubicBezTo>
                    <a:pt x="1520" y="3216"/>
                    <a:pt x="1540" y="3219"/>
                    <a:pt x="1561" y="3219"/>
                  </a:cubicBezTo>
                  <a:cubicBezTo>
                    <a:pt x="1673" y="3219"/>
                    <a:pt x="1773" y="3146"/>
                    <a:pt x="1801" y="3032"/>
                  </a:cubicBezTo>
                  <a:lnTo>
                    <a:pt x="2403" y="629"/>
                  </a:lnTo>
                  <a:cubicBezTo>
                    <a:pt x="2435" y="495"/>
                    <a:pt x="2352" y="360"/>
                    <a:pt x="2223" y="328"/>
                  </a:cubicBezTo>
                  <a:lnTo>
                    <a:pt x="929" y="8"/>
                  </a:lnTo>
                  <a:cubicBezTo>
                    <a:pt x="909" y="3"/>
                    <a:pt x="888" y="1"/>
                    <a:pt x="868" y="1"/>
                  </a:cubicBezTo>
                  <a:close/>
                </a:path>
              </a:pathLst>
            </a:custGeom>
            <a:solidFill>
              <a:srgbClr val="FA74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74"/>
            <p:cNvSpPr/>
            <p:nvPr/>
          </p:nvSpPr>
          <p:spPr>
            <a:xfrm>
              <a:off x="4733000" y="3263500"/>
              <a:ext cx="42950" cy="16100"/>
            </a:xfrm>
            <a:custGeom>
              <a:avLst/>
              <a:gdLst/>
              <a:ahLst/>
              <a:cxnLst/>
              <a:rect l="l" t="t" r="r" b="b"/>
              <a:pathLst>
                <a:path w="1718" h="644" extrusionOk="0">
                  <a:moveTo>
                    <a:pt x="160" y="1"/>
                  </a:moveTo>
                  <a:cubicBezTo>
                    <a:pt x="95" y="1"/>
                    <a:pt x="37" y="48"/>
                    <a:pt x="20" y="114"/>
                  </a:cubicBezTo>
                  <a:cubicBezTo>
                    <a:pt x="1" y="191"/>
                    <a:pt x="46" y="268"/>
                    <a:pt x="123" y="287"/>
                  </a:cubicBezTo>
                  <a:lnTo>
                    <a:pt x="1526" y="639"/>
                  </a:lnTo>
                  <a:cubicBezTo>
                    <a:pt x="1537" y="642"/>
                    <a:pt x="1548" y="643"/>
                    <a:pt x="1559" y="643"/>
                  </a:cubicBezTo>
                  <a:cubicBezTo>
                    <a:pt x="1623" y="643"/>
                    <a:pt x="1682" y="596"/>
                    <a:pt x="1699" y="530"/>
                  </a:cubicBezTo>
                  <a:cubicBezTo>
                    <a:pt x="1718" y="454"/>
                    <a:pt x="1673" y="377"/>
                    <a:pt x="1596" y="357"/>
                  </a:cubicBezTo>
                  <a:lnTo>
                    <a:pt x="193" y="5"/>
                  </a:lnTo>
                  <a:cubicBezTo>
                    <a:pt x="182" y="2"/>
                    <a:pt x="171" y="1"/>
                    <a:pt x="160"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74"/>
            <p:cNvSpPr/>
            <p:nvPr/>
          </p:nvSpPr>
          <p:spPr>
            <a:xfrm>
              <a:off x="4496063" y="3251463"/>
              <a:ext cx="293400" cy="486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74"/>
            <p:cNvSpPr/>
            <p:nvPr/>
          </p:nvSpPr>
          <p:spPr>
            <a:xfrm>
              <a:off x="4490650" y="3232350"/>
              <a:ext cx="299400" cy="21300"/>
            </a:xfrm>
            <a:prstGeom prst="rect">
              <a:avLst/>
            </a:pr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2734;p79">
            <a:extLst>
              <a:ext uri="{FF2B5EF4-FFF2-40B4-BE49-F238E27FC236}">
                <a16:creationId xmlns:a16="http://schemas.microsoft.com/office/drawing/2014/main" id="{3281E6E1-0377-46E2-8282-EF9F6D1AA317}"/>
              </a:ext>
            </a:extLst>
          </p:cNvPr>
          <p:cNvSpPr txBox="1">
            <a:spLocks noGrp="1"/>
          </p:cNvSpPr>
          <p:nvPr>
            <p:ph type="title"/>
          </p:nvPr>
        </p:nvSpPr>
        <p:spPr>
          <a:xfrm>
            <a:off x="964453" y="345375"/>
            <a:ext cx="2815283" cy="56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latin typeface="Bahnschrift" panose="020B0502040204020203" pitchFamily="34" charset="0"/>
              </a:rPr>
              <a:t>Навигация</a:t>
            </a:r>
            <a:endParaRPr dirty="0">
              <a:latin typeface="Bahnschrift" panose="020B0502040204020203" pitchFamily="34" charset="0"/>
            </a:endParaRPr>
          </a:p>
        </p:txBody>
      </p:sp>
      <p:sp>
        <p:nvSpPr>
          <p:cNvPr id="45" name="TextBox 44">
            <a:extLst>
              <a:ext uri="{FF2B5EF4-FFF2-40B4-BE49-F238E27FC236}">
                <a16:creationId xmlns:a16="http://schemas.microsoft.com/office/drawing/2014/main" id="{8D988215-1701-4D09-ABF4-743083ADA16C}"/>
              </a:ext>
            </a:extLst>
          </p:cNvPr>
          <p:cNvSpPr txBox="1"/>
          <p:nvPr/>
        </p:nvSpPr>
        <p:spPr>
          <a:xfrm>
            <a:off x="407223" y="3802034"/>
            <a:ext cx="2865379"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Локализация по </a:t>
            </a:r>
            <a:r>
              <a:rPr lang="ru-RU" sz="1800" b="1" dirty="0" err="1">
                <a:solidFill>
                  <a:schemeClr val="accent6">
                    <a:lumMod val="25000"/>
                  </a:schemeClr>
                </a:solidFill>
                <a:latin typeface="Bahnschrift" panose="020B0502040204020203" pitchFamily="34" charset="0"/>
                <a:cs typeface="Times New Roman" panose="02020603050405020304" pitchFamily="18" charset="0"/>
              </a:rPr>
              <a:t>лидару</a:t>
            </a:r>
            <a:endParaRPr lang="ru-RU" sz="1800" b="1" dirty="0">
              <a:solidFill>
                <a:schemeClr val="accent6">
                  <a:lumMod val="25000"/>
                </a:schemeClr>
              </a:solidFill>
              <a:latin typeface="Bahnschrift" panose="020B0502040204020203" pitchFamily="34" charset="0"/>
              <a:cs typeface="Times New Roman" panose="02020603050405020304" pitchFamily="18" charset="0"/>
            </a:endParaRPr>
          </a:p>
        </p:txBody>
      </p:sp>
      <p:pic>
        <p:nvPicPr>
          <p:cNvPr id="46" name="Рисунок 45">
            <a:extLst>
              <a:ext uri="{FF2B5EF4-FFF2-40B4-BE49-F238E27FC236}">
                <a16:creationId xmlns:a16="http://schemas.microsoft.com/office/drawing/2014/main" id="{6E5D0DD8-E554-4CA6-B594-E15789A6C097}"/>
              </a:ext>
            </a:extLst>
          </p:cNvPr>
          <p:cNvPicPr>
            <a:picLocks noChangeAspect="1"/>
          </p:cNvPicPr>
          <p:nvPr/>
        </p:nvPicPr>
        <p:blipFill rotWithShape="1">
          <a:blip r:embed="rId4"/>
          <a:srcRect r="610"/>
          <a:stretch/>
        </p:blipFill>
        <p:spPr>
          <a:xfrm>
            <a:off x="3948454" y="1186707"/>
            <a:ext cx="3008324" cy="2406408"/>
          </a:xfrm>
          <a:prstGeom prst="rect">
            <a:avLst/>
          </a:prstGeom>
          <a:ln>
            <a:noFill/>
          </a:ln>
          <a:effectLst>
            <a:outerShdw blurRad="292100" dist="139700" dir="2700000" algn="tl" rotWithShape="0">
              <a:srgbClr val="333333">
                <a:alpha val="65000"/>
              </a:srgbClr>
            </a:outerShdw>
          </a:effectLst>
        </p:spPr>
      </p:pic>
      <p:sp>
        <p:nvSpPr>
          <p:cNvPr id="47" name="TextBox 46">
            <a:extLst>
              <a:ext uri="{FF2B5EF4-FFF2-40B4-BE49-F238E27FC236}">
                <a16:creationId xmlns:a16="http://schemas.microsoft.com/office/drawing/2014/main" id="{ECD3FC13-1B71-40E7-A0E1-949D0F716BA4}"/>
              </a:ext>
            </a:extLst>
          </p:cNvPr>
          <p:cNvSpPr txBox="1"/>
          <p:nvPr/>
        </p:nvSpPr>
        <p:spPr>
          <a:xfrm>
            <a:off x="3556170" y="3818530"/>
            <a:ext cx="3712916" cy="369332"/>
          </a:xfrm>
          <a:prstGeom prst="rect">
            <a:avLst/>
          </a:prstGeom>
          <a:noFill/>
        </p:spPr>
        <p:txBody>
          <a:bodyPr wrap="square">
            <a:spAutoFit/>
          </a:bodyPr>
          <a:lstStyle/>
          <a:p>
            <a:pPr algn="ctr"/>
            <a:r>
              <a:rPr lang="ru-RU" sz="1800" b="1" dirty="0">
                <a:solidFill>
                  <a:schemeClr val="accent6">
                    <a:lumMod val="25000"/>
                  </a:schemeClr>
                </a:solidFill>
                <a:latin typeface="Bahnschrift" panose="020B0502040204020203" pitchFamily="34" charset="0"/>
                <a:cs typeface="Times New Roman" panose="02020603050405020304" pitchFamily="18" charset="0"/>
              </a:rPr>
              <a:t>Локализация по </a:t>
            </a:r>
            <a:r>
              <a:rPr lang="en-US" sz="1800" b="1" dirty="0" err="1">
                <a:solidFill>
                  <a:schemeClr val="accent6">
                    <a:lumMod val="25000"/>
                  </a:schemeClr>
                </a:solidFill>
                <a:latin typeface="Bahnschrift" panose="020B0502040204020203" pitchFamily="34" charset="0"/>
                <a:cs typeface="Times New Roman" panose="02020603050405020304" pitchFamily="18" charset="0"/>
              </a:rPr>
              <a:t>ArUco</a:t>
            </a:r>
            <a:r>
              <a:rPr lang="en-US" sz="1800" b="1" dirty="0">
                <a:solidFill>
                  <a:schemeClr val="accent6">
                    <a:lumMod val="25000"/>
                  </a:schemeClr>
                </a:solidFill>
                <a:latin typeface="Bahnschrift" panose="020B0502040204020203" pitchFamily="34" charset="0"/>
                <a:cs typeface="Times New Roman" panose="02020603050405020304" pitchFamily="18" charset="0"/>
              </a:rPr>
              <a:t> </a:t>
            </a:r>
            <a:r>
              <a:rPr lang="ru-RU" sz="1800" b="1" dirty="0">
                <a:solidFill>
                  <a:schemeClr val="accent6">
                    <a:lumMod val="25000"/>
                  </a:schemeClr>
                </a:solidFill>
                <a:latin typeface="Bahnschrift" panose="020B0502040204020203" pitchFamily="34" charset="0"/>
                <a:cs typeface="Times New Roman" panose="02020603050405020304" pitchFamily="18" charset="0"/>
              </a:rPr>
              <a:t>маркеру</a:t>
            </a:r>
            <a:r>
              <a:rPr lang="en-US" sz="1800" b="1" dirty="0">
                <a:solidFill>
                  <a:schemeClr val="accent6">
                    <a:lumMod val="25000"/>
                  </a:schemeClr>
                </a:solidFill>
                <a:latin typeface="Bahnschrift" panose="020B0502040204020203" pitchFamily="34" charset="0"/>
                <a:cs typeface="Times New Roman" panose="02020603050405020304" pitchFamily="18" charset="0"/>
              </a:rPr>
              <a:t> </a:t>
            </a:r>
            <a:endParaRPr lang="ru-RU" sz="1800" b="1" dirty="0">
              <a:solidFill>
                <a:schemeClr val="accent6">
                  <a:lumMod val="25000"/>
                </a:schemeClr>
              </a:solidFill>
              <a:latin typeface="Bahnschrift" panose="020B0502040204020203"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49"/>
          <p:cNvSpPr txBox="1">
            <a:spLocks noGrp="1"/>
          </p:cNvSpPr>
          <p:nvPr>
            <p:ph type="title"/>
          </p:nvPr>
        </p:nvSpPr>
        <p:spPr>
          <a:xfrm>
            <a:off x="713224" y="280138"/>
            <a:ext cx="4136221" cy="110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sz="3000" dirty="0">
                <a:latin typeface="Montserrat" panose="00000500000000000000" pitchFamily="2" charset="-52"/>
              </a:rPr>
              <a:t>Итоги реализации</a:t>
            </a:r>
            <a:endParaRPr sz="3000" dirty="0">
              <a:latin typeface="Montserrat" panose="00000500000000000000" pitchFamily="2" charset="-52"/>
            </a:endParaRPr>
          </a:p>
        </p:txBody>
      </p:sp>
      <p:grpSp>
        <p:nvGrpSpPr>
          <p:cNvPr id="1054" name="Google Shape;1054;p49"/>
          <p:cNvGrpSpPr/>
          <p:nvPr/>
        </p:nvGrpSpPr>
        <p:grpSpPr>
          <a:xfrm flipH="1">
            <a:off x="7470190" y="1988640"/>
            <a:ext cx="1212948" cy="2469648"/>
            <a:chOff x="4147275" y="2403700"/>
            <a:chExt cx="654975" cy="1333575"/>
          </a:xfrm>
        </p:grpSpPr>
        <p:sp>
          <p:nvSpPr>
            <p:cNvPr id="1055" name="Google Shape;1055;p49"/>
            <p:cNvSpPr/>
            <p:nvPr/>
          </p:nvSpPr>
          <p:spPr>
            <a:xfrm>
              <a:off x="4260100" y="3078850"/>
              <a:ext cx="140675" cy="295025"/>
            </a:xfrm>
            <a:custGeom>
              <a:avLst/>
              <a:gdLst/>
              <a:ahLst/>
              <a:cxnLst/>
              <a:rect l="l" t="t" r="r" b="b"/>
              <a:pathLst>
                <a:path w="5627" h="11801" extrusionOk="0">
                  <a:moveTo>
                    <a:pt x="1768" y="0"/>
                  </a:moveTo>
                  <a:cubicBezTo>
                    <a:pt x="1192" y="0"/>
                    <a:pt x="767" y="124"/>
                    <a:pt x="704" y="471"/>
                  </a:cubicBezTo>
                  <a:cubicBezTo>
                    <a:pt x="0" y="4315"/>
                    <a:pt x="809" y="10492"/>
                    <a:pt x="809" y="10492"/>
                  </a:cubicBezTo>
                  <a:cubicBezTo>
                    <a:pt x="844" y="11290"/>
                    <a:pt x="1970" y="11735"/>
                    <a:pt x="2767" y="11794"/>
                  </a:cubicBezTo>
                  <a:cubicBezTo>
                    <a:pt x="2818" y="11799"/>
                    <a:pt x="2869" y="11801"/>
                    <a:pt x="2919" y="11801"/>
                  </a:cubicBezTo>
                  <a:cubicBezTo>
                    <a:pt x="3699" y="11801"/>
                    <a:pt x="4368" y="11216"/>
                    <a:pt x="4478" y="10434"/>
                  </a:cubicBezTo>
                  <a:lnTo>
                    <a:pt x="5627" y="787"/>
                  </a:lnTo>
                  <a:cubicBezTo>
                    <a:pt x="5627" y="787"/>
                    <a:pt x="3218" y="0"/>
                    <a:pt x="1768" y="0"/>
                  </a:cubicBez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9"/>
            <p:cNvSpPr/>
            <p:nvPr/>
          </p:nvSpPr>
          <p:spPr>
            <a:xfrm>
              <a:off x="4178350" y="3318300"/>
              <a:ext cx="188450" cy="329975"/>
            </a:xfrm>
            <a:custGeom>
              <a:avLst/>
              <a:gdLst/>
              <a:ahLst/>
              <a:cxnLst/>
              <a:rect l="l" t="t" r="r" b="b"/>
              <a:pathLst>
                <a:path w="7538" h="13199" extrusionOk="0">
                  <a:moveTo>
                    <a:pt x="4525" y="0"/>
                  </a:moveTo>
                  <a:cubicBezTo>
                    <a:pt x="1958" y="2919"/>
                    <a:pt x="0" y="12355"/>
                    <a:pt x="0" y="12355"/>
                  </a:cubicBezTo>
                  <a:lnTo>
                    <a:pt x="1993" y="13199"/>
                  </a:lnTo>
                  <a:lnTo>
                    <a:pt x="7537" y="1454"/>
                  </a:lnTo>
                  <a:lnTo>
                    <a:pt x="4525" y="0"/>
                  </a:ln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9"/>
            <p:cNvSpPr/>
            <p:nvPr/>
          </p:nvSpPr>
          <p:spPr>
            <a:xfrm>
              <a:off x="4391100" y="3080350"/>
              <a:ext cx="210425" cy="282150"/>
            </a:xfrm>
            <a:custGeom>
              <a:avLst/>
              <a:gdLst/>
              <a:ahLst/>
              <a:cxnLst/>
              <a:rect l="l" t="t" r="r" b="b"/>
              <a:pathLst>
                <a:path w="8417" h="11286" extrusionOk="0">
                  <a:moveTo>
                    <a:pt x="4419" y="0"/>
                  </a:moveTo>
                  <a:lnTo>
                    <a:pt x="0" y="2204"/>
                  </a:lnTo>
                  <a:lnTo>
                    <a:pt x="4911" y="10725"/>
                  </a:lnTo>
                  <a:cubicBezTo>
                    <a:pt x="5167" y="11119"/>
                    <a:pt x="5704" y="11285"/>
                    <a:pt x="6248" y="11285"/>
                  </a:cubicBezTo>
                  <a:cubicBezTo>
                    <a:pt x="6627" y="11285"/>
                    <a:pt x="7009" y="11205"/>
                    <a:pt x="7303" y="11065"/>
                  </a:cubicBezTo>
                  <a:cubicBezTo>
                    <a:pt x="8076" y="10702"/>
                    <a:pt x="8416" y="9799"/>
                    <a:pt x="8100" y="9014"/>
                  </a:cubicBezTo>
                  <a:lnTo>
                    <a:pt x="4419" y="0"/>
                  </a:ln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9"/>
            <p:cNvSpPr/>
            <p:nvPr/>
          </p:nvSpPr>
          <p:spPr>
            <a:xfrm>
              <a:off x="4490125" y="3321525"/>
              <a:ext cx="106400" cy="329400"/>
            </a:xfrm>
            <a:custGeom>
              <a:avLst/>
              <a:gdLst/>
              <a:ahLst/>
              <a:cxnLst/>
              <a:rect l="l" t="t" r="r" b="b"/>
              <a:pathLst>
                <a:path w="4256" h="13176" extrusionOk="0">
                  <a:moveTo>
                    <a:pt x="4256" y="0"/>
                  </a:moveTo>
                  <a:lnTo>
                    <a:pt x="880" y="59"/>
                  </a:lnTo>
                  <a:cubicBezTo>
                    <a:pt x="1" y="3200"/>
                    <a:pt x="1337" y="13152"/>
                    <a:pt x="1337" y="13152"/>
                  </a:cubicBezTo>
                  <a:lnTo>
                    <a:pt x="3775" y="13175"/>
                  </a:lnTo>
                  <a:lnTo>
                    <a:pt x="4256" y="0"/>
                  </a:ln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9"/>
            <p:cNvSpPr/>
            <p:nvPr/>
          </p:nvSpPr>
          <p:spPr>
            <a:xfrm>
              <a:off x="4215550" y="2921525"/>
              <a:ext cx="328525" cy="272525"/>
            </a:xfrm>
            <a:custGeom>
              <a:avLst/>
              <a:gdLst/>
              <a:ahLst/>
              <a:cxnLst/>
              <a:rect l="l" t="t" r="r" b="b"/>
              <a:pathLst>
                <a:path w="13141" h="10901" extrusionOk="0">
                  <a:moveTo>
                    <a:pt x="10351" y="0"/>
                  </a:moveTo>
                  <a:lnTo>
                    <a:pt x="3939" y="586"/>
                  </a:lnTo>
                  <a:lnTo>
                    <a:pt x="3142" y="516"/>
                  </a:lnTo>
                  <a:cubicBezTo>
                    <a:pt x="1" y="4138"/>
                    <a:pt x="1525" y="8018"/>
                    <a:pt x="1630" y="10702"/>
                  </a:cubicBezTo>
                  <a:cubicBezTo>
                    <a:pt x="1630" y="10702"/>
                    <a:pt x="3476" y="10900"/>
                    <a:pt x="5091" y="10900"/>
                  </a:cubicBezTo>
                  <a:cubicBezTo>
                    <a:pt x="5830" y="10900"/>
                    <a:pt x="6521" y="10859"/>
                    <a:pt x="6963" y="10737"/>
                  </a:cubicBezTo>
                  <a:cubicBezTo>
                    <a:pt x="7040" y="10714"/>
                    <a:pt x="7072" y="10714"/>
                    <a:pt x="7108" y="10714"/>
                  </a:cubicBezTo>
                  <a:cubicBezTo>
                    <a:pt x="7145" y="10714"/>
                    <a:pt x="7186" y="10714"/>
                    <a:pt x="7280" y="10690"/>
                  </a:cubicBezTo>
                  <a:lnTo>
                    <a:pt x="7432" y="9413"/>
                  </a:lnTo>
                  <a:lnTo>
                    <a:pt x="8042" y="10468"/>
                  </a:lnTo>
                  <a:cubicBezTo>
                    <a:pt x="10058" y="10010"/>
                    <a:pt x="13141" y="9413"/>
                    <a:pt x="13141" y="9413"/>
                  </a:cubicBezTo>
                  <a:cubicBezTo>
                    <a:pt x="13141" y="9413"/>
                    <a:pt x="12895" y="3775"/>
                    <a:pt x="10867" y="1536"/>
                  </a:cubicBezTo>
                  <a:lnTo>
                    <a:pt x="103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9"/>
            <p:cNvSpPr/>
            <p:nvPr/>
          </p:nvSpPr>
          <p:spPr>
            <a:xfrm>
              <a:off x="4400750" y="3051325"/>
              <a:ext cx="40775" cy="106400"/>
            </a:xfrm>
            <a:custGeom>
              <a:avLst/>
              <a:gdLst/>
              <a:ahLst/>
              <a:cxnLst/>
              <a:rect l="l" t="t" r="r" b="b"/>
              <a:pathLst>
                <a:path w="1631" h="4256" fill="none" extrusionOk="0">
                  <a:moveTo>
                    <a:pt x="1" y="4256"/>
                  </a:moveTo>
                  <a:lnTo>
                    <a:pt x="270" y="880"/>
                  </a:lnTo>
                  <a:lnTo>
                    <a:pt x="1630" y="1"/>
                  </a:lnTo>
                </a:path>
              </a:pathLst>
            </a:custGeom>
            <a:noFill/>
            <a:ln w="2350" cap="rnd" cmpd="sng">
              <a:solidFill>
                <a:srgbClr val="3A0F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9"/>
            <p:cNvSpPr/>
            <p:nvPr/>
          </p:nvSpPr>
          <p:spPr>
            <a:xfrm>
              <a:off x="4516500" y="3577925"/>
              <a:ext cx="185500" cy="148625"/>
            </a:xfrm>
            <a:custGeom>
              <a:avLst/>
              <a:gdLst/>
              <a:ahLst/>
              <a:cxnLst/>
              <a:rect l="l" t="t" r="r" b="b"/>
              <a:pathLst>
                <a:path w="7420" h="5945" extrusionOk="0">
                  <a:moveTo>
                    <a:pt x="2955" y="0"/>
                  </a:moveTo>
                  <a:cubicBezTo>
                    <a:pt x="1970" y="47"/>
                    <a:pt x="985" y="94"/>
                    <a:pt x="1" y="141"/>
                  </a:cubicBezTo>
                  <a:lnTo>
                    <a:pt x="259" y="3318"/>
                  </a:lnTo>
                  <a:cubicBezTo>
                    <a:pt x="224" y="3658"/>
                    <a:pt x="188" y="4044"/>
                    <a:pt x="118" y="4455"/>
                  </a:cubicBezTo>
                  <a:cubicBezTo>
                    <a:pt x="28" y="5005"/>
                    <a:pt x="527" y="5718"/>
                    <a:pt x="1528" y="5718"/>
                  </a:cubicBezTo>
                  <a:cubicBezTo>
                    <a:pt x="1700" y="5718"/>
                    <a:pt x="1887" y="5697"/>
                    <a:pt x="2087" y="5650"/>
                  </a:cubicBezTo>
                  <a:cubicBezTo>
                    <a:pt x="2290" y="5601"/>
                    <a:pt x="2495" y="5582"/>
                    <a:pt x="2708" y="5582"/>
                  </a:cubicBezTo>
                  <a:cubicBezTo>
                    <a:pt x="3518" y="5582"/>
                    <a:pt x="4435" y="5869"/>
                    <a:pt x="5698" y="5943"/>
                  </a:cubicBezTo>
                  <a:cubicBezTo>
                    <a:pt x="5708" y="5944"/>
                    <a:pt x="5719" y="5944"/>
                    <a:pt x="5730" y="5944"/>
                  </a:cubicBezTo>
                  <a:cubicBezTo>
                    <a:pt x="6335" y="5944"/>
                    <a:pt x="7419" y="4992"/>
                    <a:pt x="5358" y="4888"/>
                  </a:cubicBezTo>
                  <a:lnTo>
                    <a:pt x="2779" y="3787"/>
                  </a:lnTo>
                  <a:cubicBezTo>
                    <a:pt x="2779" y="3787"/>
                    <a:pt x="2849" y="2169"/>
                    <a:pt x="2955" y="0"/>
                  </a:cubicBez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9"/>
            <p:cNvSpPr/>
            <p:nvPr/>
          </p:nvSpPr>
          <p:spPr>
            <a:xfrm>
              <a:off x="4147275" y="3542750"/>
              <a:ext cx="162450" cy="194525"/>
            </a:xfrm>
            <a:custGeom>
              <a:avLst/>
              <a:gdLst/>
              <a:ahLst/>
              <a:cxnLst/>
              <a:rect l="l" t="t" r="r" b="b"/>
              <a:pathLst>
                <a:path w="6498" h="7781" extrusionOk="0">
                  <a:moveTo>
                    <a:pt x="2615" y="1"/>
                  </a:moveTo>
                  <a:lnTo>
                    <a:pt x="1138" y="3236"/>
                  </a:lnTo>
                  <a:cubicBezTo>
                    <a:pt x="985" y="3529"/>
                    <a:pt x="692" y="3588"/>
                    <a:pt x="352" y="4115"/>
                  </a:cubicBezTo>
                  <a:cubicBezTo>
                    <a:pt x="1" y="4666"/>
                    <a:pt x="294" y="5733"/>
                    <a:pt x="1689" y="5991"/>
                  </a:cubicBezTo>
                  <a:cubicBezTo>
                    <a:pt x="2661" y="6166"/>
                    <a:pt x="3458" y="6987"/>
                    <a:pt x="4877" y="7702"/>
                  </a:cubicBezTo>
                  <a:cubicBezTo>
                    <a:pt x="4983" y="7755"/>
                    <a:pt x="5125" y="7781"/>
                    <a:pt x="5270" y="7781"/>
                  </a:cubicBezTo>
                  <a:cubicBezTo>
                    <a:pt x="5859" y="7781"/>
                    <a:pt x="6497" y="7353"/>
                    <a:pt x="4982" y="6600"/>
                  </a:cubicBezTo>
                  <a:lnTo>
                    <a:pt x="3177" y="4490"/>
                  </a:lnTo>
                  <a:cubicBezTo>
                    <a:pt x="3177" y="4490"/>
                    <a:pt x="3845" y="2638"/>
                    <a:pt x="4818" y="704"/>
                  </a:cubicBezTo>
                  <a:cubicBezTo>
                    <a:pt x="3130" y="59"/>
                    <a:pt x="2990" y="142"/>
                    <a:pt x="2615" y="1"/>
                  </a:cubicBez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9"/>
            <p:cNvSpPr/>
            <p:nvPr/>
          </p:nvSpPr>
          <p:spPr>
            <a:xfrm>
              <a:off x="4428900" y="2441525"/>
              <a:ext cx="53925" cy="82350"/>
            </a:xfrm>
            <a:custGeom>
              <a:avLst/>
              <a:gdLst/>
              <a:ahLst/>
              <a:cxnLst/>
              <a:rect l="l" t="t" r="r" b="b"/>
              <a:pathLst>
                <a:path w="2157" h="3294" extrusionOk="0">
                  <a:moveTo>
                    <a:pt x="281" y="0"/>
                  </a:moveTo>
                  <a:lnTo>
                    <a:pt x="0" y="3294"/>
                  </a:lnTo>
                  <a:cubicBezTo>
                    <a:pt x="0" y="3294"/>
                    <a:pt x="2157" y="1688"/>
                    <a:pt x="281" y="0"/>
                  </a:cubicBezTo>
                  <a:close/>
                </a:path>
              </a:pathLst>
            </a:custGeom>
            <a:solidFill>
              <a:srgbClr val="1412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9"/>
            <p:cNvSpPr/>
            <p:nvPr/>
          </p:nvSpPr>
          <p:spPr>
            <a:xfrm>
              <a:off x="4289100" y="2412075"/>
              <a:ext cx="150650" cy="148150"/>
            </a:xfrm>
            <a:custGeom>
              <a:avLst/>
              <a:gdLst/>
              <a:ahLst/>
              <a:cxnLst/>
              <a:rect l="l" t="t" r="r" b="b"/>
              <a:pathLst>
                <a:path w="6026" h="5926" extrusionOk="0">
                  <a:moveTo>
                    <a:pt x="3602" y="1"/>
                  </a:moveTo>
                  <a:cubicBezTo>
                    <a:pt x="2716" y="1"/>
                    <a:pt x="1830" y="369"/>
                    <a:pt x="1419" y="1190"/>
                  </a:cubicBezTo>
                  <a:cubicBezTo>
                    <a:pt x="1" y="4003"/>
                    <a:pt x="2486" y="5925"/>
                    <a:pt x="2486" y="5925"/>
                  </a:cubicBezTo>
                  <a:lnTo>
                    <a:pt x="6026" y="1776"/>
                  </a:lnTo>
                  <a:cubicBezTo>
                    <a:pt x="5979" y="662"/>
                    <a:pt x="4790" y="1"/>
                    <a:pt x="3602" y="1"/>
                  </a:cubicBezTo>
                  <a:close/>
                </a:path>
              </a:pathLst>
            </a:custGeom>
            <a:solidFill>
              <a:srgbClr val="1412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9"/>
            <p:cNvSpPr/>
            <p:nvPr/>
          </p:nvSpPr>
          <p:spPr>
            <a:xfrm>
              <a:off x="4324275" y="2425725"/>
              <a:ext cx="133650" cy="143500"/>
            </a:xfrm>
            <a:custGeom>
              <a:avLst/>
              <a:gdLst/>
              <a:ahLst/>
              <a:cxnLst/>
              <a:rect l="l" t="t" r="r" b="b"/>
              <a:pathLst>
                <a:path w="5346" h="5740" extrusionOk="0">
                  <a:moveTo>
                    <a:pt x="2423" y="0"/>
                  </a:moveTo>
                  <a:cubicBezTo>
                    <a:pt x="2213" y="0"/>
                    <a:pt x="2005" y="33"/>
                    <a:pt x="1806" y="105"/>
                  </a:cubicBezTo>
                  <a:cubicBezTo>
                    <a:pt x="1642" y="175"/>
                    <a:pt x="1489" y="257"/>
                    <a:pt x="1337" y="374"/>
                  </a:cubicBezTo>
                  <a:cubicBezTo>
                    <a:pt x="0" y="1406"/>
                    <a:pt x="516" y="3762"/>
                    <a:pt x="1501" y="4899"/>
                  </a:cubicBezTo>
                  <a:cubicBezTo>
                    <a:pt x="1938" y="5412"/>
                    <a:pt x="2583" y="5740"/>
                    <a:pt x="3236" y="5740"/>
                  </a:cubicBezTo>
                  <a:cubicBezTo>
                    <a:pt x="3388" y="5740"/>
                    <a:pt x="3542" y="5722"/>
                    <a:pt x="3693" y="5684"/>
                  </a:cubicBezTo>
                  <a:cubicBezTo>
                    <a:pt x="4865" y="5379"/>
                    <a:pt x="5346" y="4149"/>
                    <a:pt x="5240" y="2988"/>
                  </a:cubicBezTo>
                  <a:cubicBezTo>
                    <a:pt x="5158" y="2121"/>
                    <a:pt x="4783" y="1277"/>
                    <a:pt x="4138" y="703"/>
                  </a:cubicBezTo>
                  <a:cubicBezTo>
                    <a:pt x="3666" y="283"/>
                    <a:pt x="3038" y="0"/>
                    <a:pt x="2423" y="0"/>
                  </a:cubicBezTo>
                  <a:close/>
                </a:path>
              </a:pathLst>
            </a:custGeom>
            <a:solidFill>
              <a:srgbClr val="E079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9"/>
            <p:cNvSpPr/>
            <p:nvPr/>
          </p:nvSpPr>
          <p:spPr>
            <a:xfrm>
              <a:off x="4317525" y="2493325"/>
              <a:ext cx="36075" cy="41175"/>
            </a:xfrm>
            <a:custGeom>
              <a:avLst/>
              <a:gdLst/>
              <a:ahLst/>
              <a:cxnLst/>
              <a:rect l="l" t="t" r="r" b="b"/>
              <a:pathLst>
                <a:path w="1443" h="1647" extrusionOk="0">
                  <a:moveTo>
                    <a:pt x="618" y="1"/>
                  </a:moveTo>
                  <a:cubicBezTo>
                    <a:pt x="515" y="1"/>
                    <a:pt x="412" y="28"/>
                    <a:pt x="329" y="85"/>
                  </a:cubicBezTo>
                  <a:cubicBezTo>
                    <a:pt x="106" y="237"/>
                    <a:pt x="1" y="542"/>
                    <a:pt x="36" y="835"/>
                  </a:cubicBezTo>
                  <a:cubicBezTo>
                    <a:pt x="71" y="1152"/>
                    <a:pt x="282" y="1445"/>
                    <a:pt x="552" y="1574"/>
                  </a:cubicBezTo>
                  <a:cubicBezTo>
                    <a:pt x="655" y="1623"/>
                    <a:pt x="774" y="1646"/>
                    <a:pt x="896" y="1646"/>
                  </a:cubicBezTo>
                  <a:cubicBezTo>
                    <a:pt x="1094" y="1646"/>
                    <a:pt x="1298" y="1584"/>
                    <a:pt x="1443" y="1468"/>
                  </a:cubicBezTo>
                  <a:lnTo>
                    <a:pt x="1068" y="226"/>
                  </a:lnTo>
                  <a:cubicBezTo>
                    <a:pt x="972" y="79"/>
                    <a:pt x="793" y="1"/>
                    <a:pt x="618" y="1"/>
                  </a:cubicBezTo>
                  <a:close/>
                </a:path>
              </a:pathLst>
            </a:custGeom>
            <a:solidFill>
              <a:srgbClr val="E079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9"/>
            <p:cNvSpPr/>
            <p:nvPr/>
          </p:nvSpPr>
          <p:spPr>
            <a:xfrm>
              <a:off x="4341275" y="2510675"/>
              <a:ext cx="72075" cy="138375"/>
            </a:xfrm>
            <a:custGeom>
              <a:avLst/>
              <a:gdLst/>
              <a:ahLst/>
              <a:cxnLst/>
              <a:rect l="l" t="t" r="r" b="b"/>
              <a:pathLst>
                <a:path w="2883" h="5535" extrusionOk="0">
                  <a:moveTo>
                    <a:pt x="258" y="1"/>
                  </a:moveTo>
                  <a:lnTo>
                    <a:pt x="47" y="4033"/>
                  </a:lnTo>
                  <a:cubicBezTo>
                    <a:pt x="0" y="4771"/>
                    <a:pt x="540" y="5428"/>
                    <a:pt x="1278" y="5521"/>
                  </a:cubicBezTo>
                  <a:cubicBezTo>
                    <a:pt x="1343" y="5530"/>
                    <a:pt x="1407" y="5535"/>
                    <a:pt x="1470" y="5535"/>
                  </a:cubicBezTo>
                  <a:cubicBezTo>
                    <a:pt x="2243" y="5535"/>
                    <a:pt x="2883" y="4893"/>
                    <a:pt x="2872" y="4091"/>
                  </a:cubicBezTo>
                  <a:lnTo>
                    <a:pt x="2814" y="329"/>
                  </a:lnTo>
                  <a:lnTo>
                    <a:pt x="258" y="1"/>
                  </a:lnTo>
                  <a:close/>
                </a:path>
              </a:pathLst>
            </a:custGeom>
            <a:solidFill>
              <a:srgbClr val="E079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9"/>
            <p:cNvSpPr/>
            <p:nvPr/>
          </p:nvSpPr>
          <p:spPr>
            <a:xfrm>
              <a:off x="4361775" y="2548175"/>
              <a:ext cx="50725" cy="34325"/>
            </a:xfrm>
            <a:custGeom>
              <a:avLst/>
              <a:gdLst/>
              <a:ahLst/>
              <a:cxnLst/>
              <a:rect l="l" t="t" r="r" b="b"/>
              <a:pathLst>
                <a:path w="2029" h="1373" extrusionOk="0">
                  <a:moveTo>
                    <a:pt x="1" y="1"/>
                  </a:moveTo>
                  <a:cubicBezTo>
                    <a:pt x="1" y="1"/>
                    <a:pt x="458" y="1103"/>
                    <a:pt x="2029" y="1372"/>
                  </a:cubicBezTo>
                  <a:lnTo>
                    <a:pt x="2029" y="821"/>
                  </a:lnTo>
                  <a:cubicBezTo>
                    <a:pt x="2029" y="821"/>
                    <a:pt x="1927" y="841"/>
                    <a:pt x="1760" y="841"/>
                  </a:cubicBezTo>
                  <a:cubicBezTo>
                    <a:pt x="1370" y="841"/>
                    <a:pt x="625" y="732"/>
                    <a:pt x="1" y="1"/>
                  </a:cubicBezTo>
                  <a:close/>
                </a:path>
              </a:pathLst>
            </a:custGeom>
            <a:solidFill>
              <a:srgbClr val="1110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9"/>
            <p:cNvSpPr/>
            <p:nvPr/>
          </p:nvSpPr>
          <p:spPr>
            <a:xfrm>
              <a:off x="4332175" y="2506575"/>
              <a:ext cx="7650" cy="11150"/>
            </a:xfrm>
            <a:custGeom>
              <a:avLst/>
              <a:gdLst/>
              <a:ahLst/>
              <a:cxnLst/>
              <a:rect l="l" t="t" r="r" b="b"/>
              <a:pathLst>
                <a:path w="306" h="446" fill="none" extrusionOk="0">
                  <a:moveTo>
                    <a:pt x="306" y="446"/>
                  </a:moveTo>
                  <a:cubicBezTo>
                    <a:pt x="142" y="446"/>
                    <a:pt x="1" y="340"/>
                    <a:pt x="13" y="211"/>
                  </a:cubicBezTo>
                  <a:cubicBezTo>
                    <a:pt x="13" y="118"/>
                    <a:pt x="83" y="36"/>
                    <a:pt x="189" y="0"/>
                  </a:cubicBezTo>
                </a:path>
              </a:pathLst>
            </a:custGeom>
            <a:noFill/>
            <a:ln w="2350" cap="flat" cmpd="sng">
              <a:solidFill>
                <a:srgbClr val="9D43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9"/>
            <p:cNvSpPr/>
            <p:nvPr/>
          </p:nvSpPr>
          <p:spPr>
            <a:xfrm>
              <a:off x="4425950" y="2505700"/>
              <a:ext cx="9400" cy="14675"/>
            </a:xfrm>
            <a:custGeom>
              <a:avLst/>
              <a:gdLst/>
              <a:ahLst/>
              <a:cxnLst/>
              <a:rect l="l" t="t" r="r" b="b"/>
              <a:pathLst>
                <a:path w="376" h="587" extrusionOk="0">
                  <a:moveTo>
                    <a:pt x="1" y="0"/>
                  </a:moveTo>
                  <a:lnTo>
                    <a:pt x="1" y="0"/>
                  </a:lnTo>
                  <a:cubicBezTo>
                    <a:pt x="24" y="82"/>
                    <a:pt x="59" y="153"/>
                    <a:pt x="106" y="211"/>
                  </a:cubicBezTo>
                  <a:cubicBezTo>
                    <a:pt x="142" y="264"/>
                    <a:pt x="177" y="317"/>
                    <a:pt x="228" y="355"/>
                  </a:cubicBezTo>
                  <a:lnTo>
                    <a:pt x="228" y="355"/>
                  </a:lnTo>
                  <a:lnTo>
                    <a:pt x="59" y="563"/>
                  </a:lnTo>
                  <a:lnTo>
                    <a:pt x="83" y="586"/>
                  </a:lnTo>
                  <a:lnTo>
                    <a:pt x="329" y="387"/>
                  </a:lnTo>
                  <a:lnTo>
                    <a:pt x="376" y="317"/>
                  </a:lnTo>
                  <a:lnTo>
                    <a:pt x="317" y="305"/>
                  </a:lnTo>
                  <a:cubicBezTo>
                    <a:pt x="259" y="282"/>
                    <a:pt x="200" y="235"/>
                    <a:pt x="142" y="188"/>
                  </a:cubicBezTo>
                  <a:cubicBezTo>
                    <a:pt x="95" y="129"/>
                    <a:pt x="48" y="71"/>
                    <a:pt x="1" y="0"/>
                  </a:cubicBezTo>
                  <a:close/>
                </a:path>
              </a:pathLst>
            </a:custGeom>
            <a:solidFill>
              <a:srgbClr val="9D43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9"/>
            <p:cNvSpPr/>
            <p:nvPr/>
          </p:nvSpPr>
          <p:spPr>
            <a:xfrm>
              <a:off x="4439150" y="2492225"/>
              <a:ext cx="9700" cy="9675"/>
            </a:xfrm>
            <a:custGeom>
              <a:avLst/>
              <a:gdLst/>
              <a:ahLst/>
              <a:cxnLst/>
              <a:rect l="l" t="t" r="r" b="b"/>
              <a:pathLst>
                <a:path w="388" h="387" extrusionOk="0">
                  <a:moveTo>
                    <a:pt x="188" y="0"/>
                  </a:moveTo>
                  <a:cubicBezTo>
                    <a:pt x="82" y="12"/>
                    <a:pt x="0" y="94"/>
                    <a:pt x="0" y="199"/>
                  </a:cubicBezTo>
                  <a:cubicBezTo>
                    <a:pt x="0" y="305"/>
                    <a:pt x="94" y="387"/>
                    <a:pt x="200" y="387"/>
                  </a:cubicBezTo>
                  <a:cubicBezTo>
                    <a:pt x="305" y="387"/>
                    <a:pt x="387" y="293"/>
                    <a:pt x="387" y="188"/>
                  </a:cubicBezTo>
                  <a:cubicBezTo>
                    <a:pt x="375" y="82"/>
                    <a:pt x="293" y="0"/>
                    <a:pt x="188" y="0"/>
                  </a:cubicBezTo>
                  <a:close/>
                </a:path>
              </a:pathLst>
            </a:custGeom>
            <a:solidFill>
              <a:srgbClr val="1D0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9"/>
            <p:cNvSpPr/>
            <p:nvPr/>
          </p:nvSpPr>
          <p:spPr>
            <a:xfrm>
              <a:off x="4397825" y="2497450"/>
              <a:ext cx="9700" cy="9475"/>
            </a:xfrm>
            <a:custGeom>
              <a:avLst/>
              <a:gdLst/>
              <a:ahLst/>
              <a:cxnLst/>
              <a:rect l="l" t="t" r="r" b="b"/>
              <a:pathLst>
                <a:path w="388" h="379" extrusionOk="0">
                  <a:moveTo>
                    <a:pt x="208" y="1"/>
                  </a:moveTo>
                  <a:cubicBezTo>
                    <a:pt x="202" y="1"/>
                    <a:pt x="195" y="1"/>
                    <a:pt x="188" y="2"/>
                  </a:cubicBezTo>
                  <a:cubicBezTo>
                    <a:pt x="83" y="2"/>
                    <a:pt x="1" y="96"/>
                    <a:pt x="1" y="201"/>
                  </a:cubicBezTo>
                  <a:cubicBezTo>
                    <a:pt x="12" y="300"/>
                    <a:pt x="84" y="378"/>
                    <a:pt x="180" y="378"/>
                  </a:cubicBezTo>
                  <a:cubicBezTo>
                    <a:pt x="186" y="378"/>
                    <a:pt x="193" y="378"/>
                    <a:pt x="200" y="377"/>
                  </a:cubicBezTo>
                  <a:cubicBezTo>
                    <a:pt x="305" y="377"/>
                    <a:pt x="387" y="283"/>
                    <a:pt x="387" y="178"/>
                  </a:cubicBezTo>
                  <a:cubicBezTo>
                    <a:pt x="387" y="79"/>
                    <a:pt x="305" y="1"/>
                    <a:pt x="208" y="1"/>
                  </a:cubicBezTo>
                  <a:close/>
                </a:path>
              </a:pathLst>
            </a:custGeom>
            <a:solidFill>
              <a:srgbClr val="1D0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9"/>
            <p:cNvSpPr/>
            <p:nvPr/>
          </p:nvSpPr>
          <p:spPr>
            <a:xfrm>
              <a:off x="4409250" y="2528550"/>
              <a:ext cx="24050" cy="11225"/>
            </a:xfrm>
            <a:custGeom>
              <a:avLst/>
              <a:gdLst/>
              <a:ahLst/>
              <a:cxnLst/>
              <a:rect l="l" t="t" r="r" b="b"/>
              <a:pathLst>
                <a:path w="962" h="449" extrusionOk="0">
                  <a:moveTo>
                    <a:pt x="962" y="1"/>
                  </a:moveTo>
                  <a:lnTo>
                    <a:pt x="1" y="94"/>
                  </a:lnTo>
                  <a:cubicBezTo>
                    <a:pt x="1" y="94"/>
                    <a:pt x="33" y="448"/>
                    <a:pt x="467" y="448"/>
                  </a:cubicBezTo>
                  <a:cubicBezTo>
                    <a:pt x="486" y="448"/>
                    <a:pt x="507" y="447"/>
                    <a:pt x="528" y="446"/>
                  </a:cubicBezTo>
                  <a:cubicBezTo>
                    <a:pt x="938" y="423"/>
                    <a:pt x="962" y="1"/>
                    <a:pt x="962" y="1"/>
                  </a:cubicBezTo>
                  <a:close/>
                </a:path>
              </a:pathLst>
            </a:custGeom>
            <a:solidFill>
              <a:srgbClr val="1D0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9"/>
            <p:cNvSpPr/>
            <p:nvPr/>
          </p:nvSpPr>
          <p:spPr>
            <a:xfrm>
              <a:off x="4375550" y="2475500"/>
              <a:ext cx="46050" cy="46925"/>
            </a:xfrm>
            <a:custGeom>
              <a:avLst/>
              <a:gdLst/>
              <a:ahLst/>
              <a:cxnLst/>
              <a:rect l="l" t="t" r="r" b="b"/>
              <a:pathLst>
                <a:path w="1842" h="1877" fill="none" extrusionOk="0">
                  <a:moveTo>
                    <a:pt x="1806" y="868"/>
                  </a:moveTo>
                  <a:cubicBezTo>
                    <a:pt x="1841" y="1372"/>
                    <a:pt x="1478" y="1806"/>
                    <a:pt x="997" y="1841"/>
                  </a:cubicBezTo>
                  <a:cubicBezTo>
                    <a:pt x="505" y="1876"/>
                    <a:pt x="83" y="1513"/>
                    <a:pt x="48" y="1009"/>
                  </a:cubicBezTo>
                  <a:cubicBezTo>
                    <a:pt x="1" y="517"/>
                    <a:pt x="364" y="83"/>
                    <a:pt x="856" y="48"/>
                  </a:cubicBezTo>
                  <a:cubicBezTo>
                    <a:pt x="1337" y="1"/>
                    <a:pt x="1759" y="376"/>
                    <a:pt x="1806" y="868"/>
                  </a:cubicBezTo>
                  <a:close/>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9"/>
            <p:cNvSpPr/>
            <p:nvPr/>
          </p:nvSpPr>
          <p:spPr>
            <a:xfrm>
              <a:off x="4431225" y="2472300"/>
              <a:ext cx="39600" cy="44850"/>
            </a:xfrm>
            <a:custGeom>
              <a:avLst/>
              <a:gdLst/>
              <a:ahLst/>
              <a:cxnLst/>
              <a:rect l="l" t="t" r="r" b="b"/>
              <a:pathLst>
                <a:path w="1584" h="1794" fill="none" extrusionOk="0">
                  <a:moveTo>
                    <a:pt x="1548" y="832"/>
                  </a:moveTo>
                  <a:cubicBezTo>
                    <a:pt x="1583" y="1313"/>
                    <a:pt x="1279" y="1723"/>
                    <a:pt x="857" y="1758"/>
                  </a:cubicBezTo>
                  <a:cubicBezTo>
                    <a:pt x="446" y="1793"/>
                    <a:pt x="71" y="1430"/>
                    <a:pt x="36" y="961"/>
                  </a:cubicBezTo>
                  <a:cubicBezTo>
                    <a:pt x="1" y="481"/>
                    <a:pt x="306" y="70"/>
                    <a:pt x="716" y="35"/>
                  </a:cubicBezTo>
                  <a:cubicBezTo>
                    <a:pt x="1138" y="0"/>
                    <a:pt x="1501" y="363"/>
                    <a:pt x="1548" y="832"/>
                  </a:cubicBezTo>
                  <a:close/>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9"/>
            <p:cNvSpPr/>
            <p:nvPr/>
          </p:nvSpPr>
          <p:spPr>
            <a:xfrm>
              <a:off x="4420675" y="2491325"/>
              <a:ext cx="11475" cy="5900"/>
            </a:xfrm>
            <a:custGeom>
              <a:avLst/>
              <a:gdLst/>
              <a:ahLst/>
              <a:cxnLst/>
              <a:rect l="l" t="t" r="r" b="b"/>
              <a:pathLst>
                <a:path w="459" h="236" fill="none" extrusionOk="0">
                  <a:moveTo>
                    <a:pt x="1" y="235"/>
                  </a:moveTo>
                  <a:cubicBezTo>
                    <a:pt x="1" y="235"/>
                    <a:pt x="177" y="1"/>
                    <a:pt x="458" y="200"/>
                  </a:cubicBezTo>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9"/>
            <p:cNvSpPr/>
            <p:nvPr/>
          </p:nvSpPr>
          <p:spPr>
            <a:xfrm>
              <a:off x="4341275" y="2496325"/>
              <a:ext cx="35475" cy="4400"/>
            </a:xfrm>
            <a:custGeom>
              <a:avLst/>
              <a:gdLst/>
              <a:ahLst/>
              <a:cxnLst/>
              <a:rect l="l" t="t" r="r" b="b"/>
              <a:pathLst>
                <a:path w="1419" h="176" fill="none" extrusionOk="0">
                  <a:moveTo>
                    <a:pt x="1419" y="176"/>
                  </a:moveTo>
                  <a:lnTo>
                    <a:pt x="0" y="0"/>
                  </a:lnTo>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9"/>
            <p:cNvSpPr/>
            <p:nvPr/>
          </p:nvSpPr>
          <p:spPr>
            <a:xfrm>
              <a:off x="4324575" y="2403700"/>
              <a:ext cx="141925" cy="97775"/>
            </a:xfrm>
            <a:custGeom>
              <a:avLst/>
              <a:gdLst/>
              <a:ahLst/>
              <a:cxnLst/>
              <a:rect l="l" t="t" r="r" b="b"/>
              <a:pathLst>
                <a:path w="5677" h="3911" extrusionOk="0">
                  <a:moveTo>
                    <a:pt x="2982" y="0"/>
                  </a:moveTo>
                  <a:cubicBezTo>
                    <a:pt x="2180" y="0"/>
                    <a:pt x="1343" y="284"/>
                    <a:pt x="774" y="716"/>
                  </a:cubicBezTo>
                  <a:cubicBezTo>
                    <a:pt x="0" y="1314"/>
                    <a:pt x="12" y="2275"/>
                    <a:pt x="106" y="2861"/>
                  </a:cubicBezTo>
                  <a:cubicBezTo>
                    <a:pt x="164" y="3248"/>
                    <a:pt x="364" y="3600"/>
                    <a:pt x="703" y="3799"/>
                  </a:cubicBezTo>
                  <a:cubicBezTo>
                    <a:pt x="809" y="3864"/>
                    <a:pt x="923" y="3911"/>
                    <a:pt x="1031" y="3911"/>
                  </a:cubicBezTo>
                  <a:cubicBezTo>
                    <a:pt x="1235" y="3911"/>
                    <a:pt x="1416" y="3745"/>
                    <a:pt x="1477" y="3225"/>
                  </a:cubicBezTo>
                  <a:cubicBezTo>
                    <a:pt x="1477" y="3225"/>
                    <a:pt x="2044" y="2857"/>
                    <a:pt x="2750" y="2857"/>
                  </a:cubicBezTo>
                  <a:cubicBezTo>
                    <a:pt x="2790" y="2857"/>
                    <a:pt x="2831" y="2859"/>
                    <a:pt x="2872" y="2861"/>
                  </a:cubicBezTo>
                  <a:cubicBezTo>
                    <a:pt x="3099" y="2878"/>
                    <a:pt x="3312" y="2887"/>
                    <a:pt x="3510" y="2887"/>
                  </a:cubicBezTo>
                  <a:cubicBezTo>
                    <a:pt x="5072" y="2887"/>
                    <a:pt x="5677" y="2343"/>
                    <a:pt x="5052" y="1115"/>
                  </a:cubicBezTo>
                  <a:cubicBezTo>
                    <a:pt x="4642" y="319"/>
                    <a:pt x="3832" y="0"/>
                    <a:pt x="2982" y="0"/>
                  </a:cubicBezTo>
                  <a:close/>
                </a:path>
              </a:pathLst>
            </a:custGeom>
            <a:solidFill>
              <a:srgbClr val="1412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9"/>
            <p:cNvSpPr/>
            <p:nvPr/>
          </p:nvSpPr>
          <p:spPr>
            <a:xfrm>
              <a:off x="4375550" y="2475500"/>
              <a:ext cx="46050" cy="46925"/>
            </a:xfrm>
            <a:custGeom>
              <a:avLst/>
              <a:gdLst/>
              <a:ahLst/>
              <a:cxnLst/>
              <a:rect l="l" t="t" r="r" b="b"/>
              <a:pathLst>
                <a:path w="1842" h="1877" fill="none" extrusionOk="0">
                  <a:moveTo>
                    <a:pt x="1806" y="868"/>
                  </a:moveTo>
                  <a:cubicBezTo>
                    <a:pt x="1841" y="1372"/>
                    <a:pt x="1478" y="1806"/>
                    <a:pt x="997" y="1841"/>
                  </a:cubicBezTo>
                  <a:cubicBezTo>
                    <a:pt x="505" y="1876"/>
                    <a:pt x="83" y="1513"/>
                    <a:pt x="48" y="1009"/>
                  </a:cubicBezTo>
                  <a:cubicBezTo>
                    <a:pt x="1" y="517"/>
                    <a:pt x="364" y="83"/>
                    <a:pt x="856" y="48"/>
                  </a:cubicBezTo>
                  <a:cubicBezTo>
                    <a:pt x="1337" y="1"/>
                    <a:pt x="1759" y="376"/>
                    <a:pt x="1806" y="868"/>
                  </a:cubicBezTo>
                  <a:close/>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9"/>
            <p:cNvSpPr/>
            <p:nvPr/>
          </p:nvSpPr>
          <p:spPr>
            <a:xfrm>
              <a:off x="4431225" y="2472300"/>
              <a:ext cx="39600" cy="44850"/>
            </a:xfrm>
            <a:custGeom>
              <a:avLst/>
              <a:gdLst/>
              <a:ahLst/>
              <a:cxnLst/>
              <a:rect l="l" t="t" r="r" b="b"/>
              <a:pathLst>
                <a:path w="1584" h="1794" fill="none" extrusionOk="0">
                  <a:moveTo>
                    <a:pt x="1548" y="832"/>
                  </a:moveTo>
                  <a:cubicBezTo>
                    <a:pt x="1583" y="1313"/>
                    <a:pt x="1279" y="1723"/>
                    <a:pt x="857" y="1758"/>
                  </a:cubicBezTo>
                  <a:cubicBezTo>
                    <a:pt x="446" y="1793"/>
                    <a:pt x="71" y="1430"/>
                    <a:pt x="36" y="961"/>
                  </a:cubicBezTo>
                  <a:cubicBezTo>
                    <a:pt x="1" y="481"/>
                    <a:pt x="306" y="70"/>
                    <a:pt x="716" y="35"/>
                  </a:cubicBezTo>
                  <a:cubicBezTo>
                    <a:pt x="1138" y="0"/>
                    <a:pt x="1501" y="363"/>
                    <a:pt x="1548" y="832"/>
                  </a:cubicBezTo>
                  <a:close/>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9"/>
            <p:cNvSpPr/>
            <p:nvPr/>
          </p:nvSpPr>
          <p:spPr>
            <a:xfrm>
              <a:off x="4420675" y="2491325"/>
              <a:ext cx="11475" cy="5900"/>
            </a:xfrm>
            <a:custGeom>
              <a:avLst/>
              <a:gdLst/>
              <a:ahLst/>
              <a:cxnLst/>
              <a:rect l="l" t="t" r="r" b="b"/>
              <a:pathLst>
                <a:path w="459" h="236" fill="none" extrusionOk="0">
                  <a:moveTo>
                    <a:pt x="1" y="235"/>
                  </a:moveTo>
                  <a:cubicBezTo>
                    <a:pt x="1" y="235"/>
                    <a:pt x="177" y="1"/>
                    <a:pt x="458" y="200"/>
                  </a:cubicBezTo>
                </a:path>
              </a:pathLst>
            </a:custGeom>
            <a:noFill/>
            <a:ln w="23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9"/>
            <p:cNvSpPr/>
            <p:nvPr/>
          </p:nvSpPr>
          <p:spPr>
            <a:xfrm>
              <a:off x="4513275" y="2816450"/>
              <a:ext cx="104950" cy="246325"/>
            </a:xfrm>
            <a:custGeom>
              <a:avLst/>
              <a:gdLst/>
              <a:ahLst/>
              <a:cxnLst/>
              <a:rect l="l" t="t" r="r" b="b"/>
              <a:pathLst>
                <a:path w="4198" h="9853" extrusionOk="0">
                  <a:moveTo>
                    <a:pt x="1638" y="1"/>
                  </a:moveTo>
                  <a:cubicBezTo>
                    <a:pt x="1530" y="1"/>
                    <a:pt x="1424" y="7"/>
                    <a:pt x="1325" y="19"/>
                  </a:cubicBezTo>
                  <a:cubicBezTo>
                    <a:pt x="341" y="148"/>
                    <a:pt x="1" y="1378"/>
                    <a:pt x="95" y="2515"/>
                  </a:cubicBezTo>
                  <a:lnTo>
                    <a:pt x="2251" y="8950"/>
                  </a:lnTo>
                  <a:lnTo>
                    <a:pt x="4197" y="9853"/>
                  </a:lnTo>
                  <a:lnTo>
                    <a:pt x="4197" y="9853"/>
                  </a:lnTo>
                  <a:lnTo>
                    <a:pt x="3471" y="968"/>
                  </a:lnTo>
                  <a:cubicBezTo>
                    <a:pt x="3317" y="292"/>
                    <a:pt x="2393" y="1"/>
                    <a:pt x="1638" y="1"/>
                  </a:cubicBez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9"/>
            <p:cNvSpPr/>
            <p:nvPr/>
          </p:nvSpPr>
          <p:spPr>
            <a:xfrm>
              <a:off x="4568075" y="3030225"/>
              <a:ext cx="55125" cy="73875"/>
            </a:xfrm>
            <a:custGeom>
              <a:avLst/>
              <a:gdLst/>
              <a:ahLst/>
              <a:cxnLst/>
              <a:rect l="l" t="t" r="r" b="b"/>
              <a:pathLst>
                <a:path w="2205" h="2955" extrusionOk="0">
                  <a:moveTo>
                    <a:pt x="1454" y="1"/>
                  </a:moveTo>
                  <a:lnTo>
                    <a:pt x="1" y="177"/>
                  </a:lnTo>
                  <a:cubicBezTo>
                    <a:pt x="59" y="997"/>
                    <a:pt x="493" y="1759"/>
                    <a:pt x="1173" y="2240"/>
                  </a:cubicBezTo>
                  <a:lnTo>
                    <a:pt x="2205" y="2955"/>
                  </a:lnTo>
                  <a:lnTo>
                    <a:pt x="2169" y="564"/>
                  </a:lnTo>
                  <a:lnTo>
                    <a:pt x="1454" y="1"/>
                  </a:ln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9"/>
            <p:cNvSpPr/>
            <p:nvPr/>
          </p:nvSpPr>
          <p:spPr>
            <a:xfrm>
              <a:off x="4608525" y="2617625"/>
              <a:ext cx="7050" cy="899675"/>
            </a:xfrm>
            <a:custGeom>
              <a:avLst/>
              <a:gdLst/>
              <a:ahLst/>
              <a:cxnLst/>
              <a:rect l="l" t="t" r="r" b="b"/>
              <a:pathLst>
                <a:path w="282" h="35987" fill="none" extrusionOk="0">
                  <a:moveTo>
                    <a:pt x="282" y="35986"/>
                  </a:moveTo>
                  <a:lnTo>
                    <a:pt x="0" y="1"/>
                  </a:lnTo>
                </a:path>
              </a:pathLst>
            </a:custGeom>
            <a:noFill/>
            <a:ln w="20525" cap="rnd" cmpd="sng">
              <a:solidFill>
                <a:srgbClr val="0E7F85"/>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9"/>
            <p:cNvSpPr/>
            <p:nvPr/>
          </p:nvSpPr>
          <p:spPr>
            <a:xfrm>
              <a:off x="4496875" y="3518725"/>
              <a:ext cx="213075" cy="150950"/>
            </a:xfrm>
            <a:custGeom>
              <a:avLst/>
              <a:gdLst/>
              <a:ahLst/>
              <a:cxnLst/>
              <a:rect l="l" t="t" r="r" b="b"/>
              <a:pathLst>
                <a:path w="8523" h="6038" extrusionOk="0">
                  <a:moveTo>
                    <a:pt x="1524" y="1"/>
                  </a:moveTo>
                  <a:lnTo>
                    <a:pt x="1" y="6037"/>
                  </a:lnTo>
                  <a:lnTo>
                    <a:pt x="7350" y="6037"/>
                  </a:lnTo>
                  <a:lnTo>
                    <a:pt x="8522" y="1"/>
                  </a:lnTo>
                  <a:close/>
                </a:path>
              </a:pathLst>
            </a:custGeom>
            <a:solidFill>
              <a:srgbClr val="E0A3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9"/>
            <p:cNvSpPr/>
            <p:nvPr/>
          </p:nvSpPr>
          <p:spPr>
            <a:xfrm>
              <a:off x="4654825" y="3524875"/>
              <a:ext cx="33425" cy="144800"/>
            </a:xfrm>
            <a:custGeom>
              <a:avLst/>
              <a:gdLst/>
              <a:ahLst/>
              <a:cxnLst/>
              <a:rect l="l" t="t" r="r" b="b"/>
              <a:pathLst>
                <a:path w="1337" h="5792" fill="none" extrusionOk="0">
                  <a:moveTo>
                    <a:pt x="0" y="5791"/>
                  </a:moveTo>
                  <a:lnTo>
                    <a:pt x="1337"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9"/>
            <p:cNvSpPr/>
            <p:nvPr/>
          </p:nvSpPr>
          <p:spPr>
            <a:xfrm>
              <a:off x="4627275" y="3524875"/>
              <a:ext cx="33425" cy="144800"/>
            </a:xfrm>
            <a:custGeom>
              <a:avLst/>
              <a:gdLst/>
              <a:ahLst/>
              <a:cxnLst/>
              <a:rect l="l" t="t" r="r" b="b"/>
              <a:pathLst>
                <a:path w="1337" h="5792" fill="none" extrusionOk="0">
                  <a:moveTo>
                    <a:pt x="1" y="5791"/>
                  </a:moveTo>
                  <a:lnTo>
                    <a:pt x="1337"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9"/>
            <p:cNvSpPr/>
            <p:nvPr/>
          </p:nvSpPr>
          <p:spPr>
            <a:xfrm>
              <a:off x="4599725" y="3524875"/>
              <a:ext cx="33450" cy="144800"/>
            </a:xfrm>
            <a:custGeom>
              <a:avLst/>
              <a:gdLst/>
              <a:ahLst/>
              <a:cxnLst/>
              <a:rect l="l" t="t" r="r" b="b"/>
              <a:pathLst>
                <a:path w="1338" h="5792" fill="none" extrusionOk="0">
                  <a:moveTo>
                    <a:pt x="1" y="5791"/>
                  </a:moveTo>
                  <a:lnTo>
                    <a:pt x="1337"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9"/>
            <p:cNvSpPr/>
            <p:nvPr/>
          </p:nvSpPr>
          <p:spPr>
            <a:xfrm>
              <a:off x="4572175" y="3524875"/>
              <a:ext cx="33725" cy="144800"/>
            </a:xfrm>
            <a:custGeom>
              <a:avLst/>
              <a:gdLst/>
              <a:ahLst/>
              <a:cxnLst/>
              <a:rect l="l" t="t" r="r" b="b"/>
              <a:pathLst>
                <a:path w="1349" h="5792" fill="none" extrusionOk="0">
                  <a:moveTo>
                    <a:pt x="1" y="5791"/>
                  </a:moveTo>
                  <a:lnTo>
                    <a:pt x="1349"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9"/>
            <p:cNvSpPr/>
            <p:nvPr/>
          </p:nvSpPr>
          <p:spPr>
            <a:xfrm>
              <a:off x="4544925" y="3524875"/>
              <a:ext cx="33450" cy="144800"/>
            </a:xfrm>
            <a:custGeom>
              <a:avLst/>
              <a:gdLst/>
              <a:ahLst/>
              <a:cxnLst/>
              <a:rect l="l" t="t" r="r" b="b"/>
              <a:pathLst>
                <a:path w="1338" h="5792" fill="none" extrusionOk="0">
                  <a:moveTo>
                    <a:pt x="1" y="5791"/>
                  </a:moveTo>
                  <a:lnTo>
                    <a:pt x="1337"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9"/>
            <p:cNvSpPr/>
            <p:nvPr/>
          </p:nvSpPr>
          <p:spPr>
            <a:xfrm>
              <a:off x="4517400" y="3524875"/>
              <a:ext cx="33425" cy="144800"/>
            </a:xfrm>
            <a:custGeom>
              <a:avLst/>
              <a:gdLst/>
              <a:ahLst/>
              <a:cxnLst/>
              <a:rect l="l" t="t" r="r" b="b"/>
              <a:pathLst>
                <a:path w="1337" h="5792" fill="none" extrusionOk="0">
                  <a:moveTo>
                    <a:pt x="0" y="5791"/>
                  </a:moveTo>
                  <a:lnTo>
                    <a:pt x="1336" y="1"/>
                  </a:lnTo>
                </a:path>
              </a:pathLst>
            </a:custGeom>
            <a:noFill/>
            <a:ln w="5575" cap="flat" cmpd="sng">
              <a:solidFill>
                <a:srgbClr val="C5812E"/>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9"/>
            <p:cNvSpPr/>
            <p:nvPr/>
          </p:nvSpPr>
          <p:spPr>
            <a:xfrm>
              <a:off x="4513000" y="3499100"/>
              <a:ext cx="206600" cy="39575"/>
            </a:xfrm>
            <a:custGeom>
              <a:avLst/>
              <a:gdLst/>
              <a:ahLst/>
              <a:cxnLst/>
              <a:rect l="l" t="t" r="r" b="b"/>
              <a:pathLst>
                <a:path w="8264" h="1583" extrusionOk="0">
                  <a:moveTo>
                    <a:pt x="739" y="0"/>
                  </a:moveTo>
                  <a:cubicBezTo>
                    <a:pt x="328" y="0"/>
                    <a:pt x="0" y="329"/>
                    <a:pt x="0" y="739"/>
                  </a:cubicBezTo>
                  <a:lnTo>
                    <a:pt x="0" y="1583"/>
                  </a:lnTo>
                  <a:lnTo>
                    <a:pt x="8264" y="1583"/>
                  </a:lnTo>
                  <a:lnTo>
                    <a:pt x="8264" y="739"/>
                  </a:lnTo>
                  <a:cubicBezTo>
                    <a:pt x="8264" y="329"/>
                    <a:pt x="7924" y="0"/>
                    <a:pt x="7525"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9"/>
            <p:cNvSpPr/>
            <p:nvPr/>
          </p:nvSpPr>
          <p:spPr>
            <a:xfrm>
              <a:off x="4563700" y="3056325"/>
              <a:ext cx="238550" cy="436000"/>
            </a:xfrm>
            <a:custGeom>
              <a:avLst/>
              <a:gdLst/>
              <a:ahLst/>
              <a:cxnLst/>
              <a:rect l="l" t="t" r="r" b="b"/>
              <a:pathLst>
                <a:path w="9542" h="17440" extrusionOk="0">
                  <a:moveTo>
                    <a:pt x="1254" y="0"/>
                  </a:moveTo>
                  <a:lnTo>
                    <a:pt x="1231" y="188"/>
                  </a:lnTo>
                  <a:cubicBezTo>
                    <a:pt x="1323" y="153"/>
                    <a:pt x="1417" y="130"/>
                    <a:pt x="1512" y="119"/>
                  </a:cubicBezTo>
                  <a:lnTo>
                    <a:pt x="1512" y="119"/>
                  </a:lnTo>
                  <a:cubicBezTo>
                    <a:pt x="1710" y="313"/>
                    <a:pt x="1764" y="703"/>
                    <a:pt x="1747" y="1008"/>
                  </a:cubicBezTo>
                  <a:cubicBezTo>
                    <a:pt x="1582" y="4841"/>
                    <a:pt x="1137" y="8662"/>
                    <a:pt x="422" y="12425"/>
                  </a:cubicBezTo>
                  <a:cubicBezTo>
                    <a:pt x="223" y="13515"/>
                    <a:pt x="0" y="14687"/>
                    <a:pt x="481" y="15684"/>
                  </a:cubicBezTo>
                  <a:cubicBezTo>
                    <a:pt x="914" y="16586"/>
                    <a:pt x="1864" y="17149"/>
                    <a:pt x="2837" y="17348"/>
                  </a:cubicBezTo>
                  <a:cubicBezTo>
                    <a:pt x="3173" y="17412"/>
                    <a:pt x="3512" y="17439"/>
                    <a:pt x="3852" y="17439"/>
                  </a:cubicBezTo>
                  <a:cubicBezTo>
                    <a:pt x="4507" y="17439"/>
                    <a:pt x="5166" y="17339"/>
                    <a:pt x="5814" y="17207"/>
                  </a:cubicBezTo>
                  <a:cubicBezTo>
                    <a:pt x="6928" y="16973"/>
                    <a:pt x="8111" y="16610"/>
                    <a:pt x="8780" y="15684"/>
                  </a:cubicBezTo>
                  <a:cubicBezTo>
                    <a:pt x="9541" y="14640"/>
                    <a:pt x="9413" y="13187"/>
                    <a:pt x="8991" y="11956"/>
                  </a:cubicBezTo>
                  <a:cubicBezTo>
                    <a:pt x="8569" y="10737"/>
                    <a:pt x="7889" y="9600"/>
                    <a:pt x="7643" y="8334"/>
                  </a:cubicBezTo>
                  <a:cubicBezTo>
                    <a:pt x="7502" y="7654"/>
                    <a:pt x="7478" y="6916"/>
                    <a:pt x="7139" y="6318"/>
                  </a:cubicBezTo>
                  <a:cubicBezTo>
                    <a:pt x="6904" y="5896"/>
                    <a:pt x="6529" y="5580"/>
                    <a:pt x="6189" y="5251"/>
                  </a:cubicBezTo>
                  <a:cubicBezTo>
                    <a:pt x="5298" y="4384"/>
                    <a:pt x="4536" y="3376"/>
                    <a:pt x="3950" y="2286"/>
                  </a:cubicBezTo>
                  <a:cubicBezTo>
                    <a:pt x="3645" y="1735"/>
                    <a:pt x="3388" y="1149"/>
                    <a:pt x="2942" y="692"/>
                  </a:cubicBezTo>
                  <a:cubicBezTo>
                    <a:pt x="2604" y="353"/>
                    <a:pt x="2130" y="110"/>
                    <a:pt x="1665" y="110"/>
                  </a:cubicBezTo>
                  <a:cubicBezTo>
                    <a:pt x="1614" y="110"/>
                    <a:pt x="1563" y="113"/>
                    <a:pt x="1512" y="119"/>
                  </a:cubicBezTo>
                  <a:lnTo>
                    <a:pt x="1512" y="119"/>
                  </a:lnTo>
                  <a:cubicBezTo>
                    <a:pt x="1444" y="52"/>
                    <a:pt x="1359" y="9"/>
                    <a:pt x="1254"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9"/>
            <p:cNvSpPr/>
            <p:nvPr/>
          </p:nvSpPr>
          <p:spPr>
            <a:xfrm>
              <a:off x="4573650" y="2995650"/>
              <a:ext cx="207800" cy="248425"/>
            </a:xfrm>
            <a:custGeom>
              <a:avLst/>
              <a:gdLst/>
              <a:ahLst/>
              <a:cxnLst/>
              <a:rect l="l" t="t" r="r" b="b"/>
              <a:pathLst>
                <a:path w="8312" h="9937" extrusionOk="0">
                  <a:moveTo>
                    <a:pt x="985" y="1"/>
                  </a:moveTo>
                  <a:lnTo>
                    <a:pt x="973" y="130"/>
                  </a:lnTo>
                  <a:cubicBezTo>
                    <a:pt x="493" y="1056"/>
                    <a:pt x="1" y="2087"/>
                    <a:pt x="235" y="3107"/>
                  </a:cubicBezTo>
                  <a:cubicBezTo>
                    <a:pt x="423" y="3974"/>
                    <a:pt x="1102" y="4631"/>
                    <a:pt x="1466" y="5440"/>
                  </a:cubicBezTo>
                  <a:cubicBezTo>
                    <a:pt x="1735" y="6072"/>
                    <a:pt x="1817" y="6776"/>
                    <a:pt x="2157" y="7374"/>
                  </a:cubicBezTo>
                  <a:cubicBezTo>
                    <a:pt x="2521" y="8007"/>
                    <a:pt x="3154" y="8452"/>
                    <a:pt x="3775" y="8862"/>
                  </a:cubicBezTo>
                  <a:cubicBezTo>
                    <a:pt x="4361" y="9261"/>
                    <a:pt x="4971" y="9671"/>
                    <a:pt x="5662" y="9847"/>
                  </a:cubicBezTo>
                  <a:cubicBezTo>
                    <a:pt x="5879" y="9906"/>
                    <a:pt x="6105" y="9937"/>
                    <a:pt x="6331" y="9937"/>
                  </a:cubicBezTo>
                  <a:cubicBezTo>
                    <a:pt x="6825" y="9937"/>
                    <a:pt x="7312" y="9787"/>
                    <a:pt x="7667" y="9448"/>
                  </a:cubicBezTo>
                  <a:cubicBezTo>
                    <a:pt x="8253" y="8874"/>
                    <a:pt x="8311" y="7924"/>
                    <a:pt x="8018" y="7163"/>
                  </a:cubicBezTo>
                  <a:cubicBezTo>
                    <a:pt x="7725" y="6401"/>
                    <a:pt x="7151" y="5779"/>
                    <a:pt x="6576" y="5193"/>
                  </a:cubicBezTo>
                  <a:cubicBezTo>
                    <a:pt x="4806" y="3365"/>
                    <a:pt x="3001" y="1560"/>
                    <a:pt x="985" y="1"/>
                  </a:cubicBezTo>
                  <a:close/>
                </a:path>
              </a:pathLst>
            </a:custGeom>
            <a:solidFill>
              <a:srgbClr val="85E9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9"/>
            <p:cNvSpPr/>
            <p:nvPr/>
          </p:nvSpPr>
          <p:spPr>
            <a:xfrm>
              <a:off x="4579800" y="2982750"/>
              <a:ext cx="208100" cy="248600"/>
            </a:xfrm>
            <a:custGeom>
              <a:avLst/>
              <a:gdLst/>
              <a:ahLst/>
              <a:cxnLst/>
              <a:rect l="l" t="t" r="r" b="b"/>
              <a:pathLst>
                <a:path w="8324" h="9944" extrusionOk="0">
                  <a:moveTo>
                    <a:pt x="985" y="1"/>
                  </a:moveTo>
                  <a:lnTo>
                    <a:pt x="974" y="142"/>
                  </a:lnTo>
                  <a:cubicBezTo>
                    <a:pt x="493" y="1068"/>
                    <a:pt x="1" y="2099"/>
                    <a:pt x="235" y="3119"/>
                  </a:cubicBezTo>
                  <a:cubicBezTo>
                    <a:pt x="434" y="3975"/>
                    <a:pt x="1114" y="4643"/>
                    <a:pt x="1466" y="5452"/>
                  </a:cubicBezTo>
                  <a:cubicBezTo>
                    <a:pt x="1747" y="6073"/>
                    <a:pt x="1818" y="6788"/>
                    <a:pt x="2169" y="7374"/>
                  </a:cubicBezTo>
                  <a:cubicBezTo>
                    <a:pt x="2533" y="8019"/>
                    <a:pt x="3166" y="8452"/>
                    <a:pt x="3775" y="8874"/>
                  </a:cubicBezTo>
                  <a:cubicBezTo>
                    <a:pt x="4373" y="9273"/>
                    <a:pt x="4971" y="9683"/>
                    <a:pt x="5662" y="9859"/>
                  </a:cubicBezTo>
                  <a:cubicBezTo>
                    <a:pt x="5877" y="9913"/>
                    <a:pt x="6103" y="9943"/>
                    <a:pt x="6328" y="9943"/>
                  </a:cubicBezTo>
                  <a:cubicBezTo>
                    <a:pt x="6828" y="9943"/>
                    <a:pt x="7323" y="9796"/>
                    <a:pt x="7678" y="9449"/>
                  </a:cubicBezTo>
                  <a:cubicBezTo>
                    <a:pt x="8264" y="8886"/>
                    <a:pt x="8323" y="7925"/>
                    <a:pt x="8030" y="7163"/>
                  </a:cubicBezTo>
                  <a:cubicBezTo>
                    <a:pt x="7737" y="6401"/>
                    <a:pt x="7151" y="5791"/>
                    <a:pt x="6588" y="5205"/>
                  </a:cubicBezTo>
                  <a:cubicBezTo>
                    <a:pt x="4818" y="3365"/>
                    <a:pt x="3001" y="1560"/>
                    <a:pt x="9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9"/>
            <p:cNvSpPr/>
            <p:nvPr/>
          </p:nvSpPr>
          <p:spPr>
            <a:xfrm>
              <a:off x="4582150" y="3024000"/>
              <a:ext cx="56775" cy="46425"/>
            </a:xfrm>
            <a:custGeom>
              <a:avLst/>
              <a:gdLst/>
              <a:ahLst/>
              <a:cxnLst/>
              <a:rect l="l" t="t" r="r" b="b"/>
              <a:pathLst>
                <a:path w="2271" h="1857" extrusionOk="0">
                  <a:moveTo>
                    <a:pt x="1402" y="1"/>
                  </a:moveTo>
                  <a:cubicBezTo>
                    <a:pt x="1361" y="1"/>
                    <a:pt x="1337" y="4"/>
                    <a:pt x="1337" y="4"/>
                  </a:cubicBezTo>
                  <a:lnTo>
                    <a:pt x="1313" y="730"/>
                  </a:lnTo>
                  <a:lnTo>
                    <a:pt x="258" y="1070"/>
                  </a:lnTo>
                  <a:cubicBezTo>
                    <a:pt x="94" y="1117"/>
                    <a:pt x="1" y="1305"/>
                    <a:pt x="24" y="1492"/>
                  </a:cubicBezTo>
                  <a:cubicBezTo>
                    <a:pt x="47" y="1696"/>
                    <a:pt x="201" y="1856"/>
                    <a:pt x="380" y="1856"/>
                  </a:cubicBezTo>
                  <a:cubicBezTo>
                    <a:pt x="386" y="1856"/>
                    <a:pt x="393" y="1856"/>
                    <a:pt x="399" y="1856"/>
                  </a:cubicBezTo>
                  <a:cubicBezTo>
                    <a:pt x="1970" y="1762"/>
                    <a:pt x="2251" y="1106"/>
                    <a:pt x="2251" y="1106"/>
                  </a:cubicBezTo>
                  <a:cubicBezTo>
                    <a:pt x="2271" y="83"/>
                    <a:pt x="1614" y="1"/>
                    <a:pt x="1402" y="1"/>
                  </a:cubicBez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9"/>
            <p:cNvSpPr/>
            <p:nvPr/>
          </p:nvSpPr>
          <p:spPr>
            <a:xfrm>
              <a:off x="4584550" y="3051625"/>
              <a:ext cx="61500" cy="64150"/>
            </a:xfrm>
            <a:custGeom>
              <a:avLst/>
              <a:gdLst/>
              <a:ahLst/>
              <a:cxnLst/>
              <a:rect l="l" t="t" r="r" b="b"/>
              <a:pathLst>
                <a:path w="2460" h="2566" extrusionOk="0">
                  <a:moveTo>
                    <a:pt x="2155" y="1"/>
                  </a:moveTo>
                  <a:cubicBezTo>
                    <a:pt x="2155" y="1"/>
                    <a:pt x="92" y="59"/>
                    <a:pt x="33" y="727"/>
                  </a:cubicBezTo>
                  <a:cubicBezTo>
                    <a:pt x="0" y="1197"/>
                    <a:pt x="234" y="1267"/>
                    <a:pt x="376" y="1267"/>
                  </a:cubicBezTo>
                  <a:cubicBezTo>
                    <a:pt x="436" y="1267"/>
                    <a:pt x="479" y="1255"/>
                    <a:pt x="479" y="1255"/>
                  </a:cubicBezTo>
                  <a:lnTo>
                    <a:pt x="479" y="1255"/>
                  </a:lnTo>
                  <a:cubicBezTo>
                    <a:pt x="350" y="1313"/>
                    <a:pt x="256" y="1431"/>
                    <a:pt x="280" y="1618"/>
                  </a:cubicBezTo>
                  <a:cubicBezTo>
                    <a:pt x="303" y="1806"/>
                    <a:pt x="526" y="1899"/>
                    <a:pt x="526" y="1899"/>
                  </a:cubicBezTo>
                  <a:cubicBezTo>
                    <a:pt x="420" y="1958"/>
                    <a:pt x="444" y="2005"/>
                    <a:pt x="432" y="2087"/>
                  </a:cubicBezTo>
                  <a:cubicBezTo>
                    <a:pt x="420" y="2192"/>
                    <a:pt x="467" y="2286"/>
                    <a:pt x="549" y="2357"/>
                  </a:cubicBezTo>
                  <a:cubicBezTo>
                    <a:pt x="779" y="2519"/>
                    <a:pt x="1087" y="2565"/>
                    <a:pt x="1364" y="2565"/>
                  </a:cubicBezTo>
                  <a:cubicBezTo>
                    <a:pt x="1525" y="2565"/>
                    <a:pt x="1675" y="2550"/>
                    <a:pt x="1792" y="2532"/>
                  </a:cubicBezTo>
                  <a:cubicBezTo>
                    <a:pt x="1991" y="2509"/>
                    <a:pt x="2167" y="2380"/>
                    <a:pt x="2237" y="2192"/>
                  </a:cubicBezTo>
                  <a:cubicBezTo>
                    <a:pt x="2319" y="1935"/>
                    <a:pt x="2237" y="1770"/>
                    <a:pt x="2237" y="1770"/>
                  </a:cubicBezTo>
                  <a:cubicBezTo>
                    <a:pt x="2436" y="1419"/>
                    <a:pt x="2272" y="985"/>
                    <a:pt x="2272" y="985"/>
                  </a:cubicBezTo>
                  <a:cubicBezTo>
                    <a:pt x="2460" y="469"/>
                    <a:pt x="2155" y="1"/>
                    <a:pt x="2155" y="1"/>
                  </a:cubicBez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9"/>
            <p:cNvSpPr/>
            <p:nvPr/>
          </p:nvSpPr>
          <p:spPr>
            <a:xfrm>
              <a:off x="4746550" y="3365475"/>
              <a:ext cx="27850" cy="42225"/>
            </a:xfrm>
            <a:custGeom>
              <a:avLst/>
              <a:gdLst/>
              <a:ahLst/>
              <a:cxnLst/>
              <a:rect l="l" t="t" r="r" b="b"/>
              <a:pathLst>
                <a:path w="1114" h="1689" extrusionOk="0">
                  <a:moveTo>
                    <a:pt x="1032" y="0"/>
                  </a:moveTo>
                  <a:lnTo>
                    <a:pt x="270" y="71"/>
                  </a:lnTo>
                  <a:lnTo>
                    <a:pt x="0" y="891"/>
                  </a:lnTo>
                  <a:lnTo>
                    <a:pt x="164" y="751"/>
                  </a:lnTo>
                  <a:cubicBezTo>
                    <a:pt x="247" y="809"/>
                    <a:pt x="797" y="1301"/>
                    <a:pt x="774" y="1688"/>
                  </a:cubicBezTo>
                  <a:lnTo>
                    <a:pt x="1079" y="833"/>
                  </a:lnTo>
                  <a:cubicBezTo>
                    <a:pt x="1114" y="727"/>
                    <a:pt x="1114" y="622"/>
                    <a:pt x="1079" y="528"/>
                  </a:cubicBezTo>
                  <a:cubicBezTo>
                    <a:pt x="1055" y="422"/>
                    <a:pt x="985" y="282"/>
                    <a:pt x="856" y="141"/>
                  </a:cubicBezTo>
                  <a:lnTo>
                    <a:pt x="10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9"/>
            <p:cNvSpPr/>
            <p:nvPr/>
          </p:nvSpPr>
          <p:spPr>
            <a:xfrm>
              <a:off x="4742725" y="3396525"/>
              <a:ext cx="21725" cy="23475"/>
            </a:xfrm>
            <a:custGeom>
              <a:avLst/>
              <a:gdLst/>
              <a:ahLst/>
              <a:cxnLst/>
              <a:rect l="l" t="t" r="r" b="b"/>
              <a:pathLst>
                <a:path w="869" h="939" extrusionOk="0">
                  <a:moveTo>
                    <a:pt x="657" y="1"/>
                  </a:moveTo>
                  <a:lnTo>
                    <a:pt x="1" y="71"/>
                  </a:lnTo>
                  <a:lnTo>
                    <a:pt x="142" y="939"/>
                  </a:lnTo>
                  <a:lnTo>
                    <a:pt x="634" y="833"/>
                  </a:lnTo>
                  <a:cubicBezTo>
                    <a:pt x="728" y="810"/>
                    <a:pt x="810" y="739"/>
                    <a:pt x="833" y="634"/>
                  </a:cubicBezTo>
                  <a:cubicBezTo>
                    <a:pt x="868" y="481"/>
                    <a:pt x="857" y="259"/>
                    <a:pt x="6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9"/>
            <p:cNvSpPr/>
            <p:nvPr/>
          </p:nvSpPr>
          <p:spPr>
            <a:xfrm>
              <a:off x="4702300" y="3342625"/>
              <a:ext cx="36650" cy="31075"/>
            </a:xfrm>
            <a:custGeom>
              <a:avLst/>
              <a:gdLst/>
              <a:ahLst/>
              <a:cxnLst/>
              <a:rect l="l" t="t" r="r" b="b"/>
              <a:pathLst>
                <a:path w="1466" h="1243" extrusionOk="0">
                  <a:moveTo>
                    <a:pt x="1466" y="0"/>
                  </a:moveTo>
                  <a:lnTo>
                    <a:pt x="633" y="106"/>
                  </a:lnTo>
                  <a:cubicBezTo>
                    <a:pt x="540" y="117"/>
                    <a:pt x="458" y="164"/>
                    <a:pt x="387" y="234"/>
                  </a:cubicBezTo>
                  <a:cubicBezTo>
                    <a:pt x="329" y="317"/>
                    <a:pt x="247" y="445"/>
                    <a:pt x="188" y="633"/>
                  </a:cubicBezTo>
                  <a:lnTo>
                    <a:pt x="0" y="539"/>
                  </a:lnTo>
                  <a:lnTo>
                    <a:pt x="411" y="1243"/>
                  </a:lnTo>
                  <a:lnTo>
                    <a:pt x="1196" y="1125"/>
                  </a:lnTo>
                  <a:lnTo>
                    <a:pt x="997" y="1032"/>
                  </a:lnTo>
                  <a:cubicBezTo>
                    <a:pt x="1008" y="926"/>
                    <a:pt x="1137" y="152"/>
                    <a:pt x="14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9"/>
            <p:cNvSpPr/>
            <p:nvPr/>
          </p:nvSpPr>
          <p:spPr>
            <a:xfrm>
              <a:off x="4733075" y="3342425"/>
              <a:ext cx="24625" cy="27175"/>
            </a:xfrm>
            <a:custGeom>
              <a:avLst/>
              <a:gdLst/>
              <a:ahLst/>
              <a:cxnLst/>
              <a:rect l="l" t="t" r="r" b="b"/>
              <a:pathLst>
                <a:path w="985" h="1087" extrusionOk="0">
                  <a:moveTo>
                    <a:pt x="481" y="1"/>
                  </a:moveTo>
                  <a:cubicBezTo>
                    <a:pt x="461" y="1"/>
                    <a:pt x="441" y="3"/>
                    <a:pt x="422" y="8"/>
                  </a:cubicBezTo>
                  <a:cubicBezTo>
                    <a:pt x="293" y="43"/>
                    <a:pt x="106" y="160"/>
                    <a:pt x="0" y="465"/>
                  </a:cubicBezTo>
                  <a:lnTo>
                    <a:pt x="364" y="1086"/>
                  </a:lnTo>
                  <a:lnTo>
                    <a:pt x="985" y="536"/>
                  </a:lnTo>
                  <a:lnTo>
                    <a:pt x="680" y="102"/>
                  </a:lnTo>
                  <a:cubicBezTo>
                    <a:pt x="633" y="37"/>
                    <a:pt x="557" y="1"/>
                    <a:pt x="4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9"/>
            <p:cNvSpPr/>
            <p:nvPr/>
          </p:nvSpPr>
          <p:spPr>
            <a:xfrm>
              <a:off x="4698200" y="3392150"/>
              <a:ext cx="37525" cy="36050"/>
            </a:xfrm>
            <a:custGeom>
              <a:avLst/>
              <a:gdLst/>
              <a:ahLst/>
              <a:cxnLst/>
              <a:rect l="l" t="t" r="r" b="b"/>
              <a:pathLst>
                <a:path w="1501" h="1442" extrusionOk="0">
                  <a:moveTo>
                    <a:pt x="1020" y="0"/>
                  </a:moveTo>
                  <a:lnTo>
                    <a:pt x="1044" y="234"/>
                  </a:lnTo>
                  <a:cubicBezTo>
                    <a:pt x="979" y="258"/>
                    <a:pt x="647" y="387"/>
                    <a:pt x="353" y="387"/>
                  </a:cubicBezTo>
                  <a:cubicBezTo>
                    <a:pt x="217" y="387"/>
                    <a:pt x="89" y="359"/>
                    <a:pt x="0" y="281"/>
                  </a:cubicBezTo>
                  <a:lnTo>
                    <a:pt x="0" y="281"/>
                  </a:lnTo>
                  <a:lnTo>
                    <a:pt x="481" y="1043"/>
                  </a:lnTo>
                  <a:cubicBezTo>
                    <a:pt x="539" y="1125"/>
                    <a:pt x="622" y="1184"/>
                    <a:pt x="715" y="1207"/>
                  </a:cubicBezTo>
                  <a:cubicBezTo>
                    <a:pt x="767" y="1220"/>
                    <a:pt x="832" y="1230"/>
                    <a:pt x="910" y="1230"/>
                  </a:cubicBezTo>
                  <a:cubicBezTo>
                    <a:pt x="974" y="1230"/>
                    <a:pt x="1046" y="1223"/>
                    <a:pt x="1126" y="1207"/>
                  </a:cubicBezTo>
                  <a:lnTo>
                    <a:pt x="1137" y="1442"/>
                  </a:lnTo>
                  <a:lnTo>
                    <a:pt x="1501" y="703"/>
                  </a:lnTo>
                  <a:lnTo>
                    <a:pt x="10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9"/>
            <p:cNvSpPr/>
            <p:nvPr/>
          </p:nvSpPr>
          <p:spPr>
            <a:xfrm>
              <a:off x="4694100" y="3374550"/>
              <a:ext cx="23750" cy="24900"/>
            </a:xfrm>
            <a:custGeom>
              <a:avLst/>
              <a:gdLst/>
              <a:ahLst/>
              <a:cxnLst/>
              <a:rect l="l" t="t" r="r" b="b"/>
              <a:pathLst>
                <a:path w="950" h="996" extrusionOk="0">
                  <a:moveTo>
                    <a:pt x="223" y="1"/>
                  </a:moveTo>
                  <a:lnTo>
                    <a:pt x="35" y="505"/>
                  </a:lnTo>
                  <a:cubicBezTo>
                    <a:pt x="0" y="610"/>
                    <a:pt x="12" y="716"/>
                    <a:pt x="71" y="798"/>
                  </a:cubicBezTo>
                  <a:cubicBezTo>
                    <a:pt x="150" y="897"/>
                    <a:pt x="296" y="996"/>
                    <a:pt x="516" y="996"/>
                  </a:cubicBezTo>
                  <a:cubicBezTo>
                    <a:pt x="557" y="996"/>
                    <a:pt x="599" y="993"/>
                    <a:pt x="645" y="985"/>
                  </a:cubicBezTo>
                  <a:lnTo>
                    <a:pt x="950" y="329"/>
                  </a:lnTo>
                  <a:lnTo>
                    <a:pt x="2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9"/>
            <p:cNvSpPr/>
            <p:nvPr/>
          </p:nvSpPr>
          <p:spPr>
            <a:xfrm>
              <a:off x="4470500" y="2718450"/>
              <a:ext cx="131900" cy="177075"/>
            </a:xfrm>
            <a:custGeom>
              <a:avLst/>
              <a:gdLst/>
              <a:ahLst/>
              <a:cxnLst/>
              <a:rect l="l" t="t" r="r" b="b"/>
              <a:pathLst>
                <a:path w="5276" h="7083" extrusionOk="0">
                  <a:moveTo>
                    <a:pt x="3107" y="0"/>
                  </a:moveTo>
                  <a:cubicBezTo>
                    <a:pt x="2556" y="293"/>
                    <a:pt x="2017" y="586"/>
                    <a:pt x="1466" y="856"/>
                  </a:cubicBezTo>
                  <a:cubicBezTo>
                    <a:pt x="985" y="1102"/>
                    <a:pt x="493" y="1348"/>
                    <a:pt x="1" y="1583"/>
                  </a:cubicBezTo>
                  <a:lnTo>
                    <a:pt x="2099" y="6189"/>
                  </a:lnTo>
                  <a:cubicBezTo>
                    <a:pt x="2372" y="6746"/>
                    <a:pt x="2973" y="7082"/>
                    <a:pt x="3594" y="7082"/>
                  </a:cubicBezTo>
                  <a:cubicBezTo>
                    <a:pt x="3744" y="7082"/>
                    <a:pt x="3896" y="7062"/>
                    <a:pt x="4045" y="7021"/>
                  </a:cubicBezTo>
                  <a:cubicBezTo>
                    <a:pt x="4853" y="6787"/>
                    <a:pt x="5275" y="5978"/>
                    <a:pt x="5006" y="5204"/>
                  </a:cubicBezTo>
                  <a:lnTo>
                    <a:pt x="3107" y="0"/>
                  </a:ln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9"/>
            <p:cNvSpPr/>
            <p:nvPr/>
          </p:nvSpPr>
          <p:spPr>
            <a:xfrm>
              <a:off x="4225525" y="2588050"/>
              <a:ext cx="399425" cy="455100"/>
            </a:xfrm>
            <a:custGeom>
              <a:avLst/>
              <a:gdLst/>
              <a:ahLst/>
              <a:cxnLst/>
              <a:rect l="l" t="t" r="r" b="b"/>
              <a:pathLst>
                <a:path w="15977" h="18204" extrusionOk="0">
                  <a:moveTo>
                    <a:pt x="7572" y="47"/>
                  </a:moveTo>
                  <a:cubicBezTo>
                    <a:pt x="7354" y="695"/>
                    <a:pt x="6577" y="876"/>
                    <a:pt x="5858" y="876"/>
                  </a:cubicBezTo>
                  <a:cubicBezTo>
                    <a:pt x="5265" y="876"/>
                    <a:pt x="4713" y="753"/>
                    <a:pt x="4548" y="668"/>
                  </a:cubicBezTo>
                  <a:cubicBezTo>
                    <a:pt x="3704" y="832"/>
                    <a:pt x="2462" y="1243"/>
                    <a:pt x="1864" y="1524"/>
                  </a:cubicBezTo>
                  <a:cubicBezTo>
                    <a:pt x="879" y="1993"/>
                    <a:pt x="153" y="9342"/>
                    <a:pt x="1594" y="10069"/>
                  </a:cubicBezTo>
                  <a:cubicBezTo>
                    <a:pt x="1231" y="12683"/>
                    <a:pt x="352" y="12214"/>
                    <a:pt x="0" y="18204"/>
                  </a:cubicBezTo>
                  <a:lnTo>
                    <a:pt x="12402" y="17840"/>
                  </a:lnTo>
                  <a:lnTo>
                    <a:pt x="11487" y="11042"/>
                  </a:lnTo>
                  <a:cubicBezTo>
                    <a:pt x="11487" y="11042"/>
                    <a:pt x="14301" y="10479"/>
                    <a:pt x="14828" y="9788"/>
                  </a:cubicBezTo>
                  <a:cubicBezTo>
                    <a:pt x="15977" y="8287"/>
                    <a:pt x="11698" y="1934"/>
                    <a:pt x="10960" y="680"/>
                  </a:cubicBezTo>
                  <a:cubicBezTo>
                    <a:pt x="10561" y="0"/>
                    <a:pt x="8416" y="70"/>
                    <a:pt x="7572" y="4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9"/>
            <p:cNvSpPr/>
            <p:nvPr/>
          </p:nvSpPr>
          <p:spPr>
            <a:xfrm>
              <a:off x="4504500" y="2785250"/>
              <a:ext cx="12025" cy="78850"/>
            </a:xfrm>
            <a:custGeom>
              <a:avLst/>
              <a:gdLst/>
              <a:ahLst/>
              <a:cxnLst/>
              <a:rect l="l" t="t" r="r" b="b"/>
              <a:pathLst>
                <a:path w="481" h="3154" extrusionOk="0">
                  <a:moveTo>
                    <a:pt x="0" y="1"/>
                  </a:moveTo>
                  <a:lnTo>
                    <a:pt x="328" y="3154"/>
                  </a:lnTo>
                  <a:cubicBezTo>
                    <a:pt x="328" y="3154"/>
                    <a:pt x="481" y="1689"/>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9"/>
            <p:cNvSpPr/>
            <p:nvPr/>
          </p:nvSpPr>
          <p:spPr>
            <a:xfrm>
              <a:off x="4442075" y="2655875"/>
              <a:ext cx="118100" cy="119725"/>
            </a:xfrm>
            <a:custGeom>
              <a:avLst/>
              <a:gdLst/>
              <a:ahLst/>
              <a:cxnLst/>
              <a:rect l="l" t="t" r="r" b="b"/>
              <a:pathLst>
                <a:path w="4724" h="4789" extrusionOk="0">
                  <a:moveTo>
                    <a:pt x="3554" y="1"/>
                  </a:moveTo>
                  <a:cubicBezTo>
                    <a:pt x="3263" y="1"/>
                    <a:pt x="1489" y="1964"/>
                    <a:pt x="1489" y="1964"/>
                  </a:cubicBezTo>
                  <a:cubicBezTo>
                    <a:pt x="1489" y="1964"/>
                    <a:pt x="1501" y="1284"/>
                    <a:pt x="1044" y="862"/>
                  </a:cubicBezTo>
                  <a:cubicBezTo>
                    <a:pt x="986" y="814"/>
                    <a:pt x="911" y="796"/>
                    <a:pt x="837" y="796"/>
                  </a:cubicBezTo>
                  <a:cubicBezTo>
                    <a:pt x="748" y="796"/>
                    <a:pt x="662" y="824"/>
                    <a:pt x="610" y="862"/>
                  </a:cubicBezTo>
                  <a:cubicBezTo>
                    <a:pt x="997" y="1577"/>
                    <a:pt x="493" y="3288"/>
                    <a:pt x="493" y="3288"/>
                  </a:cubicBezTo>
                  <a:lnTo>
                    <a:pt x="47" y="4015"/>
                  </a:lnTo>
                  <a:cubicBezTo>
                    <a:pt x="1" y="4086"/>
                    <a:pt x="2087" y="4789"/>
                    <a:pt x="2087" y="4789"/>
                  </a:cubicBezTo>
                  <a:cubicBezTo>
                    <a:pt x="2087" y="4789"/>
                    <a:pt x="4619" y="2034"/>
                    <a:pt x="4713" y="1765"/>
                  </a:cubicBezTo>
                  <a:cubicBezTo>
                    <a:pt x="4723" y="1732"/>
                    <a:pt x="4714" y="1718"/>
                    <a:pt x="4691" y="1718"/>
                  </a:cubicBezTo>
                  <a:cubicBezTo>
                    <a:pt x="4531" y="1718"/>
                    <a:pt x="3681" y="2398"/>
                    <a:pt x="3681" y="2398"/>
                  </a:cubicBezTo>
                  <a:cubicBezTo>
                    <a:pt x="3681" y="2398"/>
                    <a:pt x="4572" y="1354"/>
                    <a:pt x="4678" y="932"/>
                  </a:cubicBezTo>
                  <a:cubicBezTo>
                    <a:pt x="4688" y="889"/>
                    <a:pt x="4674" y="871"/>
                    <a:pt x="4642" y="871"/>
                  </a:cubicBezTo>
                  <a:cubicBezTo>
                    <a:pt x="4420" y="871"/>
                    <a:pt x="3330" y="1765"/>
                    <a:pt x="3330" y="1765"/>
                  </a:cubicBezTo>
                  <a:cubicBezTo>
                    <a:pt x="3751" y="1202"/>
                    <a:pt x="4595" y="217"/>
                    <a:pt x="4431" y="53"/>
                  </a:cubicBezTo>
                  <a:cubicBezTo>
                    <a:pt x="4420" y="41"/>
                    <a:pt x="4405" y="35"/>
                    <a:pt x="4386" y="35"/>
                  </a:cubicBezTo>
                  <a:cubicBezTo>
                    <a:pt x="4079" y="35"/>
                    <a:pt x="2814" y="1519"/>
                    <a:pt x="2814" y="1519"/>
                  </a:cubicBezTo>
                  <a:cubicBezTo>
                    <a:pt x="2814" y="1519"/>
                    <a:pt x="3716" y="264"/>
                    <a:pt x="3587" y="18"/>
                  </a:cubicBezTo>
                  <a:cubicBezTo>
                    <a:pt x="3581" y="6"/>
                    <a:pt x="3569" y="1"/>
                    <a:pt x="3554" y="1"/>
                  </a:cubicBez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9"/>
            <p:cNvSpPr/>
            <p:nvPr/>
          </p:nvSpPr>
          <p:spPr>
            <a:xfrm>
              <a:off x="4247500" y="2713450"/>
              <a:ext cx="264050" cy="233800"/>
            </a:xfrm>
            <a:custGeom>
              <a:avLst/>
              <a:gdLst/>
              <a:ahLst/>
              <a:cxnLst/>
              <a:rect l="l" t="t" r="r" b="b"/>
              <a:pathLst>
                <a:path w="10562" h="9352" extrusionOk="0">
                  <a:moveTo>
                    <a:pt x="8897" y="1"/>
                  </a:moveTo>
                  <a:cubicBezTo>
                    <a:pt x="8897" y="1"/>
                    <a:pt x="4029" y="5261"/>
                    <a:pt x="3697" y="5261"/>
                  </a:cubicBezTo>
                  <a:cubicBezTo>
                    <a:pt x="3689" y="5261"/>
                    <a:pt x="3684" y="5258"/>
                    <a:pt x="3681" y="5252"/>
                  </a:cubicBezTo>
                  <a:cubicBezTo>
                    <a:pt x="3482" y="4818"/>
                    <a:pt x="2954" y="3752"/>
                    <a:pt x="2614" y="3072"/>
                  </a:cubicBezTo>
                  <a:cubicBezTo>
                    <a:pt x="2321" y="3400"/>
                    <a:pt x="2052" y="3728"/>
                    <a:pt x="1759" y="4057"/>
                  </a:cubicBezTo>
                  <a:cubicBezTo>
                    <a:pt x="1196" y="4666"/>
                    <a:pt x="610" y="5252"/>
                    <a:pt x="0" y="5815"/>
                  </a:cubicBezTo>
                  <a:cubicBezTo>
                    <a:pt x="551" y="6835"/>
                    <a:pt x="1290" y="7983"/>
                    <a:pt x="2181" y="8792"/>
                  </a:cubicBezTo>
                  <a:cubicBezTo>
                    <a:pt x="2604" y="9181"/>
                    <a:pt x="3055" y="9352"/>
                    <a:pt x="3520" y="9352"/>
                  </a:cubicBezTo>
                  <a:cubicBezTo>
                    <a:pt x="6719" y="9352"/>
                    <a:pt x="10562" y="1290"/>
                    <a:pt x="10562" y="1290"/>
                  </a:cubicBezTo>
                  <a:lnTo>
                    <a:pt x="8897" y="1"/>
                  </a:lnTo>
                  <a:close/>
                </a:path>
              </a:pathLst>
            </a:custGeom>
            <a:solidFill>
              <a:srgbClr val="C56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9"/>
            <p:cNvSpPr/>
            <p:nvPr/>
          </p:nvSpPr>
          <p:spPr>
            <a:xfrm>
              <a:off x="4200325" y="2624375"/>
              <a:ext cx="139800" cy="310875"/>
            </a:xfrm>
            <a:custGeom>
              <a:avLst/>
              <a:gdLst/>
              <a:ahLst/>
              <a:cxnLst/>
              <a:rect l="l" t="t" r="r" b="b"/>
              <a:pathLst>
                <a:path w="5592" h="12435" extrusionOk="0">
                  <a:moveTo>
                    <a:pt x="3024" y="0"/>
                  </a:moveTo>
                  <a:cubicBezTo>
                    <a:pt x="2638" y="153"/>
                    <a:pt x="1688" y="1055"/>
                    <a:pt x="1442" y="1454"/>
                  </a:cubicBezTo>
                  <a:cubicBezTo>
                    <a:pt x="328" y="3318"/>
                    <a:pt x="0" y="10761"/>
                    <a:pt x="1290" y="12285"/>
                  </a:cubicBezTo>
                  <a:cubicBezTo>
                    <a:pt x="1377" y="12388"/>
                    <a:pt x="1487" y="12434"/>
                    <a:pt x="1614" y="12434"/>
                  </a:cubicBezTo>
                  <a:cubicBezTo>
                    <a:pt x="2820" y="12434"/>
                    <a:pt x="5591" y="8252"/>
                    <a:pt x="5591" y="8252"/>
                  </a:cubicBezTo>
                  <a:lnTo>
                    <a:pt x="30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9"/>
            <p:cNvSpPr/>
            <p:nvPr/>
          </p:nvSpPr>
          <p:spPr>
            <a:xfrm>
              <a:off x="4314025" y="2733375"/>
              <a:ext cx="34450" cy="97325"/>
            </a:xfrm>
            <a:custGeom>
              <a:avLst/>
              <a:gdLst/>
              <a:ahLst/>
              <a:cxnLst/>
              <a:rect l="l" t="t" r="r" b="b"/>
              <a:pathLst>
                <a:path w="1378" h="3893" extrusionOk="0">
                  <a:moveTo>
                    <a:pt x="0" y="1"/>
                  </a:moveTo>
                  <a:cubicBezTo>
                    <a:pt x="61" y="318"/>
                    <a:pt x="141" y="599"/>
                    <a:pt x="229" y="855"/>
                  </a:cubicBezTo>
                  <a:lnTo>
                    <a:pt x="229" y="855"/>
                  </a:lnTo>
                  <a:lnTo>
                    <a:pt x="0" y="1"/>
                  </a:lnTo>
                  <a:close/>
                  <a:moveTo>
                    <a:pt x="229" y="855"/>
                  </a:moveTo>
                  <a:lnTo>
                    <a:pt x="1043" y="3892"/>
                  </a:lnTo>
                  <a:cubicBezTo>
                    <a:pt x="1377" y="2784"/>
                    <a:pt x="684" y="2168"/>
                    <a:pt x="229" y="85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1" name="Google Shape;1111;p49"/>
          <p:cNvGrpSpPr/>
          <p:nvPr/>
        </p:nvGrpSpPr>
        <p:grpSpPr>
          <a:xfrm>
            <a:off x="5654535" y="3517531"/>
            <a:ext cx="1309554" cy="1217225"/>
            <a:chOff x="6364125" y="2948750"/>
            <a:chExt cx="780100" cy="725100"/>
          </a:xfrm>
        </p:grpSpPr>
        <p:sp>
          <p:nvSpPr>
            <p:cNvPr id="1112" name="Google Shape;1112;p49"/>
            <p:cNvSpPr/>
            <p:nvPr/>
          </p:nvSpPr>
          <p:spPr>
            <a:xfrm>
              <a:off x="6592400" y="3281250"/>
              <a:ext cx="330000" cy="236050"/>
            </a:xfrm>
            <a:custGeom>
              <a:avLst/>
              <a:gdLst/>
              <a:ahLst/>
              <a:cxnLst/>
              <a:rect l="l" t="t" r="r" b="b"/>
              <a:pathLst>
                <a:path w="13200" h="9442" extrusionOk="0">
                  <a:moveTo>
                    <a:pt x="3942" y="1"/>
                  </a:moveTo>
                  <a:cubicBezTo>
                    <a:pt x="3250" y="1"/>
                    <a:pt x="2556" y="182"/>
                    <a:pt x="1958" y="544"/>
                  </a:cubicBezTo>
                  <a:cubicBezTo>
                    <a:pt x="435" y="1470"/>
                    <a:pt x="1" y="3276"/>
                    <a:pt x="974" y="4659"/>
                  </a:cubicBezTo>
                  <a:lnTo>
                    <a:pt x="4338" y="9441"/>
                  </a:lnTo>
                  <a:lnTo>
                    <a:pt x="13199" y="7109"/>
                  </a:lnTo>
                  <a:lnTo>
                    <a:pt x="11523" y="4284"/>
                  </a:lnTo>
                  <a:lnTo>
                    <a:pt x="5991" y="591"/>
                  </a:lnTo>
                  <a:cubicBezTo>
                    <a:pt x="5381" y="197"/>
                    <a:pt x="4662" y="1"/>
                    <a:pt x="3942" y="1"/>
                  </a:cubicBezTo>
                  <a:close/>
                </a:path>
              </a:pathLst>
            </a:custGeom>
            <a:solidFill>
              <a:srgbClr val="D026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9"/>
            <p:cNvSpPr/>
            <p:nvPr/>
          </p:nvSpPr>
          <p:spPr>
            <a:xfrm>
              <a:off x="6679725" y="3378375"/>
              <a:ext cx="67725" cy="77975"/>
            </a:xfrm>
            <a:custGeom>
              <a:avLst/>
              <a:gdLst/>
              <a:ahLst/>
              <a:cxnLst/>
              <a:rect l="l" t="t" r="r" b="b"/>
              <a:pathLst>
                <a:path w="2709" h="3119" fill="none" extrusionOk="0">
                  <a:moveTo>
                    <a:pt x="1" y="0"/>
                  </a:moveTo>
                  <a:lnTo>
                    <a:pt x="2709" y="3118"/>
                  </a:lnTo>
                </a:path>
              </a:pathLst>
            </a:custGeom>
            <a:noFill/>
            <a:ln w="4400" cap="flat" cmpd="sng">
              <a:solidFill>
                <a:srgbClr val="D0262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9"/>
            <p:cNvSpPr/>
            <p:nvPr/>
          </p:nvSpPr>
          <p:spPr>
            <a:xfrm>
              <a:off x="6953150" y="3574750"/>
              <a:ext cx="184925" cy="70900"/>
            </a:xfrm>
            <a:custGeom>
              <a:avLst/>
              <a:gdLst/>
              <a:ahLst/>
              <a:cxnLst/>
              <a:rect l="l" t="t" r="r" b="b"/>
              <a:pathLst>
                <a:path w="7397" h="2836" extrusionOk="0">
                  <a:moveTo>
                    <a:pt x="2653" y="0"/>
                  </a:moveTo>
                  <a:cubicBezTo>
                    <a:pt x="2243" y="0"/>
                    <a:pt x="1914" y="257"/>
                    <a:pt x="1723" y="503"/>
                  </a:cubicBezTo>
                  <a:cubicBezTo>
                    <a:pt x="1610" y="653"/>
                    <a:pt x="1369" y="702"/>
                    <a:pt x="1102" y="702"/>
                  </a:cubicBezTo>
                  <a:cubicBezTo>
                    <a:pt x="597" y="702"/>
                    <a:pt x="0" y="526"/>
                    <a:pt x="0" y="526"/>
                  </a:cubicBezTo>
                  <a:lnTo>
                    <a:pt x="0" y="526"/>
                  </a:lnTo>
                  <a:lnTo>
                    <a:pt x="668" y="2835"/>
                  </a:lnTo>
                  <a:lnTo>
                    <a:pt x="6916" y="2835"/>
                  </a:lnTo>
                  <a:cubicBezTo>
                    <a:pt x="6916" y="2835"/>
                    <a:pt x="7397" y="2788"/>
                    <a:pt x="7221" y="2226"/>
                  </a:cubicBezTo>
                  <a:cubicBezTo>
                    <a:pt x="7045" y="1675"/>
                    <a:pt x="5744" y="1616"/>
                    <a:pt x="5744" y="1616"/>
                  </a:cubicBezTo>
                  <a:cubicBezTo>
                    <a:pt x="5744" y="1616"/>
                    <a:pt x="4513" y="1393"/>
                    <a:pt x="3646" y="503"/>
                  </a:cubicBezTo>
                  <a:cubicBezTo>
                    <a:pt x="3287" y="134"/>
                    <a:pt x="2949" y="0"/>
                    <a:pt x="2653" y="0"/>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9"/>
            <p:cNvSpPr/>
            <p:nvPr/>
          </p:nvSpPr>
          <p:spPr>
            <a:xfrm>
              <a:off x="6751525" y="3552425"/>
              <a:ext cx="218350" cy="93225"/>
            </a:xfrm>
            <a:custGeom>
              <a:avLst/>
              <a:gdLst/>
              <a:ahLst/>
              <a:cxnLst/>
              <a:rect l="l" t="t" r="r" b="b"/>
              <a:pathLst>
                <a:path w="8734" h="3729" extrusionOk="0">
                  <a:moveTo>
                    <a:pt x="1126" y="1"/>
                  </a:moveTo>
                  <a:cubicBezTo>
                    <a:pt x="856" y="927"/>
                    <a:pt x="634" y="1876"/>
                    <a:pt x="329" y="2779"/>
                  </a:cubicBezTo>
                  <a:cubicBezTo>
                    <a:pt x="223" y="3095"/>
                    <a:pt x="118" y="3412"/>
                    <a:pt x="1" y="3728"/>
                  </a:cubicBezTo>
                  <a:lnTo>
                    <a:pt x="8733" y="3728"/>
                  </a:lnTo>
                  <a:lnTo>
                    <a:pt x="8569" y="1560"/>
                  </a:lnTo>
                  <a:lnTo>
                    <a:pt x="1126" y="1"/>
                  </a:ln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9"/>
            <p:cNvSpPr/>
            <p:nvPr/>
          </p:nvSpPr>
          <p:spPr>
            <a:xfrm>
              <a:off x="6614975" y="3349350"/>
              <a:ext cx="432250" cy="296300"/>
            </a:xfrm>
            <a:custGeom>
              <a:avLst/>
              <a:gdLst/>
              <a:ahLst/>
              <a:cxnLst/>
              <a:rect l="l" t="t" r="r" b="b"/>
              <a:pathLst>
                <a:path w="17290" h="11852" extrusionOk="0">
                  <a:moveTo>
                    <a:pt x="9272" y="1"/>
                  </a:moveTo>
                  <a:lnTo>
                    <a:pt x="9143" y="3013"/>
                  </a:lnTo>
                  <a:cubicBezTo>
                    <a:pt x="9143" y="3013"/>
                    <a:pt x="3869" y="4314"/>
                    <a:pt x="1231" y="5990"/>
                  </a:cubicBezTo>
                  <a:cubicBezTo>
                    <a:pt x="446" y="6483"/>
                    <a:pt x="0" y="7397"/>
                    <a:pt x="165" y="8311"/>
                  </a:cubicBezTo>
                  <a:cubicBezTo>
                    <a:pt x="176" y="8393"/>
                    <a:pt x="200" y="8475"/>
                    <a:pt x="223" y="8546"/>
                  </a:cubicBezTo>
                  <a:cubicBezTo>
                    <a:pt x="469" y="9671"/>
                    <a:pt x="1290" y="11031"/>
                    <a:pt x="3693" y="11628"/>
                  </a:cubicBezTo>
                  <a:cubicBezTo>
                    <a:pt x="4338" y="11781"/>
                    <a:pt x="4982" y="11851"/>
                    <a:pt x="5639" y="11851"/>
                  </a:cubicBezTo>
                  <a:lnTo>
                    <a:pt x="8299" y="11851"/>
                  </a:lnTo>
                  <a:lnTo>
                    <a:pt x="8604" y="9284"/>
                  </a:lnTo>
                  <a:lnTo>
                    <a:pt x="12683" y="9226"/>
                  </a:lnTo>
                  <a:cubicBezTo>
                    <a:pt x="14465" y="9226"/>
                    <a:pt x="16633" y="8475"/>
                    <a:pt x="16903" y="6823"/>
                  </a:cubicBezTo>
                  <a:cubicBezTo>
                    <a:pt x="17290" y="4420"/>
                    <a:pt x="15649" y="2134"/>
                    <a:pt x="15649" y="2134"/>
                  </a:cubicBezTo>
                  <a:lnTo>
                    <a:pt x="92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9"/>
            <p:cNvSpPr/>
            <p:nvPr/>
          </p:nvSpPr>
          <p:spPr>
            <a:xfrm>
              <a:off x="6703175" y="3384800"/>
              <a:ext cx="142150" cy="85025"/>
            </a:xfrm>
            <a:custGeom>
              <a:avLst/>
              <a:gdLst/>
              <a:ahLst/>
              <a:cxnLst/>
              <a:rect l="l" t="t" r="r" b="b"/>
              <a:pathLst>
                <a:path w="5686" h="3401" fill="none" extrusionOk="0">
                  <a:moveTo>
                    <a:pt x="5686" y="1"/>
                  </a:moveTo>
                  <a:lnTo>
                    <a:pt x="5568" y="1525"/>
                  </a:lnTo>
                  <a:lnTo>
                    <a:pt x="1" y="3400"/>
                  </a:lnTo>
                </a:path>
              </a:pathLst>
            </a:custGeom>
            <a:noFill/>
            <a:ln w="4400" cap="flat" cmpd="sng">
              <a:solidFill>
                <a:srgbClr val="D0262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9"/>
            <p:cNvSpPr/>
            <p:nvPr/>
          </p:nvSpPr>
          <p:spPr>
            <a:xfrm>
              <a:off x="6864950" y="2949050"/>
              <a:ext cx="279275" cy="286375"/>
            </a:xfrm>
            <a:custGeom>
              <a:avLst/>
              <a:gdLst/>
              <a:ahLst/>
              <a:cxnLst/>
              <a:rect l="l" t="t" r="r" b="b"/>
              <a:pathLst>
                <a:path w="11171" h="11455" extrusionOk="0">
                  <a:moveTo>
                    <a:pt x="2787" y="0"/>
                  </a:moveTo>
                  <a:cubicBezTo>
                    <a:pt x="2070" y="0"/>
                    <a:pt x="465" y="1398"/>
                    <a:pt x="164" y="2486"/>
                  </a:cubicBezTo>
                  <a:cubicBezTo>
                    <a:pt x="70" y="2814"/>
                    <a:pt x="0" y="3107"/>
                    <a:pt x="35" y="3611"/>
                  </a:cubicBezTo>
                  <a:cubicBezTo>
                    <a:pt x="94" y="4303"/>
                    <a:pt x="528" y="5299"/>
                    <a:pt x="996" y="5815"/>
                  </a:cubicBezTo>
                  <a:cubicBezTo>
                    <a:pt x="1571" y="6460"/>
                    <a:pt x="2297" y="6964"/>
                    <a:pt x="2895" y="7585"/>
                  </a:cubicBezTo>
                  <a:cubicBezTo>
                    <a:pt x="3739" y="8464"/>
                    <a:pt x="4325" y="9578"/>
                    <a:pt x="5193" y="10445"/>
                  </a:cubicBezTo>
                  <a:cubicBezTo>
                    <a:pt x="5769" y="10999"/>
                    <a:pt x="6521" y="11455"/>
                    <a:pt x="7320" y="11455"/>
                  </a:cubicBezTo>
                  <a:cubicBezTo>
                    <a:pt x="7349" y="11455"/>
                    <a:pt x="7379" y="11454"/>
                    <a:pt x="7408" y="11453"/>
                  </a:cubicBezTo>
                  <a:cubicBezTo>
                    <a:pt x="7783" y="11441"/>
                    <a:pt x="8147" y="11312"/>
                    <a:pt x="8498" y="11172"/>
                  </a:cubicBezTo>
                  <a:cubicBezTo>
                    <a:pt x="9014" y="10961"/>
                    <a:pt x="9506" y="10691"/>
                    <a:pt x="9963" y="10375"/>
                  </a:cubicBezTo>
                  <a:cubicBezTo>
                    <a:pt x="10831" y="9578"/>
                    <a:pt x="11171" y="8347"/>
                    <a:pt x="10831" y="7210"/>
                  </a:cubicBezTo>
                  <a:cubicBezTo>
                    <a:pt x="10784" y="7081"/>
                    <a:pt x="10737" y="6952"/>
                    <a:pt x="10702" y="6835"/>
                  </a:cubicBezTo>
                  <a:cubicBezTo>
                    <a:pt x="10409" y="6038"/>
                    <a:pt x="9835" y="5369"/>
                    <a:pt x="9096" y="4971"/>
                  </a:cubicBezTo>
                  <a:cubicBezTo>
                    <a:pt x="8639" y="4725"/>
                    <a:pt x="8123" y="4584"/>
                    <a:pt x="7666" y="4315"/>
                  </a:cubicBezTo>
                  <a:cubicBezTo>
                    <a:pt x="7150" y="4010"/>
                    <a:pt x="6752" y="3564"/>
                    <a:pt x="6353" y="3119"/>
                  </a:cubicBezTo>
                  <a:cubicBezTo>
                    <a:pt x="5755" y="2474"/>
                    <a:pt x="5169" y="1818"/>
                    <a:pt x="4571" y="1161"/>
                  </a:cubicBezTo>
                  <a:cubicBezTo>
                    <a:pt x="4091" y="622"/>
                    <a:pt x="3528" y="48"/>
                    <a:pt x="2813" y="1"/>
                  </a:cubicBezTo>
                  <a:cubicBezTo>
                    <a:pt x="2805" y="1"/>
                    <a:pt x="2796" y="0"/>
                    <a:pt x="2787" y="0"/>
                  </a:cubicBezTo>
                  <a:close/>
                </a:path>
              </a:pathLst>
            </a:custGeom>
            <a:solidFill>
              <a:srgbClr val="92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9"/>
            <p:cNvSpPr/>
            <p:nvPr/>
          </p:nvSpPr>
          <p:spPr>
            <a:xfrm>
              <a:off x="6846175" y="2952150"/>
              <a:ext cx="123700" cy="131750"/>
            </a:xfrm>
            <a:custGeom>
              <a:avLst/>
              <a:gdLst/>
              <a:ahLst/>
              <a:cxnLst/>
              <a:rect l="l" t="t" r="r" b="b"/>
              <a:pathLst>
                <a:path w="4948" h="5270" extrusionOk="0">
                  <a:moveTo>
                    <a:pt x="2713" y="1"/>
                  </a:moveTo>
                  <a:cubicBezTo>
                    <a:pt x="2154" y="1"/>
                    <a:pt x="1579" y="250"/>
                    <a:pt x="1138" y="639"/>
                  </a:cubicBezTo>
                  <a:cubicBezTo>
                    <a:pt x="552" y="1155"/>
                    <a:pt x="188" y="1928"/>
                    <a:pt x="118" y="2725"/>
                  </a:cubicBezTo>
                  <a:cubicBezTo>
                    <a:pt x="1" y="3792"/>
                    <a:pt x="446" y="4929"/>
                    <a:pt x="1513" y="5210"/>
                  </a:cubicBezTo>
                  <a:cubicBezTo>
                    <a:pt x="1663" y="5251"/>
                    <a:pt x="1815" y="5270"/>
                    <a:pt x="1966" y="5270"/>
                  </a:cubicBezTo>
                  <a:cubicBezTo>
                    <a:pt x="2559" y="5270"/>
                    <a:pt x="3139" y="4974"/>
                    <a:pt x="3541" y="4507"/>
                  </a:cubicBezTo>
                  <a:cubicBezTo>
                    <a:pt x="4455" y="3476"/>
                    <a:pt x="4947" y="1319"/>
                    <a:pt x="3728" y="346"/>
                  </a:cubicBezTo>
                  <a:cubicBezTo>
                    <a:pt x="3588" y="240"/>
                    <a:pt x="3447" y="158"/>
                    <a:pt x="3295" y="100"/>
                  </a:cubicBezTo>
                  <a:cubicBezTo>
                    <a:pt x="3107" y="32"/>
                    <a:pt x="2911" y="1"/>
                    <a:pt x="2713"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9"/>
            <p:cNvSpPr/>
            <p:nvPr/>
          </p:nvSpPr>
          <p:spPr>
            <a:xfrm>
              <a:off x="6942300" y="3014750"/>
              <a:ext cx="33425" cy="37725"/>
            </a:xfrm>
            <a:custGeom>
              <a:avLst/>
              <a:gdLst/>
              <a:ahLst/>
              <a:cxnLst/>
              <a:rect l="l" t="t" r="r" b="b"/>
              <a:pathLst>
                <a:path w="1337" h="1509" extrusionOk="0">
                  <a:moveTo>
                    <a:pt x="762" y="0"/>
                  </a:moveTo>
                  <a:cubicBezTo>
                    <a:pt x="601" y="0"/>
                    <a:pt x="439" y="68"/>
                    <a:pt x="352" y="198"/>
                  </a:cubicBezTo>
                  <a:lnTo>
                    <a:pt x="1" y="1347"/>
                  </a:lnTo>
                  <a:cubicBezTo>
                    <a:pt x="136" y="1454"/>
                    <a:pt x="320" y="1509"/>
                    <a:pt x="498" y="1509"/>
                  </a:cubicBezTo>
                  <a:cubicBezTo>
                    <a:pt x="613" y="1509"/>
                    <a:pt x="725" y="1486"/>
                    <a:pt x="821" y="1440"/>
                  </a:cubicBezTo>
                  <a:cubicBezTo>
                    <a:pt x="1079" y="1323"/>
                    <a:pt x="1267" y="1054"/>
                    <a:pt x="1302" y="761"/>
                  </a:cubicBezTo>
                  <a:cubicBezTo>
                    <a:pt x="1337" y="503"/>
                    <a:pt x="1243" y="221"/>
                    <a:pt x="1044" y="81"/>
                  </a:cubicBezTo>
                  <a:cubicBezTo>
                    <a:pt x="963" y="27"/>
                    <a:pt x="863" y="0"/>
                    <a:pt x="762" y="0"/>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9"/>
            <p:cNvSpPr/>
            <p:nvPr/>
          </p:nvSpPr>
          <p:spPr>
            <a:xfrm>
              <a:off x="6886675" y="3030525"/>
              <a:ext cx="66200" cy="127150"/>
            </a:xfrm>
            <a:custGeom>
              <a:avLst/>
              <a:gdLst/>
              <a:ahLst/>
              <a:cxnLst/>
              <a:rect l="l" t="t" r="r" b="b"/>
              <a:pathLst>
                <a:path w="2648" h="5086" extrusionOk="0">
                  <a:moveTo>
                    <a:pt x="2448" y="1"/>
                  </a:moveTo>
                  <a:lnTo>
                    <a:pt x="92" y="282"/>
                  </a:lnTo>
                  <a:lnTo>
                    <a:pt x="22" y="3751"/>
                  </a:lnTo>
                  <a:cubicBezTo>
                    <a:pt x="0" y="4485"/>
                    <a:pt x="591" y="5085"/>
                    <a:pt x="1309" y="5085"/>
                  </a:cubicBezTo>
                  <a:cubicBezTo>
                    <a:pt x="1360" y="5085"/>
                    <a:pt x="1412" y="5082"/>
                    <a:pt x="1464" y="5076"/>
                  </a:cubicBezTo>
                  <a:cubicBezTo>
                    <a:pt x="2144" y="4994"/>
                    <a:pt x="2648" y="4396"/>
                    <a:pt x="2612" y="3716"/>
                  </a:cubicBezTo>
                  <a:lnTo>
                    <a:pt x="2448" y="1"/>
                  </a:ln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9"/>
            <p:cNvSpPr/>
            <p:nvPr/>
          </p:nvSpPr>
          <p:spPr>
            <a:xfrm>
              <a:off x="6887800" y="3064825"/>
              <a:ext cx="46900" cy="31375"/>
            </a:xfrm>
            <a:custGeom>
              <a:avLst/>
              <a:gdLst/>
              <a:ahLst/>
              <a:cxnLst/>
              <a:rect l="l" t="t" r="r" b="b"/>
              <a:pathLst>
                <a:path w="1876" h="1255" extrusionOk="0">
                  <a:moveTo>
                    <a:pt x="1876" y="0"/>
                  </a:moveTo>
                  <a:cubicBezTo>
                    <a:pt x="1300" y="657"/>
                    <a:pt x="622" y="758"/>
                    <a:pt x="260" y="758"/>
                  </a:cubicBezTo>
                  <a:cubicBezTo>
                    <a:pt x="99" y="758"/>
                    <a:pt x="0" y="738"/>
                    <a:pt x="0" y="738"/>
                  </a:cubicBezTo>
                  <a:lnTo>
                    <a:pt x="0" y="1254"/>
                  </a:lnTo>
                  <a:cubicBezTo>
                    <a:pt x="1442" y="1020"/>
                    <a:pt x="1876" y="0"/>
                    <a:pt x="1876"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9"/>
            <p:cNvSpPr/>
            <p:nvPr/>
          </p:nvSpPr>
          <p:spPr>
            <a:xfrm>
              <a:off x="6871375" y="2948750"/>
              <a:ext cx="111975" cy="66925"/>
            </a:xfrm>
            <a:custGeom>
              <a:avLst/>
              <a:gdLst/>
              <a:ahLst/>
              <a:cxnLst/>
              <a:rect l="l" t="t" r="r" b="b"/>
              <a:pathLst>
                <a:path w="4479" h="2677" extrusionOk="0">
                  <a:moveTo>
                    <a:pt x="2106" y="1"/>
                  </a:moveTo>
                  <a:cubicBezTo>
                    <a:pt x="778" y="1"/>
                    <a:pt x="1" y="892"/>
                    <a:pt x="1" y="892"/>
                  </a:cubicBezTo>
                  <a:cubicBezTo>
                    <a:pt x="758" y="1932"/>
                    <a:pt x="1983" y="2677"/>
                    <a:pt x="3267" y="2677"/>
                  </a:cubicBezTo>
                  <a:cubicBezTo>
                    <a:pt x="3315" y="2677"/>
                    <a:pt x="3364" y="2676"/>
                    <a:pt x="3412" y="2674"/>
                  </a:cubicBezTo>
                  <a:cubicBezTo>
                    <a:pt x="3412" y="2674"/>
                    <a:pt x="4479" y="529"/>
                    <a:pt x="2955" y="118"/>
                  </a:cubicBezTo>
                  <a:cubicBezTo>
                    <a:pt x="2652" y="35"/>
                    <a:pt x="2368" y="1"/>
                    <a:pt x="2106" y="1"/>
                  </a:cubicBezTo>
                  <a:close/>
                </a:path>
              </a:pathLst>
            </a:custGeom>
            <a:solidFill>
              <a:srgbClr val="92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9"/>
            <p:cNvSpPr/>
            <p:nvPr/>
          </p:nvSpPr>
          <p:spPr>
            <a:xfrm>
              <a:off x="6955200" y="3027000"/>
              <a:ext cx="6750" cy="10300"/>
            </a:xfrm>
            <a:custGeom>
              <a:avLst/>
              <a:gdLst/>
              <a:ahLst/>
              <a:cxnLst/>
              <a:rect l="l" t="t" r="r" b="b"/>
              <a:pathLst>
                <a:path w="270" h="412" fill="none" extrusionOk="0">
                  <a:moveTo>
                    <a:pt x="0" y="411"/>
                  </a:moveTo>
                  <a:cubicBezTo>
                    <a:pt x="153" y="411"/>
                    <a:pt x="270" y="317"/>
                    <a:pt x="270" y="188"/>
                  </a:cubicBezTo>
                  <a:cubicBezTo>
                    <a:pt x="270" y="106"/>
                    <a:pt x="200" y="24"/>
                    <a:pt x="106" y="1"/>
                  </a:cubicBezTo>
                </a:path>
              </a:pathLst>
            </a:custGeom>
            <a:noFill/>
            <a:ln w="2925" cap="rnd" cmpd="sng">
              <a:solidFill>
                <a:srgbClr val="1E1C1C"/>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9"/>
            <p:cNvSpPr/>
            <p:nvPr/>
          </p:nvSpPr>
          <p:spPr>
            <a:xfrm>
              <a:off x="6867575" y="3021450"/>
              <a:ext cx="10875" cy="17225"/>
            </a:xfrm>
            <a:custGeom>
              <a:avLst/>
              <a:gdLst/>
              <a:ahLst/>
              <a:cxnLst/>
              <a:rect l="l" t="t" r="r" b="b"/>
              <a:pathLst>
                <a:path w="435" h="689" extrusionOk="0">
                  <a:moveTo>
                    <a:pt x="434" y="0"/>
                  </a:moveTo>
                  <a:lnTo>
                    <a:pt x="434" y="0"/>
                  </a:lnTo>
                  <a:cubicBezTo>
                    <a:pt x="387" y="82"/>
                    <a:pt x="329" y="164"/>
                    <a:pt x="270" y="246"/>
                  </a:cubicBezTo>
                  <a:cubicBezTo>
                    <a:pt x="235" y="282"/>
                    <a:pt x="200" y="317"/>
                    <a:pt x="165" y="352"/>
                  </a:cubicBezTo>
                  <a:cubicBezTo>
                    <a:pt x="141" y="387"/>
                    <a:pt x="94" y="410"/>
                    <a:pt x="71" y="422"/>
                  </a:cubicBezTo>
                  <a:lnTo>
                    <a:pt x="1" y="434"/>
                  </a:lnTo>
                  <a:lnTo>
                    <a:pt x="47" y="516"/>
                  </a:lnTo>
                  <a:lnTo>
                    <a:pt x="270" y="680"/>
                  </a:lnTo>
                  <a:cubicBezTo>
                    <a:pt x="270" y="686"/>
                    <a:pt x="273" y="689"/>
                    <a:pt x="277" y="689"/>
                  </a:cubicBezTo>
                  <a:cubicBezTo>
                    <a:pt x="282" y="689"/>
                    <a:pt x="288" y="686"/>
                    <a:pt x="294" y="680"/>
                  </a:cubicBezTo>
                  <a:cubicBezTo>
                    <a:pt x="294" y="680"/>
                    <a:pt x="305" y="668"/>
                    <a:pt x="294" y="657"/>
                  </a:cubicBezTo>
                  <a:lnTo>
                    <a:pt x="167" y="485"/>
                  </a:lnTo>
                  <a:lnTo>
                    <a:pt x="167" y="485"/>
                  </a:lnTo>
                  <a:cubicBezTo>
                    <a:pt x="195" y="458"/>
                    <a:pt x="213" y="429"/>
                    <a:pt x="235" y="399"/>
                  </a:cubicBezTo>
                  <a:cubicBezTo>
                    <a:pt x="258" y="364"/>
                    <a:pt x="294" y="317"/>
                    <a:pt x="317" y="270"/>
                  </a:cubicBezTo>
                  <a:cubicBezTo>
                    <a:pt x="364" y="188"/>
                    <a:pt x="399" y="94"/>
                    <a:pt x="434"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9"/>
            <p:cNvSpPr/>
            <p:nvPr/>
          </p:nvSpPr>
          <p:spPr>
            <a:xfrm>
              <a:off x="6868150" y="3040200"/>
              <a:ext cx="21725" cy="11525"/>
            </a:xfrm>
            <a:custGeom>
              <a:avLst/>
              <a:gdLst/>
              <a:ahLst/>
              <a:cxnLst/>
              <a:rect l="l" t="t" r="r" b="b"/>
              <a:pathLst>
                <a:path w="869" h="461" extrusionOk="0">
                  <a:moveTo>
                    <a:pt x="868" y="0"/>
                  </a:moveTo>
                  <a:cubicBezTo>
                    <a:pt x="810" y="59"/>
                    <a:pt x="751" y="129"/>
                    <a:pt x="681" y="188"/>
                  </a:cubicBezTo>
                  <a:cubicBezTo>
                    <a:pt x="622" y="247"/>
                    <a:pt x="552" y="305"/>
                    <a:pt x="482" y="329"/>
                  </a:cubicBezTo>
                  <a:cubicBezTo>
                    <a:pt x="430" y="346"/>
                    <a:pt x="372" y="357"/>
                    <a:pt x="313" y="357"/>
                  </a:cubicBezTo>
                  <a:cubicBezTo>
                    <a:pt x="291" y="357"/>
                    <a:pt x="269" y="355"/>
                    <a:pt x="247" y="352"/>
                  </a:cubicBezTo>
                  <a:cubicBezTo>
                    <a:pt x="165" y="340"/>
                    <a:pt x="83" y="305"/>
                    <a:pt x="1" y="258"/>
                  </a:cubicBezTo>
                  <a:lnTo>
                    <a:pt x="1" y="258"/>
                  </a:lnTo>
                  <a:cubicBezTo>
                    <a:pt x="60" y="340"/>
                    <a:pt x="130" y="399"/>
                    <a:pt x="224" y="434"/>
                  </a:cubicBezTo>
                  <a:cubicBezTo>
                    <a:pt x="271" y="452"/>
                    <a:pt x="320" y="460"/>
                    <a:pt x="372" y="460"/>
                  </a:cubicBezTo>
                  <a:cubicBezTo>
                    <a:pt x="423" y="460"/>
                    <a:pt x="476" y="452"/>
                    <a:pt x="528" y="434"/>
                  </a:cubicBezTo>
                  <a:cubicBezTo>
                    <a:pt x="622" y="399"/>
                    <a:pt x="693" y="329"/>
                    <a:pt x="751" y="247"/>
                  </a:cubicBezTo>
                  <a:cubicBezTo>
                    <a:pt x="775" y="211"/>
                    <a:pt x="798" y="165"/>
                    <a:pt x="822" y="129"/>
                  </a:cubicBezTo>
                  <a:cubicBezTo>
                    <a:pt x="845" y="82"/>
                    <a:pt x="857" y="47"/>
                    <a:pt x="868"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9"/>
            <p:cNvSpPr/>
            <p:nvPr/>
          </p:nvSpPr>
          <p:spPr>
            <a:xfrm>
              <a:off x="6890725" y="3009900"/>
              <a:ext cx="17600" cy="16925"/>
            </a:xfrm>
            <a:custGeom>
              <a:avLst/>
              <a:gdLst/>
              <a:ahLst/>
              <a:cxnLst/>
              <a:rect l="l" t="t" r="r" b="b"/>
              <a:pathLst>
                <a:path w="704" h="677" extrusionOk="0">
                  <a:moveTo>
                    <a:pt x="657" y="0"/>
                  </a:moveTo>
                  <a:cubicBezTo>
                    <a:pt x="646" y="0"/>
                    <a:pt x="634" y="11"/>
                    <a:pt x="634" y="29"/>
                  </a:cubicBezTo>
                  <a:cubicBezTo>
                    <a:pt x="610" y="146"/>
                    <a:pt x="563" y="263"/>
                    <a:pt x="516" y="357"/>
                  </a:cubicBezTo>
                  <a:cubicBezTo>
                    <a:pt x="469" y="462"/>
                    <a:pt x="399" y="556"/>
                    <a:pt x="305" y="556"/>
                  </a:cubicBezTo>
                  <a:cubicBezTo>
                    <a:pt x="294" y="559"/>
                    <a:pt x="284" y="560"/>
                    <a:pt x="274" y="560"/>
                  </a:cubicBezTo>
                  <a:cubicBezTo>
                    <a:pt x="196" y="560"/>
                    <a:pt x="138" y="485"/>
                    <a:pt x="118" y="392"/>
                  </a:cubicBezTo>
                  <a:cubicBezTo>
                    <a:pt x="94" y="286"/>
                    <a:pt x="83" y="157"/>
                    <a:pt x="94" y="52"/>
                  </a:cubicBezTo>
                  <a:lnTo>
                    <a:pt x="94" y="40"/>
                  </a:lnTo>
                  <a:cubicBezTo>
                    <a:pt x="94" y="29"/>
                    <a:pt x="83" y="17"/>
                    <a:pt x="71" y="17"/>
                  </a:cubicBezTo>
                  <a:cubicBezTo>
                    <a:pt x="68" y="14"/>
                    <a:pt x="64" y="12"/>
                    <a:pt x="60" y="12"/>
                  </a:cubicBezTo>
                  <a:cubicBezTo>
                    <a:pt x="48" y="12"/>
                    <a:pt x="36" y="23"/>
                    <a:pt x="36" y="40"/>
                  </a:cubicBezTo>
                  <a:cubicBezTo>
                    <a:pt x="12" y="157"/>
                    <a:pt x="1" y="286"/>
                    <a:pt x="24" y="415"/>
                  </a:cubicBezTo>
                  <a:cubicBezTo>
                    <a:pt x="36" y="474"/>
                    <a:pt x="47" y="544"/>
                    <a:pt x="106" y="603"/>
                  </a:cubicBezTo>
                  <a:cubicBezTo>
                    <a:pt x="155" y="652"/>
                    <a:pt x="220" y="676"/>
                    <a:pt x="281" y="676"/>
                  </a:cubicBezTo>
                  <a:cubicBezTo>
                    <a:pt x="293" y="676"/>
                    <a:pt x="305" y="675"/>
                    <a:pt x="317" y="673"/>
                  </a:cubicBezTo>
                  <a:cubicBezTo>
                    <a:pt x="469" y="650"/>
                    <a:pt x="563" y="521"/>
                    <a:pt x="610" y="404"/>
                  </a:cubicBezTo>
                  <a:cubicBezTo>
                    <a:pt x="669" y="286"/>
                    <a:pt x="692" y="169"/>
                    <a:pt x="704" y="40"/>
                  </a:cubicBezTo>
                  <a:cubicBezTo>
                    <a:pt x="704" y="17"/>
                    <a:pt x="692" y="5"/>
                    <a:pt x="669" y="5"/>
                  </a:cubicBezTo>
                  <a:cubicBezTo>
                    <a:pt x="666" y="2"/>
                    <a:pt x="662" y="0"/>
                    <a:pt x="657"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9"/>
            <p:cNvSpPr/>
            <p:nvPr/>
          </p:nvSpPr>
          <p:spPr>
            <a:xfrm>
              <a:off x="6853225" y="3007675"/>
              <a:ext cx="14075" cy="15025"/>
            </a:xfrm>
            <a:custGeom>
              <a:avLst/>
              <a:gdLst/>
              <a:ahLst/>
              <a:cxnLst/>
              <a:rect l="l" t="t" r="r" b="b"/>
              <a:pathLst>
                <a:path w="563" h="601" extrusionOk="0">
                  <a:moveTo>
                    <a:pt x="539" y="0"/>
                  </a:moveTo>
                  <a:cubicBezTo>
                    <a:pt x="516" y="0"/>
                    <a:pt x="492" y="12"/>
                    <a:pt x="492" y="35"/>
                  </a:cubicBezTo>
                  <a:cubicBezTo>
                    <a:pt x="469" y="129"/>
                    <a:pt x="446" y="223"/>
                    <a:pt x="410" y="317"/>
                  </a:cubicBezTo>
                  <a:cubicBezTo>
                    <a:pt x="375" y="399"/>
                    <a:pt x="317" y="481"/>
                    <a:pt x="246" y="481"/>
                  </a:cubicBezTo>
                  <a:cubicBezTo>
                    <a:pt x="237" y="484"/>
                    <a:pt x="228" y="485"/>
                    <a:pt x="220" y="485"/>
                  </a:cubicBezTo>
                  <a:cubicBezTo>
                    <a:pt x="167" y="485"/>
                    <a:pt x="138" y="422"/>
                    <a:pt x="117" y="340"/>
                  </a:cubicBezTo>
                  <a:cubicBezTo>
                    <a:pt x="94" y="246"/>
                    <a:pt x="94" y="153"/>
                    <a:pt x="94" y="47"/>
                  </a:cubicBezTo>
                  <a:cubicBezTo>
                    <a:pt x="94" y="35"/>
                    <a:pt x="94" y="24"/>
                    <a:pt x="71" y="12"/>
                  </a:cubicBezTo>
                  <a:cubicBezTo>
                    <a:pt x="59" y="12"/>
                    <a:pt x="47" y="24"/>
                    <a:pt x="35" y="35"/>
                  </a:cubicBezTo>
                  <a:cubicBezTo>
                    <a:pt x="12" y="141"/>
                    <a:pt x="0" y="246"/>
                    <a:pt x="24" y="352"/>
                  </a:cubicBezTo>
                  <a:cubicBezTo>
                    <a:pt x="24" y="411"/>
                    <a:pt x="47" y="469"/>
                    <a:pt x="82" y="516"/>
                  </a:cubicBezTo>
                  <a:cubicBezTo>
                    <a:pt x="113" y="567"/>
                    <a:pt x="179" y="600"/>
                    <a:pt x="234" y="600"/>
                  </a:cubicBezTo>
                  <a:cubicBezTo>
                    <a:pt x="243" y="600"/>
                    <a:pt x="250" y="600"/>
                    <a:pt x="258" y="598"/>
                  </a:cubicBezTo>
                  <a:cubicBezTo>
                    <a:pt x="328" y="586"/>
                    <a:pt x="387" y="539"/>
                    <a:pt x="422" y="504"/>
                  </a:cubicBezTo>
                  <a:cubicBezTo>
                    <a:pt x="457" y="457"/>
                    <a:pt x="492" y="399"/>
                    <a:pt x="504" y="352"/>
                  </a:cubicBezTo>
                  <a:cubicBezTo>
                    <a:pt x="539" y="246"/>
                    <a:pt x="563" y="153"/>
                    <a:pt x="563" y="47"/>
                  </a:cubicBezTo>
                  <a:cubicBezTo>
                    <a:pt x="563" y="24"/>
                    <a:pt x="551" y="12"/>
                    <a:pt x="539" y="0"/>
                  </a:cubicBezTo>
                  <a:close/>
                </a:path>
              </a:pathLst>
            </a:custGeom>
            <a:solidFill>
              <a:srgbClr val="1E1C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9"/>
            <p:cNvSpPr/>
            <p:nvPr/>
          </p:nvSpPr>
          <p:spPr>
            <a:xfrm>
              <a:off x="6838850" y="3101150"/>
              <a:ext cx="174325" cy="319600"/>
            </a:xfrm>
            <a:custGeom>
              <a:avLst/>
              <a:gdLst/>
              <a:ahLst/>
              <a:cxnLst/>
              <a:rect l="l" t="t" r="r" b="b"/>
              <a:pathLst>
                <a:path w="6973" h="12784" extrusionOk="0">
                  <a:moveTo>
                    <a:pt x="4807" y="0"/>
                  </a:moveTo>
                  <a:cubicBezTo>
                    <a:pt x="4807" y="0"/>
                    <a:pt x="1970" y="434"/>
                    <a:pt x="1806" y="657"/>
                  </a:cubicBezTo>
                  <a:cubicBezTo>
                    <a:pt x="1" y="3060"/>
                    <a:pt x="259" y="11347"/>
                    <a:pt x="259" y="11347"/>
                  </a:cubicBezTo>
                  <a:cubicBezTo>
                    <a:pt x="1173" y="12636"/>
                    <a:pt x="1700" y="12507"/>
                    <a:pt x="3998" y="12566"/>
                  </a:cubicBezTo>
                  <a:cubicBezTo>
                    <a:pt x="4616" y="12578"/>
                    <a:pt x="5432" y="12784"/>
                    <a:pt x="6047" y="12784"/>
                  </a:cubicBezTo>
                  <a:cubicBezTo>
                    <a:pt x="6588" y="12784"/>
                    <a:pt x="6972" y="12625"/>
                    <a:pt x="6928" y="12039"/>
                  </a:cubicBezTo>
                  <a:cubicBezTo>
                    <a:pt x="6471" y="5205"/>
                    <a:pt x="4807" y="0"/>
                    <a:pt x="48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9"/>
            <p:cNvSpPr/>
            <p:nvPr/>
          </p:nvSpPr>
          <p:spPr>
            <a:xfrm>
              <a:off x="6607650" y="3139250"/>
              <a:ext cx="288950" cy="154375"/>
            </a:xfrm>
            <a:custGeom>
              <a:avLst/>
              <a:gdLst/>
              <a:ahLst/>
              <a:cxnLst/>
              <a:rect l="l" t="t" r="r" b="b"/>
              <a:pathLst>
                <a:path w="11558" h="6175" extrusionOk="0">
                  <a:moveTo>
                    <a:pt x="1102" y="0"/>
                  </a:moveTo>
                  <a:lnTo>
                    <a:pt x="0" y="1032"/>
                  </a:lnTo>
                  <a:cubicBezTo>
                    <a:pt x="0" y="1032"/>
                    <a:pt x="3323" y="6174"/>
                    <a:pt x="6054" y="6174"/>
                  </a:cubicBezTo>
                  <a:cubicBezTo>
                    <a:pt x="6384" y="6174"/>
                    <a:pt x="6705" y="6099"/>
                    <a:pt x="7010" y="5931"/>
                  </a:cubicBezTo>
                  <a:cubicBezTo>
                    <a:pt x="8944" y="4865"/>
                    <a:pt x="11558" y="2298"/>
                    <a:pt x="11558" y="2298"/>
                  </a:cubicBezTo>
                  <a:lnTo>
                    <a:pt x="9636" y="399"/>
                  </a:lnTo>
                  <a:cubicBezTo>
                    <a:pt x="9636" y="399"/>
                    <a:pt x="6518" y="2356"/>
                    <a:pt x="5181" y="3388"/>
                  </a:cubicBezTo>
                  <a:cubicBezTo>
                    <a:pt x="5179" y="3390"/>
                    <a:pt x="5175" y="3391"/>
                    <a:pt x="5170" y="3391"/>
                  </a:cubicBezTo>
                  <a:cubicBezTo>
                    <a:pt x="4890" y="3391"/>
                    <a:pt x="1102" y="0"/>
                    <a:pt x="1102" y="0"/>
                  </a:cubicBezTo>
                  <a:close/>
                </a:path>
              </a:pathLst>
            </a:custGeom>
            <a:solidFill>
              <a:srgbClr val="EC91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9"/>
            <p:cNvSpPr/>
            <p:nvPr/>
          </p:nvSpPr>
          <p:spPr>
            <a:xfrm>
              <a:off x="6765300" y="3111625"/>
              <a:ext cx="216000" cy="148400"/>
            </a:xfrm>
            <a:custGeom>
              <a:avLst/>
              <a:gdLst/>
              <a:ahLst/>
              <a:cxnLst/>
              <a:rect l="l" t="t" r="r" b="b"/>
              <a:pathLst>
                <a:path w="8640" h="5936" extrusionOk="0">
                  <a:moveTo>
                    <a:pt x="6702" y="0"/>
                  </a:moveTo>
                  <a:cubicBezTo>
                    <a:pt x="4640" y="0"/>
                    <a:pt x="1" y="3215"/>
                    <a:pt x="1" y="3215"/>
                  </a:cubicBezTo>
                  <a:cubicBezTo>
                    <a:pt x="1" y="3215"/>
                    <a:pt x="2310" y="5936"/>
                    <a:pt x="2413" y="5936"/>
                  </a:cubicBezTo>
                  <a:cubicBezTo>
                    <a:pt x="2414" y="5936"/>
                    <a:pt x="2415" y="5935"/>
                    <a:pt x="2415" y="5935"/>
                  </a:cubicBezTo>
                  <a:cubicBezTo>
                    <a:pt x="2462" y="5864"/>
                    <a:pt x="8640" y="1844"/>
                    <a:pt x="7503" y="320"/>
                  </a:cubicBezTo>
                  <a:cubicBezTo>
                    <a:pt x="7337" y="96"/>
                    <a:pt x="7058" y="0"/>
                    <a:pt x="6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9"/>
            <p:cNvSpPr/>
            <p:nvPr/>
          </p:nvSpPr>
          <p:spPr>
            <a:xfrm>
              <a:off x="6540550" y="3025850"/>
              <a:ext cx="120750" cy="194800"/>
            </a:xfrm>
            <a:custGeom>
              <a:avLst/>
              <a:gdLst/>
              <a:ahLst/>
              <a:cxnLst/>
              <a:rect l="l" t="t" r="r" b="b"/>
              <a:pathLst>
                <a:path w="4830" h="7792" extrusionOk="0">
                  <a:moveTo>
                    <a:pt x="3775" y="0"/>
                  </a:moveTo>
                  <a:cubicBezTo>
                    <a:pt x="3775" y="0"/>
                    <a:pt x="3739" y="469"/>
                    <a:pt x="2895" y="1231"/>
                  </a:cubicBezTo>
                  <a:cubicBezTo>
                    <a:pt x="2813" y="1313"/>
                    <a:pt x="2720" y="1395"/>
                    <a:pt x="2626" y="1465"/>
                  </a:cubicBezTo>
                  <a:cubicBezTo>
                    <a:pt x="2450" y="1606"/>
                    <a:pt x="1946" y="2075"/>
                    <a:pt x="1489" y="3200"/>
                  </a:cubicBezTo>
                  <a:cubicBezTo>
                    <a:pt x="1090" y="4196"/>
                    <a:pt x="446" y="5626"/>
                    <a:pt x="117" y="6365"/>
                  </a:cubicBezTo>
                  <a:cubicBezTo>
                    <a:pt x="0" y="6634"/>
                    <a:pt x="117" y="6939"/>
                    <a:pt x="387" y="7056"/>
                  </a:cubicBezTo>
                  <a:lnTo>
                    <a:pt x="1090" y="7361"/>
                  </a:lnTo>
                  <a:lnTo>
                    <a:pt x="1266" y="7443"/>
                  </a:lnTo>
                  <a:lnTo>
                    <a:pt x="1969" y="7748"/>
                  </a:lnTo>
                  <a:cubicBezTo>
                    <a:pt x="2038" y="7778"/>
                    <a:pt x="2108" y="7792"/>
                    <a:pt x="2177" y="7792"/>
                  </a:cubicBezTo>
                  <a:cubicBezTo>
                    <a:pt x="2381" y="7792"/>
                    <a:pt x="2571" y="7671"/>
                    <a:pt x="2649" y="7478"/>
                  </a:cubicBezTo>
                  <a:cubicBezTo>
                    <a:pt x="2966" y="6728"/>
                    <a:pt x="3587" y="5286"/>
                    <a:pt x="4044" y="4314"/>
                  </a:cubicBezTo>
                  <a:cubicBezTo>
                    <a:pt x="4548" y="3212"/>
                    <a:pt x="4560" y="2520"/>
                    <a:pt x="4536" y="2297"/>
                  </a:cubicBezTo>
                  <a:cubicBezTo>
                    <a:pt x="4525" y="2180"/>
                    <a:pt x="4525" y="2063"/>
                    <a:pt x="4525" y="1946"/>
                  </a:cubicBezTo>
                  <a:cubicBezTo>
                    <a:pt x="4513" y="809"/>
                    <a:pt x="4830" y="469"/>
                    <a:pt x="4830" y="469"/>
                  </a:cubicBezTo>
                  <a:lnTo>
                    <a:pt x="4325" y="246"/>
                  </a:lnTo>
                  <a:lnTo>
                    <a:pt x="4267" y="223"/>
                  </a:lnTo>
                  <a:lnTo>
                    <a:pt x="3775" y="0"/>
                  </a:lnTo>
                  <a:close/>
                </a:path>
              </a:pathLst>
            </a:custGeom>
            <a:solidFill>
              <a:srgbClr val="E5F3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9"/>
            <p:cNvSpPr/>
            <p:nvPr/>
          </p:nvSpPr>
          <p:spPr>
            <a:xfrm>
              <a:off x="6631675" y="3016450"/>
              <a:ext cx="34025" cy="25525"/>
            </a:xfrm>
            <a:custGeom>
              <a:avLst/>
              <a:gdLst/>
              <a:ahLst/>
              <a:cxnLst/>
              <a:rect l="l" t="t" r="r" b="b"/>
              <a:pathLst>
                <a:path w="1361" h="1021" extrusionOk="0">
                  <a:moveTo>
                    <a:pt x="235" y="1"/>
                  </a:moveTo>
                  <a:lnTo>
                    <a:pt x="1" y="540"/>
                  </a:lnTo>
                  <a:lnTo>
                    <a:pt x="1126" y="1021"/>
                  </a:lnTo>
                  <a:lnTo>
                    <a:pt x="1360" y="482"/>
                  </a:lnTo>
                  <a:lnTo>
                    <a:pt x="235" y="1"/>
                  </a:lnTo>
                  <a:close/>
                </a:path>
              </a:pathLst>
            </a:custGeom>
            <a:solidFill>
              <a:srgbClr val="FE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9"/>
            <p:cNvSpPr/>
            <p:nvPr/>
          </p:nvSpPr>
          <p:spPr>
            <a:xfrm>
              <a:off x="6562225" y="3097975"/>
              <a:ext cx="28150" cy="30900"/>
            </a:xfrm>
            <a:custGeom>
              <a:avLst/>
              <a:gdLst/>
              <a:ahLst/>
              <a:cxnLst/>
              <a:rect l="l" t="t" r="r" b="b"/>
              <a:pathLst>
                <a:path w="1126" h="1236" extrusionOk="0">
                  <a:moveTo>
                    <a:pt x="485" y="0"/>
                  </a:moveTo>
                  <a:cubicBezTo>
                    <a:pt x="331" y="0"/>
                    <a:pt x="134" y="79"/>
                    <a:pt x="1" y="421"/>
                  </a:cubicBezTo>
                  <a:cubicBezTo>
                    <a:pt x="1" y="421"/>
                    <a:pt x="1" y="819"/>
                    <a:pt x="798" y="1218"/>
                  </a:cubicBezTo>
                  <a:cubicBezTo>
                    <a:pt x="822" y="1230"/>
                    <a:pt x="849" y="1236"/>
                    <a:pt x="875" y="1236"/>
                  </a:cubicBezTo>
                  <a:cubicBezTo>
                    <a:pt x="949" y="1236"/>
                    <a:pt x="1024" y="1190"/>
                    <a:pt x="1067" y="1112"/>
                  </a:cubicBezTo>
                  <a:cubicBezTo>
                    <a:pt x="1126" y="1018"/>
                    <a:pt x="1114" y="901"/>
                    <a:pt x="1044" y="843"/>
                  </a:cubicBezTo>
                  <a:lnTo>
                    <a:pt x="563" y="432"/>
                  </a:lnTo>
                  <a:lnTo>
                    <a:pt x="716" y="57"/>
                  </a:lnTo>
                  <a:cubicBezTo>
                    <a:pt x="716" y="57"/>
                    <a:pt x="616" y="0"/>
                    <a:pt x="485" y="0"/>
                  </a:cubicBezTo>
                  <a:close/>
                </a:path>
              </a:pathLst>
            </a:custGeom>
            <a:solidFill>
              <a:srgbClr val="F79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9"/>
            <p:cNvSpPr/>
            <p:nvPr/>
          </p:nvSpPr>
          <p:spPr>
            <a:xfrm>
              <a:off x="6549050" y="3108475"/>
              <a:ext cx="39575" cy="39350"/>
            </a:xfrm>
            <a:custGeom>
              <a:avLst/>
              <a:gdLst/>
              <a:ahLst/>
              <a:cxnLst/>
              <a:rect l="l" t="t" r="r" b="b"/>
              <a:pathLst>
                <a:path w="1583" h="1574" extrusionOk="0">
                  <a:moveTo>
                    <a:pt x="528" y="1"/>
                  </a:moveTo>
                  <a:cubicBezTo>
                    <a:pt x="528" y="1"/>
                    <a:pt x="258" y="176"/>
                    <a:pt x="246" y="481"/>
                  </a:cubicBezTo>
                  <a:cubicBezTo>
                    <a:pt x="246" y="481"/>
                    <a:pt x="70" y="657"/>
                    <a:pt x="94" y="891"/>
                  </a:cubicBezTo>
                  <a:cubicBezTo>
                    <a:pt x="94" y="891"/>
                    <a:pt x="12" y="950"/>
                    <a:pt x="0" y="1114"/>
                  </a:cubicBezTo>
                  <a:cubicBezTo>
                    <a:pt x="0" y="1220"/>
                    <a:pt x="59" y="1325"/>
                    <a:pt x="153" y="1384"/>
                  </a:cubicBezTo>
                  <a:cubicBezTo>
                    <a:pt x="290" y="1462"/>
                    <a:pt x="509" y="1573"/>
                    <a:pt x="721" y="1573"/>
                  </a:cubicBezTo>
                  <a:cubicBezTo>
                    <a:pt x="763" y="1573"/>
                    <a:pt x="804" y="1569"/>
                    <a:pt x="844" y="1559"/>
                  </a:cubicBezTo>
                  <a:cubicBezTo>
                    <a:pt x="903" y="1548"/>
                    <a:pt x="938" y="1513"/>
                    <a:pt x="961" y="1454"/>
                  </a:cubicBezTo>
                  <a:cubicBezTo>
                    <a:pt x="973" y="1407"/>
                    <a:pt x="985" y="1395"/>
                    <a:pt x="950" y="1337"/>
                  </a:cubicBezTo>
                  <a:cubicBezTo>
                    <a:pt x="950" y="1337"/>
                    <a:pt x="1090" y="1337"/>
                    <a:pt x="1137" y="1243"/>
                  </a:cubicBezTo>
                  <a:cubicBezTo>
                    <a:pt x="1196" y="1149"/>
                    <a:pt x="1172" y="1079"/>
                    <a:pt x="1125" y="1020"/>
                  </a:cubicBezTo>
                  <a:lnTo>
                    <a:pt x="1125" y="1020"/>
                  </a:lnTo>
                  <a:cubicBezTo>
                    <a:pt x="1125" y="1020"/>
                    <a:pt x="1181" y="1064"/>
                    <a:pt x="1251" y="1064"/>
                  </a:cubicBezTo>
                  <a:cubicBezTo>
                    <a:pt x="1322" y="1064"/>
                    <a:pt x="1407" y="1020"/>
                    <a:pt x="1465" y="844"/>
                  </a:cubicBezTo>
                  <a:cubicBezTo>
                    <a:pt x="1583" y="493"/>
                    <a:pt x="528" y="1"/>
                    <a:pt x="528" y="1"/>
                  </a:cubicBezTo>
                  <a:close/>
                </a:path>
              </a:pathLst>
            </a:custGeom>
            <a:solidFill>
              <a:srgbClr val="F79F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9"/>
            <p:cNvSpPr/>
            <p:nvPr/>
          </p:nvSpPr>
          <p:spPr>
            <a:xfrm>
              <a:off x="6847650" y="3119325"/>
              <a:ext cx="38400" cy="88225"/>
            </a:xfrm>
            <a:custGeom>
              <a:avLst/>
              <a:gdLst/>
              <a:ahLst/>
              <a:cxnLst/>
              <a:rect l="l" t="t" r="r" b="b"/>
              <a:pathLst>
                <a:path w="1536" h="3529" fill="none" extrusionOk="0">
                  <a:moveTo>
                    <a:pt x="1536" y="0"/>
                  </a:moveTo>
                  <a:cubicBezTo>
                    <a:pt x="1536" y="0"/>
                    <a:pt x="387" y="1794"/>
                    <a:pt x="0" y="3528"/>
                  </a:cubicBezTo>
                </a:path>
              </a:pathLst>
            </a:custGeom>
            <a:noFill/>
            <a:ln w="4400" cap="rnd" cmpd="sng">
              <a:solidFill>
                <a:srgbClr val="EEE9E9"/>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9"/>
            <p:cNvSpPr/>
            <p:nvPr/>
          </p:nvSpPr>
          <p:spPr>
            <a:xfrm>
              <a:off x="6364125" y="3251150"/>
              <a:ext cx="263775" cy="422700"/>
            </a:xfrm>
            <a:custGeom>
              <a:avLst/>
              <a:gdLst/>
              <a:ahLst/>
              <a:cxnLst/>
              <a:rect l="l" t="t" r="r" b="b"/>
              <a:pathLst>
                <a:path w="10551" h="16908" extrusionOk="0">
                  <a:moveTo>
                    <a:pt x="10512" y="0"/>
                  </a:moveTo>
                  <a:cubicBezTo>
                    <a:pt x="10423" y="0"/>
                    <a:pt x="10345" y="28"/>
                    <a:pt x="10277" y="76"/>
                  </a:cubicBezTo>
                  <a:lnTo>
                    <a:pt x="10277" y="76"/>
                  </a:lnTo>
                  <a:cubicBezTo>
                    <a:pt x="10153" y="39"/>
                    <a:pt x="10024" y="22"/>
                    <a:pt x="9892" y="22"/>
                  </a:cubicBezTo>
                  <a:cubicBezTo>
                    <a:pt x="9501" y="22"/>
                    <a:pt x="9095" y="175"/>
                    <a:pt x="8769" y="412"/>
                  </a:cubicBezTo>
                  <a:cubicBezTo>
                    <a:pt x="8265" y="787"/>
                    <a:pt x="7913" y="1326"/>
                    <a:pt x="7526" y="1819"/>
                  </a:cubicBezTo>
                  <a:cubicBezTo>
                    <a:pt x="6764" y="2815"/>
                    <a:pt x="5850" y="3683"/>
                    <a:pt x="4830" y="4398"/>
                  </a:cubicBezTo>
                  <a:cubicBezTo>
                    <a:pt x="4443" y="4667"/>
                    <a:pt x="4021" y="4925"/>
                    <a:pt x="3728" y="5300"/>
                  </a:cubicBezTo>
                  <a:cubicBezTo>
                    <a:pt x="3283" y="5839"/>
                    <a:pt x="3154" y="6566"/>
                    <a:pt x="2908" y="7222"/>
                  </a:cubicBezTo>
                  <a:cubicBezTo>
                    <a:pt x="2451" y="8430"/>
                    <a:pt x="1595" y="9450"/>
                    <a:pt x="985" y="10587"/>
                  </a:cubicBezTo>
                  <a:cubicBezTo>
                    <a:pt x="364" y="11723"/>
                    <a:pt x="1" y="13142"/>
                    <a:pt x="587" y="14302"/>
                  </a:cubicBezTo>
                  <a:cubicBezTo>
                    <a:pt x="1103" y="15322"/>
                    <a:pt x="2216" y="15873"/>
                    <a:pt x="3283" y="16283"/>
                  </a:cubicBezTo>
                  <a:cubicBezTo>
                    <a:pt x="4171" y="16616"/>
                    <a:pt x="5101" y="16907"/>
                    <a:pt x="6043" y="16907"/>
                  </a:cubicBezTo>
                  <a:cubicBezTo>
                    <a:pt x="6096" y="16907"/>
                    <a:pt x="6149" y="16906"/>
                    <a:pt x="6202" y="16904"/>
                  </a:cubicBezTo>
                  <a:cubicBezTo>
                    <a:pt x="7198" y="16869"/>
                    <a:pt x="8229" y="16459"/>
                    <a:pt x="8804" y="15638"/>
                  </a:cubicBezTo>
                  <a:cubicBezTo>
                    <a:pt x="9437" y="14724"/>
                    <a:pt x="9413" y="13529"/>
                    <a:pt x="9378" y="12427"/>
                  </a:cubicBezTo>
                  <a:cubicBezTo>
                    <a:pt x="9284" y="8582"/>
                    <a:pt x="9448" y="4737"/>
                    <a:pt x="9906" y="916"/>
                  </a:cubicBezTo>
                  <a:cubicBezTo>
                    <a:pt x="9940" y="611"/>
                    <a:pt x="10053" y="235"/>
                    <a:pt x="10277" y="76"/>
                  </a:cubicBezTo>
                  <a:lnTo>
                    <a:pt x="10277" y="76"/>
                  </a:lnTo>
                  <a:cubicBezTo>
                    <a:pt x="10368" y="103"/>
                    <a:pt x="10455" y="141"/>
                    <a:pt x="10539" y="189"/>
                  </a:cubicBezTo>
                  <a:lnTo>
                    <a:pt x="10550" y="2"/>
                  </a:lnTo>
                  <a:cubicBezTo>
                    <a:pt x="10537" y="1"/>
                    <a:pt x="10525" y="0"/>
                    <a:pt x="10512" y="0"/>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9"/>
            <p:cNvSpPr/>
            <p:nvPr/>
          </p:nvSpPr>
          <p:spPr>
            <a:xfrm>
              <a:off x="6418925" y="3190525"/>
              <a:ext cx="231825" cy="225100"/>
            </a:xfrm>
            <a:custGeom>
              <a:avLst/>
              <a:gdLst/>
              <a:ahLst/>
              <a:cxnLst/>
              <a:rect l="l" t="t" r="r" b="b"/>
              <a:pathLst>
                <a:path w="9273" h="9004" extrusionOk="0">
                  <a:moveTo>
                    <a:pt x="8628" y="1"/>
                  </a:moveTo>
                  <a:lnTo>
                    <a:pt x="8628" y="1"/>
                  </a:lnTo>
                  <a:cubicBezTo>
                    <a:pt x="6389" y="1220"/>
                    <a:pt x="4303" y="2708"/>
                    <a:pt x="2263" y="4244"/>
                  </a:cubicBezTo>
                  <a:cubicBezTo>
                    <a:pt x="1607" y="4724"/>
                    <a:pt x="927" y="5240"/>
                    <a:pt x="516" y="5955"/>
                  </a:cubicBezTo>
                  <a:cubicBezTo>
                    <a:pt x="106" y="6658"/>
                    <a:pt x="1" y="7620"/>
                    <a:pt x="493" y="8276"/>
                  </a:cubicBezTo>
                  <a:cubicBezTo>
                    <a:pt x="875" y="8772"/>
                    <a:pt x="1530" y="9004"/>
                    <a:pt x="2162" y="9004"/>
                  </a:cubicBezTo>
                  <a:cubicBezTo>
                    <a:pt x="2247" y="9004"/>
                    <a:pt x="2332" y="8999"/>
                    <a:pt x="2415" y="8991"/>
                  </a:cubicBezTo>
                  <a:cubicBezTo>
                    <a:pt x="3130" y="8921"/>
                    <a:pt x="3799" y="8616"/>
                    <a:pt x="4443" y="8323"/>
                  </a:cubicBezTo>
                  <a:cubicBezTo>
                    <a:pt x="5123" y="8006"/>
                    <a:pt x="5815" y="7678"/>
                    <a:pt x="6284" y="7104"/>
                  </a:cubicBezTo>
                  <a:cubicBezTo>
                    <a:pt x="6717" y="6576"/>
                    <a:pt x="6905" y="5885"/>
                    <a:pt x="7280" y="5310"/>
                  </a:cubicBezTo>
                  <a:cubicBezTo>
                    <a:pt x="7760" y="4560"/>
                    <a:pt x="8546" y="4021"/>
                    <a:pt x="8874" y="3201"/>
                  </a:cubicBezTo>
                  <a:cubicBezTo>
                    <a:pt x="9273" y="2228"/>
                    <a:pt x="8944" y="1126"/>
                    <a:pt x="8616" y="129"/>
                  </a:cubicBezTo>
                  <a:lnTo>
                    <a:pt x="8628" y="1"/>
                  </a:lnTo>
                  <a:close/>
                </a:path>
              </a:pathLst>
            </a:custGeom>
            <a:solidFill>
              <a:srgbClr val="85E9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9"/>
            <p:cNvSpPr/>
            <p:nvPr/>
          </p:nvSpPr>
          <p:spPr>
            <a:xfrm>
              <a:off x="6414825" y="3176750"/>
              <a:ext cx="231525" cy="225400"/>
            </a:xfrm>
            <a:custGeom>
              <a:avLst/>
              <a:gdLst/>
              <a:ahLst/>
              <a:cxnLst/>
              <a:rect l="l" t="t" r="r" b="b"/>
              <a:pathLst>
                <a:path w="9261" h="9016" extrusionOk="0">
                  <a:moveTo>
                    <a:pt x="8628" y="1"/>
                  </a:moveTo>
                  <a:lnTo>
                    <a:pt x="8628" y="1"/>
                  </a:lnTo>
                  <a:cubicBezTo>
                    <a:pt x="6377" y="1220"/>
                    <a:pt x="4302" y="2720"/>
                    <a:pt x="2251" y="4244"/>
                  </a:cubicBezTo>
                  <a:cubicBezTo>
                    <a:pt x="1595" y="4736"/>
                    <a:pt x="927" y="5252"/>
                    <a:pt x="516" y="5955"/>
                  </a:cubicBezTo>
                  <a:cubicBezTo>
                    <a:pt x="94" y="6670"/>
                    <a:pt x="1" y="7620"/>
                    <a:pt x="493" y="8276"/>
                  </a:cubicBezTo>
                  <a:cubicBezTo>
                    <a:pt x="875" y="8782"/>
                    <a:pt x="1522" y="9015"/>
                    <a:pt x="2159" y="9015"/>
                  </a:cubicBezTo>
                  <a:cubicBezTo>
                    <a:pt x="2245" y="9015"/>
                    <a:pt x="2330" y="9011"/>
                    <a:pt x="2415" y="9003"/>
                  </a:cubicBezTo>
                  <a:cubicBezTo>
                    <a:pt x="3130" y="8932"/>
                    <a:pt x="3787" y="8628"/>
                    <a:pt x="4443" y="8323"/>
                  </a:cubicBezTo>
                  <a:cubicBezTo>
                    <a:pt x="5111" y="8018"/>
                    <a:pt x="5815" y="7690"/>
                    <a:pt x="6283" y="7116"/>
                  </a:cubicBezTo>
                  <a:cubicBezTo>
                    <a:pt x="6705" y="6576"/>
                    <a:pt x="6905" y="5897"/>
                    <a:pt x="7268" y="5322"/>
                  </a:cubicBezTo>
                  <a:cubicBezTo>
                    <a:pt x="7760" y="4572"/>
                    <a:pt x="8534" y="4021"/>
                    <a:pt x="8874" y="3201"/>
                  </a:cubicBezTo>
                  <a:cubicBezTo>
                    <a:pt x="9261" y="2239"/>
                    <a:pt x="8944" y="1138"/>
                    <a:pt x="8616" y="141"/>
                  </a:cubicBezTo>
                  <a:lnTo>
                    <a:pt x="86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9"/>
            <p:cNvSpPr/>
            <p:nvPr/>
          </p:nvSpPr>
          <p:spPr>
            <a:xfrm>
              <a:off x="6396650" y="3554475"/>
              <a:ext cx="17900" cy="28450"/>
            </a:xfrm>
            <a:custGeom>
              <a:avLst/>
              <a:gdLst/>
              <a:ahLst/>
              <a:cxnLst/>
              <a:rect l="l" t="t" r="r" b="b"/>
              <a:pathLst>
                <a:path w="716" h="1138" extrusionOk="0">
                  <a:moveTo>
                    <a:pt x="130" y="1"/>
                  </a:moveTo>
                  <a:lnTo>
                    <a:pt x="224" y="118"/>
                  </a:lnTo>
                  <a:cubicBezTo>
                    <a:pt x="130" y="200"/>
                    <a:pt x="71" y="282"/>
                    <a:pt x="36" y="341"/>
                  </a:cubicBezTo>
                  <a:cubicBezTo>
                    <a:pt x="13" y="399"/>
                    <a:pt x="1" y="470"/>
                    <a:pt x="13" y="540"/>
                  </a:cubicBezTo>
                  <a:lnTo>
                    <a:pt x="118" y="1138"/>
                  </a:lnTo>
                  <a:cubicBezTo>
                    <a:pt x="142" y="880"/>
                    <a:pt x="564" y="622"/>
                    <a:pt x="610" y="587"/>
                  </a:cubicBezTo>
                  <a:lnTo>
                    <a:pt x="716" y="704"/>
                  </a:lnTo>
                  <a:lnTo>
                    <a:pt x="622" y="130"/>
                  </a:lnTo>
                  <a:lnTo>
                    <a:pt x="1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9"/>
            <p:cNvSpPr/>
            <p:nvPr/>
          </p:nvSpPr>
          <p:spPr>
            <a:xfrm>
              <a:off x="6400475" y="3576450"/>
              <a:ext cx="15250" cy="16725"/>
            </a:xfrm>
            <a:custGeom>
              <a:avLst/>
              <a:gdLst/>
              <a:ahLst/>
              <a:cxnLst/>
              <a:rect l="l" t="t" r="r" b="b"/>
              <a:pathLst>
                <a:path w="610" h="669" extrusionOk="0">
                  <a:moveTo>
                    <a:pt x="188" y="1"/>
                  </a:moveTo>
                  <a:cubicBezTo>
                    <a:pt x="35" y="142"/>
                    <a:pt x="0" y="294"/>
                    <a:pt x="12" y="399"/>
                  </a:cubicBezTo>
                  <a:cubicBezTo>
                    <a:pt x="12" y="458"/>
                    <a:pt x="59" y="517"/>
                    <a:pt x="117" y="540"/>
                  </a:cubicBezTo>
                  <a:lnTo>
                    <a:pt x="422" y="669"/>
                  </a:lnTo>
                  <a:lnTo>
                    <a:pt x="610" y="118"/>
                  </a:lnTo>
                  <a:lnTo>
                    <a:pt x="18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9"/>
            <p:cNvSpPr/>
            <p:nvPr/>
          </p:nvSpPr>
          <p:spPr>
            <a:xfrm>
              <a:off x="6424200" y="3543050"/>
              <a:ext cx="22600" cy="23475"/>
            </a:xfrm>
            <a:custGeom>
              <a:avLst/>
              <a:gdLst/>
              <a:ahLst/>
              <a:cxnLst/>
              <a:rect l="l" t="t" r="r" b="b"/>
              <a:pathLst>
                <a:path w="904" h="939" extrusionOk="0">
                  <a:moveTo>
                    <a:pt x="1" y="1"/>
                  </a:moveTo>
                  <a:lnTo>
                    <a:pt x="1" y="1"/>
                  </a:lnTo>
                  <a:cubicBezTo>
                    <a:pt x="200" y="141"/>
                    <a:pt x="200" y="657"/>
                    <a:pt x="200" y="727"/>
                  </a:cubicBezTo>
                  <a:lnTo>
                    <a:pt x="59" y="774"/>
                  </a:lnTo>
                  <a:lnTo>
                    <a:pt x="563" y="938"/>
                  </a:lnTo>
                  <a:lnTo>
                    <a:pt x="903" y="516"/>
                  </a:lnTo>
                  <a:lnTo>
                    <a:pt x="774" y="552"/>
                  </a:lnTo>
                  <a:cubicBezTo>
                    <a:pt x="751" y="423"/>
                    <a:pt x="716" y="341"/>
                    <a:pt x="681" y="270"/>
                  </a:cubicBezTo>
                  <a:cubicBezTo>
                    <a:pt x="645" y="212"/>
                    <a:pt x="599" y="176"/>
                    <a:pt x="540" y="153"/>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9"/>
            <p:cNvSpPr/>
            <p:nvPr/>
          </p:nvSpPr>
          <p:spPr>
            <a:xfrm>
              <a:off x="6410425" y="3542325"/>
              <a:ext cx="16450" cy="18050"/>
            </a:xfrm>
            <a:custGeom>
              <a:avLst/>
              <a:gdLst/>
              <a:ahLst/>
              <a:cxnLst/>
              <a:rect l="l" t="t" r="r" b="b"/>
              <a:pathLst>
                <a:path w="658" h="722" extrusionOk="0">
                  <a:moveTo>
                    <a:pt x="362" y="1"/>
                  </a:moveTo>
                  <a:cubicBezTo>
                    <a:pt x="320" y="1"/>
                    <a:pt x="278" y="22"/>
                    <a:pt x="247" y="53"/>
                  </a:cubicBezTo>
                  <a:lnTo>
                    <a:pt x="1" y="299"/>
                  </a:lnTo>
                  <a:lnTo>
                    <a:pt x="352" y="721"/>
                  </a:lnTo>
                  <a:lnTo>
                    <a:pt x="657" y="358"/>
                  </a:lnTo>
                  <a:cubicBezTo>
                    <a:pt x="622" y="147"/>
                    <a:pt x="517" y="53"/>
                    <a:pt x="423" y="18"/>
                  </a:cubicBezTo>
                  <a:cubicBezTo>
                    <a:pt x="403" y="6"/>
                    <a:pt x="382" y="1"/>
                    <a:pt x="3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9"/>
            <p:cNvSpPr/>
            <p:nvPr/>
          </p:nvSpPr>
          <p:spPr>
            <a:xfrm>
              <a:off x="6419225" y="3577050"/>
              <a:ext cx="25800" cy="23475"/>
            </a:xfrm>
            <a:custGeom>
              <a:avLst/>
              <a:gdLst/>
              <a:ahLst/>
              <a:cxnLst/>
              <a:rect l="l" t="t" r="r" b="b"/>
              <a:pathLst>
                <a:path w="1032" h="939" extrusionOk="0">
                  <a:moveTo>
                    <a:pt x="387" y="0"/>
                  </a:moveTo>
                  <a:lnTo>
                    <a:pt x="0" y="422"/>
                  </a:lnTo>
                  <a:lnTo>
                    <a:pt x="153" y="938"/>
                  </a:lnTo>
                  <a:lnTo>
                    <a:pt x="188" y="786"/>
                  </a:lnTo>
                  <a:cubicBezTo>
                    <a:pt x="278" y="821"/>
                    <a:pt x="353" y="837"/>
                    <a:pt x="410" y="837"/>
                  </a:cubicBezTo>
                  <a:cubicBezTo>
                    <a:pt x="428" y="837"/>
                    <a:pt x="444" y="835"/>
                    <a:pt x="458" y="833"/>
                  </a:cubicBezTo>
                  <a:cubicBezTo>
                    <a:pt x="528" y="833"/>
                    <a:pt x="587" y="797"/>
                    <a:pt x="633" y="750"/>
                  </a:cubicBezTo>
                  <a:lnTo>
                    <a:pt x="1032" y="305"/>
                  </a:lnTo>
                  <a:lnTo>
                    <a:pt x="1032" y="305"/>
                  </a:lnTo>
                  <a:cubicBezTo>
                    <a:pt x="987" y="332"/>
                    <a:pt x="933" y="343"/>
                    <a:pt x="876" y="343"/>
                  </a:cubicBezTo>
                  <a:cubicBezTo>
                    <a:pt x="663" y="343"/>
                    <a:pt x="398" y="192"/>
                    <a:pt x="352" y="164"/>
                  </a:cubicBezTo>
                  <a:lnTo>
                    <a:pt x="3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9"/>
            <p:cNvSpPr/>
            <p:nvPr/>
          </p:nvSpPr>
          <p:spPr>
            <a:xfrm>
              <a:off x="6433875" y="3568250"/>
              <a:ext cx="14975" cy="15775"/>
            </a:xfrm>
            <a:custGeom>
              <a:avLst/>
              <a:gdLst/>
              <a:ahLst/>
              <a:cxnLst/>
              <a:rect l="l" t="t" r="r" b="b"/>
              <a:pathLst>
                <a:path w="599" h="631" extrusionOk="0">
                  <a:moveTo>
                    <a:pt x="516" y="1"/>
                  </a:moveTo>
                  <a:lnTo>
                    <a:pt x="1" y="141"/>
                  </a:lnTo>
                  <a:lnTo>
                    <a:pt x="129" y="598"/>
                  </a:lnTo>
                  <a:cubicBezTo>
                    <a:pt x="189" y="621"/>
                    <a:pt x="243" y="630"/>
                    <a:pt x="291" y="630"/>
                  </a:cubicBezTo>
                  <a:cubicBezTo>
                    <a:pt x="393" y="630"/>
                    <a:pt x="468" y="588"/>
                    <a:pt x="516" y="540"/>
                  </a:cubicBezTo>
                  <a:cubicBezTo>
                    <a:pt x="575" y="493"/>
                    <a:pt x="598" y="423"/>
                    <a:pt x="575" y="352"/>
                  </a:cubicBezTo>
                  <a:lnTo>
                    <a:pt x="5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9"/>
            <p:cNvSpPr/>
            <p:nvPr/>
          </p:nvSpPr>
          <p:spPr>
            <a:xfrm>
              <a:off x="6588025" y="3244500"/>
              <a:ext cx="87050" cy="29575"/>
            </a:xfrm>
            <a:custGeom>
              <a:avLst/>
              <a:gdLst/>
              <a:ahLst/>
              <a:cxnLst/>
              <a:rect l="l" t="t" r="r" b="b"/>
              <a:pathLst>
                <a:path w="3482" h="1183" extrusionOk="0">
                  <a:moveTo>
                    <a:pt x="1899" y="1"/>
                  </a:moveTo>
                  <a:cubicBezTo>
                    <a:pt x="959" y="1"/>
                    <a:pt x="0" y="584"/>
                    <a:pt x="0" y="584"/>
                  </a:cubicBezTo>
                  <a:lnTo>
                    <a:pt x="1102" y="1182"/>
                  </a:lnTo>
                  <a:cubicBezTo>
                    <a:pt x="3329" y="983"/>
                    <a:pt x="3481" y="373"/>
                    <a:pt x="2415" y="69"/>
                  </a:cubicBezTo>
                  <a:cubicBezTo>
                    <a:pt x="2248" y="21"/>
                    <a:pt x="2074" y="1"/>
                    <a:pt x="1899"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9"/>
            <p:cNvSpPr/>
            <p:nvPr/>
          </p:nvSpPr>
          <p:spPr>
            <a:xfrm>
              <a:off x="6553925" y="3233425"/>
              <a:ext cx="106500" cy="75800"/>
            </a:xfrm>
            <a:custGeom>
              <a:avLst/>
              <a:gdLst/>
              <a:ahLst/>
              <a:cxnLst/>
              <a:rect l="l" t="t" r="r" b="b"/>
              <a:pathLst>
                <a:path w="4260" h="3032" extrusionOk="0">
                  <a:moveTo>
                    <a:pt x="2927" y="1"/>
                  </a:moveTo>
                  <a:cubicBezTo>
                    <a:pt x="2844" y="1"/>
                    <a:pt x="2738" y="40"/>
                    <a:pt x="2700" y="125"/>
                  </a:cubicBezTo>
                  <a:cubicBezTo>
                    <a:pt x="2528" y="470"/>
                    <a:pt x="2654" y="851"/>
                    <a:pt x="2691" y="946"/>
                  </a:cubicBezTo>
                  <a:lnTo>
                    <a:pt x="2691" y="946"/>
                  </a:lnTo>
                  <a:cubicBezTo>
                    <a:pt x="2660" y="903"/>
                    <a:pt x="2525" y="814"/>
                    <a:pt x="1938" y="805"/>
                  </a:cubicBezTo>
                  <a:cubicBezTo>
                    <a:pt x="1926" y="805"/>
                    <a:pt x="1914" y="804"/>
                    <a:pt x="1901" y="804"/>
                  </a:cubicBezTo>
                  <a:cubicBezTo>
                    <a:pt x="450" y="804"/>
                    <a:pt x="1" y="2111"/>
                    <a:pt x="1189" y="2111"/>
                  </a:cubicBezTo>
                  <a:cubicBezTo>
                    <a:pt x="1234" y="2111"/>
                    <a:pt x="1280" y="2110"/>
                    <a:pt x="1329" y="2106"/>
                  </a:cubicBezTo>
                  <a:cubicBezTo>
                    <a:pt x="1330" y="2106"/>
                    <a:pt x="1331" y="2106"/>
                    <a:pt x="1333" y="2106"/>
                  </a:cubicBezTo>
                  <a:cubicBezTo>
                    <a:pt x="1549" y="2106"/>
                    <a:pt x="3216" y="3032"/>
                    <a:pt x="3216" y="3032"/>
                  </a:cubicBezTo>
                  <a:cubicBezTo>
                    <a:pt x="3216" y="3032"/>
                    <a:pt x="4259" y="1965"/>
                    <a:pt x="4212" y="1942"/>
                  </a:cubicBezTo>
                  <a:lnTo>
                    <a:pt x="3720" y="1578"/>
                  </a:lnTo>
                  <a:cubicBezTo>
                    <a:pt x="3720" y="1578"/>
                    <a:pt x="2923" y="582"/>
                    <a:pt x="2982" y="8"/>
                  </a:cubicBezTo>
                  <a:cubicBezTo>
                    <a:pt x="2966" y="3"/>
                    <a:pt x="2947" y="1"/>
                    <a:pt x="2927"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9"/>
            <p:cNvSpPr/>
            <p:nvPr/>
          </p:nvSpPr>
          <p:spPr>
            <a:xfrm>
              <a:off x="6610875" y="3219525"/>
              <a:ext cx="317975" cy="162075"/>
            </a:xfrm>
            <a:custGeom>
              <a:avLst/>
              <a:gdLst/>
              <a:ahLst/>
              <a:cxnLst/>
              <a:rect l="l" t="t" r="r" b="b"/>
              <a:pathLst>
                <a:path w="12719" h="6483" extrusionOk="0">
                  <a:moveTo>
                    <a:pt x="10985" y="1"/>
                  </a:moveTo>
                  <a:cubicBezTo>
                    <a:pt x="9585" y="1"/>
                    <a:pt x="7901" y="619"/>
                    <a:pt x="7233" y="1525"/>
                  </a:cubicBezTo>
                  <a:cubicBezTo>
                    <a:pt x="6658" y="2310"/>
                    <a:pt x="6049" y="3154"/>
                    <a:pt x="5639" y="3717"/>
                  </a:cubicBezTo>
                  <a:cubicBezTo>
                    <a:pt x="5634" y="3723"/>
                    <a:pt x="5624" y="3725"/>
                    <a:pt x="5609" y="3725"/>
                  </a:cubicBezTo>
                  <a:cubicBezTo>
                    <a:pt x="5189" y="3725"/>
                    <a:pt x="762" y="1654"/>
                    <a:pt x="762" y="1654"/>
                  </a:cubicBezTo>
                  <a:lnTo>
                    <a:pt x="0" y="2955"/>
                  </a:lnTo>
                  <a:cubicBezTo>
                    <a:pt x="0" y="2955"/>
                    <a:pt x="4893" y="6482"/>
                    <a:pt x="7126" y="6482"/>
                  </a:cubicBezTo>
                  <a:cubicBezTo>
                    <a:pt x="7403" y="6482"/>
                    <a:pt x="7638" y="6428"/>
                    <a:pt x="7819" y="6307"/>
                  </a:cubicBezTo>
                  <a:cubicBezTo>
                    <a:pt x="9647" y="5076"/>
                    <a:pt x="12718" y="833"/>
                    <a:pt x="12718" y="833"/>
                  </a:cubicBezTo>
                  <a:lnTo>
                    <a:pt x="12402" y="294"/>
                  </a:lnTo>
                  <a:cubicBezTo>
                    <a:pt x="12021" y="92"/>
                    <a:pt x="11524" y="1"/>
                    <a:pt x="10985" y="1"/>
                  </a:cubicBezTo>
                  <a:close/>
                </a:path>
              </a:pathLst>
            </a:custGeom>
            <a:solidFill>
              <a:srgbClr val="F4B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9"/>
            <p:cNvSpPr/>
            <p:nvPr/>
          </p:nvSpPr>
          <p:spPr>
            <a:xfrm>
              <a:off x="6758850" y="3137900"/>
              <a:ext cx="257625" cy="221475"/>
            </a:xfrm>
            <a:custGeom>
              <a:avLst/>
              <a:gdLst/>
              <a:ahLst/>
              <a:cxnLst/>
              <a:rect l="l" t="t" r="r" b="b"/>
              <a:pathLst>
                <a:path w="10305" h="8859" extrusionOk="0">
                  <a:moveTo>
                    <a:pt x="7263" y="0"/>
                  </a:moveTo>
                  <a:cubicBezTo>
                    <a:pt x="5363" y="0"/>
                    <a:pt x="1" y="5903"/>
                    <a:pt x="1" y="5903"/>
                  </a:cubicBezTo>
                  <a:cubicBezTo>
                    <a:pt x="105" y="5938"/>
                    <a:pt x="3232" y="8859"/>
                    <a:pt x="3339" y="8859"/>
                  </a:cubicBezTo>
                  <a:cubicBezTo>
                    <a:pt x="3340" y="8859"/>
                    <a:pt x="3341" y="8858"/>
                    <a:pt x="3341" y="8857"/>
                  </a:cubicBezTo>
                  <a:cubicBezTo>
                    <a:pt x="3365" y="8763"/>
                    <a:pt x="10304" y="3313"/>
                    <a:pt x="7725" y="195"/>
                  </a:cubicBezTo>
                  <a:cubicBezTo>
                    <a:pt x="7613" y="61"/>
                    <a:pt x="7456" y="0"/>
                    <a:pt x="72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9"/>
            <p:cNvSpPr/>
            <p:nvPr/>
          </p:nvSpPr>
          <p:spPr>
            <a:xfrm>
              <a:off x="6758850" y="3285475"/>
              <a:ext cx="139225" cy="76500"/>
            </a:xfrm>
            <a:custGeom>
              <a:avLst/>
              <a:gdLst/>
              <a:ahLst/>
              <a:cxnLst/>
              <a:rect l="l" t="t" r="r" b="b"/>
              <a:pathLst>
                <a:path w="5569" h="3060" fill="none" extrusionOk="0">
                  <a:moveTo>
                    <a:pt x="1" y="0"/>
                  </a:moveTo>
                  <a:lnTo>
                    <a:pt x="3330" y="3060"/>
                  </a:lnTo>
                  <a:lnTo>
                    <a:pt x="5569" y="985"/>
                  </a:lnTo>
                </a:path>
              </a:pathLst>
            </a:custGeom>
            <a:noFill/>
            <a:ln w="4400" cap="rnd" cmpd="sng">
              <a:solidFill>
                <a:srgbClr val="EEE9E9"/>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9"/>
            <p:cNvSpPr/>
            <p:nvPr/>
          </p:nvSpPr>
          <p:spPr>
            <a:xfrm>
              <a:off x="6745675" y="3580275"/>
              <a:ext cx="90275" cy="2650"/>
            </a:xfrm>
            <a:custGeom>
              <a:avLst/>
              <a:gdLst/>
              <a:ahLst/>
              <a:cxnLst/>
              <a:rect l="l" t="t" r="r" b="b"/>
              <a:pathLst>
                <a:path w="3611" h="106" fill="none" extrusionOk="0">
                  <a:moveTo>
                    <a:pt x="0" y="0"/>
                  </a:moveTo>
                  <a:lnTo>
                    <a:pt x="3611" y="106"/>
                  </a:lnTo>
                </a:path>
              </a:pathLst>
            </a:custGeom>
            <a:noFill/>
            <a:ln w="4400" cap="flat" cmpd="sng">
              <a:solidFill>
                <a:srgbClr val="D02621"/>
              </a:solidFill>
              <a:prstDash val="solid"/>
              <a:miter lim="1172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2" name="Google Shape;1152;p49"/>
          <p:cNvSpPr/>
          <p:nvPr/>
        </p:nvSpPr>
        <p:spPr>
          <a:xfrm>
            <a:off x="5614306" y="827288"/>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9"/>
          <p:cNvSpPr/>
          <p:nvPr/>
        </p:nvSpPr>
        <p:spPr>
          <a:xfrm>
            <a:off x="7433200" y="447125"/>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9"/>
          <p:cNvSpPr/>
          <p:nvPr/>
        </p:nvSpPr>
        <p:spPr>
          <a:xfrm>
            <a:off x="4572025" y="1173363"/>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TextBox 111">
            <a:extLst>
              <a:ext uri="{FF2B5EF4-FFF2-40B4-BE49-F238E27FC236}">
                <a16:creationId xmlns:a16="http://schemas.microsoft.com/office/drawing/2014/main" id="{6BF6CEB5-A74F-448A-80E0-2AB9471ED707}"/>
              </a:ext>
            </a:extLst>
          </p:cNvPr>
          <p:cNvSpPr txBox="1"/>
          <p:nvPr/>
        </p:nvSpPr>
        <p:spPr>
          <a:xfrm>
            <a:off x="646469" y="1321755"/>
            <a:ext cx="5199507" cy="2113527"/>
          </a:xfrm>
          <a:prstGeom prst="rect">
            <a:avLst/>
          </a:prstGeom>
          <a:noFill/>
        </p:spPr>
        <p:txBody>
          <a:bodyPr wrap="square">
            <a:spAutoFit/>
          </a:bodyPr>
          <a:lstStyle/>
          <a:p>
            <a:pPr>
              <a:lnSpc>
                <a:spcPct val="150000"/>
              </a:lnSpc>
            </a:pPr>
            <a:r>
              <a:rPr lang="ru-RU" sz="1800" b="1" dirty="0">
                <a:solidFill>
                  <a:schemeClr val="accent6">
                    <a:lumMod val="25000"/>
                  </a:schemeClr>
                </a:solidFill>
                <a:latin typeface="Bahnschrift" panose="020B0502040204020203" pitchFamily="34" charset="0"/>
              </a:rPr>
              <a:t>Был разработан и изготовлен робот</a:t>
            </a:r>
          </a:p>
          <a:p>
            <a:pPr>
              <a:lnSpc>
                <a:spcPct val="150000"/>
              </a:lnSpc>
            </a:pPr>
            <a:r>
              <a:rPr lang="ru-RU" sz="1800" b="1" dirty="0">
                <a:solidFill>
                  <a:schemeClr val="accent6">
                    <a:lumMod val="25000"/>
                  </a:schemeClr>
                </a:solidFill>
                <a:latin typeface="Bahnschrift" panose="020B0502040204020203" pitchFamily="34" charset="0"/>
              </a:rPr>
              <a:t>Был изготовлен свой стенд для испытаний</a:t>
            </a:r>
          </a:p>
          <a:p>
            <a:pPr>
              <a:lnSpc>
                <a:spcPct val="150000"/>
              </a:lnSpc>
            </a:pPr>
            <a:r>
              <a:rPr lang="ru-RU" sz="1800" b="1" dirty="0">
                <a:solidFill>
                  <a:schemeClr val="accent6">
                    <a:lumMod val="25000"/>
                  </a:schemeClr>
                </a:solidFill>
                <a:latin typeface="Bahnschrift" panose="020B0502040204020203" pitchFamily="34" charset="0"/>
              </a:rPr>
              <a:t>Были изучены аналоги</a:t>
            </a:r>
          </a:p>
          <a:p>
            <a:pPr>
              <a:lnSpc>
                <a:spcPct val="150000"/>
              </a:lnSpc>
            </a:pPr>
            <a:r>
              <a:rPr lang="ru-RU" sz="1800" b="1" dirty="0">
                <a:solidFill>
                  <a:schemeClr val="accent6">
                    <a:lumMod val="25000"/>
                  </a:schemeClr>
                </a:solidFill>
                <a:latin typeface="Bahnschrift" panose="020B0502040204020203" pitchFamily="34" charset="0"/>
              </a:rPr>
              <a:t>В будущем будет, добавлен выравниватель поверхности</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9"/>
        <p:cNvGrpSpPr/>
        <p:nvPr/>
      </p:nvGrpSpPr>
      <p:grpSpPr>
        <a:xfrm>
          <a:off x="0" y="0"/>
          <a:ext cx="0" cy="0"/>
          <a:chOff x="0" y="0"/>
          <a:chExt cx="0" cy="0"/>
        </a:xfrm>
      </p:grpSpPr>
      <p:sp>
        <p:nvSpPr>
          <p:cNvPr id="1625" name="Google Shape;1625;p57"/>
          <p:cNvSpPr/>
          <p:nvPr/>
        </p:nvSpPr>
        <p:spPr>
          <a:xfrm>
            <a:off x="7737031" y="585338"/>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7"/>
          <p:cNvSpPr/>
          <p:nvPr/>
        </p:nvSpPr>
        <p:spPr>
          <a:xfrm>
            <a:off x="6720875" y="618313"/>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Заголовок 4">
            <a:extLst>
              <a:ext uri="{FF2B5EF4-FFF2-40B4-BE49-F238E27FC236}">
                <a16:creationId xmlns:a16="http://schemas.microsoft.com/office/drawing/2014/main" id="{25D1C0C0-F229-42A0-9B89-B912DCF73379}"/>
              </a:ext>
            </a:extLst>
          </p:cNvPr>
          <p:cNvSpPr>
            <a:spLocks noGrp="1"/>
          </p:cNvSpPr>
          <p:nvPr>
            <p:ph type="title"/>
          </p:nvPr>
        </p:nvSpPr>
        <p:spPr>
          <a:xfrm>
            <a:off x="396240" y="2571750"/>
            <a:ext cx="8518264" cy="564900"/>
          </a:xfrm>
        </p:spPr>
        <p:txBody>
          <a:bodyPr/>
          <a:lstStyle/>
          <a:p>
            <a:pPr algn="ctr"/>
            <a:r>
              <a:rPr lang="ru-RU" sz="6000" dirty="0"/>
              <a:t>Спасибо за внимание!</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0"/>
        <p:cNvGrpSpPr/>
        <p:nvPr/>
      </p:nvGrpSpPr>
      <p:grpSpPr>
        <a:xfrm>
          <a:off x="0" y="0"/>
          <a:ext cx="0" cy="0"/>
          <a:chOff x="0" y="0"/>
          <a:chExt cx="0" cy="0"/>
        </a:xfrm>
      </p:grpSpPr>
      <p:sp>
        <p:nvSpPr>
          <p:cNvPr id="2191" name="Google Shape;2191;p71"/>
          <p:cNvSpPr txBox="1">
            <a:spLocks noGrp="1"/>
          </p:cNvSpPr>
          <p:nvPr>
            <p:ph type="title"/>
          </p:nvPr>
        </p:nvSpPr>
        <p:spPr>
          <a:xfrm>
            <a:off x="713250" y="155630"/>
            <a:ext cx="7717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RU" dirty="0"/>
              <a:t>Характеристики робота </a:t>
            </a:r>
            <a:endParaRPr dirty="0"/>
          </a:p>
        </p:txBody>
      </p:sp>
      <p:graphicFrame>
        <p:nvGraphicFramePr>
          <p:cNvPr id="2192" name="Google Shape;2192;p71"/>
          <p:cNvGraphicFramePr/>
          <p:nvPr>
            <p:extLst>
              <p:ext uri="{D42A27DB-BD31-4B8C-83A1-F6EECF244321}">
                <p14:modId xmlns:p14="http://schemas.microsoft.com/office/powerpoint/2010/main" val="2971419009"/>
              </p:ext>
            </p:extLst>
          </p:nvPr>
        </p:nvGraphicFramePr>
        <p:xfrm>
          <a:off x="584151" y="819263"/>
          <a:ext cx="4292650" cy="3607995"/>
        </p:xfrm>
        <a:graphic>
          <a:graphicData uri="http://schemas.openxmlformats.org/drawingml/2006/table">
            <a:tbl>
              <a:tblPr>
                <a:noFill/>
                <a:tableStyleId>{26DA1BE7-EF47-4163-9FC5-D6A0CC6611B9}</a:tableStyleId>
              </a:tblPr>
              <a:tblGrid>
                <a:gridCol w="1374244">
                  <a:extLst>
                    <a:ext uri="{9D8B030D-6E8A-4147-A177-3AD203B41FA5}">
                      <a16:colId xmlns:a16="http://schemas.microsoft.com/office/drawing/2014/main" val="20000"/>
                    </a:ext>
                  </a:extLst>
                </a:gridCol>
                <a:gridCol w="1378774">
                  <a:extLst>
                    <a:ext uri="{9D8B030D-6E8A-4147-A177-3AD203B41FA5}">
                      <a16:colId xmlns:a16="http://schemas.microsoft.com/office/drawing/2014/main" val="20001"/>
                    </a:ext>
                  </a:extLst>
                </a:gridCol>
                <a:gridCol w="1539632">
                  <a:extLst>
                    <a:ext uri="{9D8B030D-6E8A-4147-A177-3AD203B41FA5}">
                      <a16:colId xmlns:a16="http://schemas.microsoft.com/office/drawing/2014/main" val="2938126503"/>
                    </a:ext>
                  </a:extLst>
                </a:gridCol>
              </a:tblGrid>
              <a:tr h="808557">
                <a:tc>
                  <a:txBody>
                    <a:bodyPr/>
                    <a:lstStyle/>
                    <a:p>
                      <a:pPr marL="0" lvl="0" indent="0" algn="l" rtl="0">
                        <a:spcBef>
                          <a:spcPts val="0"/>
                        </a:spcBef>
                        <a:spcAft>
                          <a:spcPts val="0"/>
                        </a:spcAft>
                        <a:buNone/>
                      </a:pPr>
                      <a:endParaRPr dirty="0">
                        <a:latin typeface="Montserrat"/>
                        <a:ea typeface="Montserrat"/>
                        <a:cs typeface="Montserrat"/>
                        <a:sym typeface="Montserrat"/>
                      </a:endParaRPr>
                    </a:p>
                  </a:txBody>
                  <a:tcPr marL="91425" marR="91425" marT="91425" marB="91425">
                    <a:lnL w="9525" cap="flat" cmpd="sng">
                      <a:solidFill>
                        <a:schemeClr val="lt2">
                          <a:alpha val="0"/>
                        </a:scheme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ru-RU" sz="1400" b="1" dirty="0">
                          <a:solidFill>
                            <a:schemeClr val="dk2"/>
                          </a:solidFill>
                          <a:effectLst/>
                          <a:latin typeface="Montserrat" panose="00000500000000000000" pitchFamily="2" charset="-52"/>
                          <a:ea typeface="BioRhyme"/>
                          <a:cs typeface="BioRhyme"/>
                          <a:sym typeface="BioRhyme"/>
                        </a:rPr>
                        <a:t>Основной мотор</a:t>
                      </a:r>
                      <a:endParaRPr sz="1400" b="1" dirty="0">
                        <a:solidFill>
                          <a:schemeClr val="dk2"/>
                        </a:solidFill>
                        <a:effectLst/>
                        <a:latin typeface="Montserrat" panose="00000500000000000000" pitchFamily="2" charset="-52"/>
                        <a:ea typeface="BioRhyme"/>
                        <a:cs typeface="BioRhyme"/>
                        <a:sym typeface="BioRhyme"/>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ru-RU" sz="1400" b="1" dirty="0">
                          <a:solidFill>
                            <a:schemeClr val="dk2"/>
                          </a:solidFill>
                          <a:effectLst/>
                          <a:latin typeface="Montserrat" panose="00000500000000000000" pitchFamily="2" charset="-52"/>
                          <a:ea typeface="BioRhyme"/>
                          <a:cs typeface="BioRhyme"/>
                          <a:sym typeface="BioRhyme"/>
                        </a:rPr>
                        <a:t>Мотор механизма очистки</a:t>
                      </a:r>
                      <a:endParaRPr sz="1400" b="1" dirty="0">
                        <a:solidFill>
                          <a:schemeClr val="dk2"/>
                        </a:solidFill>
                        <a:effectLst/>
                        <a:latin typeface="Montserrat" panose="00000500000000000000" pitchFamily="2" charset="-52"/>
                        <a:ea typeface="BioRhyme"/>
                        <a:cs typeface="BioRhyme"/>
                        <a:sym typeface="BioRhyme"/>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9892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solidFill>
                            <a:schemeClr val="lt1"/>
                          </a:solidFill>
                          <a:latin typeface="Bahnschrift" panose="020B0502040204020203" pitchFamily="34" charset="0"/>
                          <a:ea typeface="BioRhyme"/>
                          <a:cs typeface="BioRhyme"/>
                          <a:sym typeface="BioRhyme"/>
                        </a:rPr>
                        <a:t>название</a:t>
                      </a:r>
                    </a:p>
                  </a:txBody>
                  <a:tcPr marL="91425" marR="91425" marT="91425" marB="91425">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accent6">
                              <a:lumMod val="25000"/>
                            </a:schemeClr>
                          </a:solidFill>
                          <a:effectLst/>
                          <a:latin typeface="Bahnschrift" panose="020B0502040204020203" pitchFamily="34" charset="0"/>
                          <a:ea typeface="Arial"/>
                          <a:cs typeface="Arial"/>
                          <a:sym typeface="Arial"/>
                        </a:rPr>
                        <a:t>TorqueNADO</a:t>
                      </a:r>
                    </a:p>
                    <a:p>
                      <a:pPr marL="0" lvl="0" indent="0" algn="ctr" rtl="0">
                        <a:spcBef>
                          <a:spcPts val="0"/>
                        </a:spcBef>
                        <a:spcAft>
                          <a:spcPts val="0"/>
                        </a:spcAft>
                        <a:buNone/>
                      </a:pPr>
                      <a:r>
                        <a:rPr lang="en-US" sz="1400" dirty="0">
                          <a:solidFill>
                            <a:schemeClr val="accent6">
                              <a:lumMod val="25000"/>
                            </a:schemeClr>
                          </a:solidFill>
                          <a:latin typeface="Bahnschrift" panose="020B0502040204020203" pitchFamily="34" charset="0"/>
                          <a:ea typeface="Amiko"/>
                          <a:cs typeface="Amiko"/>
                          <a:sym typeface="Amiko"/>
                        </a:rPr>
                        <a:t>Tetrix</a:t>
                      </a:r>
                      <a:r>
                        <a:rPr lang="en-US" sz="1400" dirty="0">
                          <a:latin typeface="Bahnschrift" panose="020B0502040204020203" pitchFamily="34" charset="0"/>
                          <a:ea typeface="Amiko"/>
                          <a:cs typeface="Amiko"/>
                          <a:sym typeface="Amiko"/>
                        </a:rPr>
                        <a:t> </a:t>
                      </a: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400" b="0" i="0" u="none" strike="noStrike" cap="none" dirty="0">
                          <a:solidFill>
                            <a:schemeClr val="accent6">
                              <a:lumMod val="25000"/>
                            </a:schemeClr>
                          </a:solidFill>
                          <a:effectLst/>
                          <a:latin typeface="Bahnschrift" panose="020B0502040204020203" pitchFamily="34" charset="0"/>
                          <a:ea typeface="Arial"/>
                          <a:cs typeface="Arial"/>
                          <a:sym typeface="Arial"/>
                        </a:rPr>
                        <a:t>Dyson V7</a:t>
                      </a:r>
                      <a:endParaRPr lang="en-US" sz="1400" b="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123577194"/>
                  </a:ext>
                </a:extLst>
              </a:tr>
              <a:tr h="405513">
                <a:tc>
                  <a:txBody>
                    <a:bodyPr/>
                    <a:lstStyle/>
                    <a:p>
                      <a:pPr marL="0" lvl="0" indent="0" algn="ctr" rtl="0">
                        <a:spcBef>
                          <a:spcPts val="0"/>
                        </a:spcBef>
                        <a:spcAft>
                          <a:spcPts val="0"/>
                        </a:spcAft>
                        <a:buNone/>
                      </a:pPr>
                      <a:r>
                        <a:rPr lang="ru-RU" sz="1400" b="0" dirty="0">
                          <a:solidFill>
                            <a:schemeClr val="lt1"/>
                          </a:solidFill>
                          <a:latin typeface="Bahnschrift" panose="020B0502040204020203" pitchFamily="34" charset="0"/>
                          <a:ea typeface="BioRhyme"/>
                          <a:cs typeface="BioRhyme"/>
                          <a:sym typeface="BioRhyme"/>
                        </a:rPr>
                        <a:t>тип</a:t>
                      </a:r>
                      <a:endParaRPr sz="1400" b="0" dirty="0">
                        <a:solidFill>
                          <a:schemeClr val="lt1"/>
                        </a:solidFill>
                        <a:latin typeface="Bahnschrift" panose="020B0502040204020203" pitchFamily="34" charset="0"/>
                        <a:ea typeface="BioRhyme"/>
                        <a:cs typeface="BioRhyme"/>
                        <a:sym typeface="BioRhyme"/>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solidFill>
                            <a:schemeClr val="accent6">
                              <a:lumMod val="25000"/>
                            </a:schemeClr>
                          </a:solidFill>
                          <a:latin typeface="Bahnschrift" panose="020B0502040204020203" pitchFamily="34" charset="0"/>
                          <a:ea typeface="Amiko"/>
                          <a:cs typeface="Amiko"/>
                          <a:sym typeface="Amiko"/>
                        </a:rPr>
                        <a:t>коллекторный</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solidFill>
                            <a:schemeClr val="accent6">
                              <a:lumMod val="25000"/>
                            </a:schemeClr>
                          </a:solidFill>
                          <a:latin typeface="Bahnschrift" panose="020B0502040204020203" pitchFamily="34" charset="0"/>
                          <a:ea typeface="Amiko"/>
                          <a:cs typeface="Amiko"/>
                          <a:sym typeface="Amiko"/>
                        </a:rPr>
                        <a:t>коллекторный</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50842">
                <a:tc>
                  <a:txBody>
                    <a:bodyPr/>
                    <a:lstStyle/>
                    <a:p>
                      <a:pPr marL="0" lvl="0" indent="0" algn="ctr" rtl="0">
                        <a:spcBef>
                          <a:spcPts val="0"/>
                        </a:spcBef>
                        <a:spcAft>
                          <a:spcPts val="0"/>
                        </a:spcAft>
                        <a:buNone/>
                      </a:pPr>
                      <a:r>
                        <a:rPr lang="ru-RU" sz="1400" dirty="0">
                          <a:solidFill>
                            <a:schemeClr val="lt1"/>
                          </a:solidFill>
                          <a:latin typeface="Bahnschrift" panose="020B0502040204020203" pitchFamily="34" charset="0"/>
                          <a:ea typeface="BioRhyme"/>
                          <a:cs typeface="BioRhyme"/>
                          <a:sym typeface="BioRhyme"/>
                        </a:rPr>
                        <a:t>напряжение</a:t>
                      </a:r>
                      <a:endParaRPr sz="1400" dirty="0">
                        <a:solidFill>
                          <a:schemeClr val="lt1"/>
                        </a:solidFill>
                        <a:latin typeface="Bahnschrift" panose="020B0502040204020203" pitchFamily="34" charset="0"/>
                        <a:ea typeface="BioRhyme"/>
                        <a:cs typeface="BioRhyme"/>
                        <a:sym typeface="BioRhyme"/>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US" sz="1400" dirty="0">
                          <a:solidFill>
                            <a:schemeClr val="accent6">
                              <a:lumMod val="25000"/>
                            </a:schemeClr>
                          </a:solidFill>
                          <a:latin typeface="Bahnschrift" panose="020B0502040204020203" pitchFamily="34" charset="0"/>
                          <a:ea typeface="Amiko"/>
                          <a:cs typeface="Amiko"/>
                          <a:sym typeface="Amiko"/>
                        </a:rPr>
                        <a:t>+</a:t>
                      </a:r>
                      <a:r>
                        <a:rPr lang="ru-RU" sz="1400" dirty="0">
                          <a:solidFill>
                            <a:schemeClr val="accent6">
                              <a:lumMod val="25000"/>
                            </a:schemeClr>
                          </a:solidFill>
                          <a:latin typeface="Bahnschrift" panose="020B0502040204020203" pitchFamily="34" charset="0"/>
                          <a:ea typeface="Amiko"/>
                          <a:cs typeface="Amiko"/>
                          <a:sym typeface="Amiko"/>
                        </a:rPr>
                        <a:t>12</a:t>
                      </a:r>
                      <a:r>
                        <a:rPr lang="en-US" sz="1400" dirty="0">
                          <a:solidFill>
                            <a:schemeClr val="accent6">
                              <a:lumMod val="25000"/>
                            </a:schemeClr>
                          </a:solidFill>
                          <a:latin typeface="Bahnschrift" panose="020B0502040204020203" pitchFamily="34" charset="0"/>
                          <a:ea typeface="Amiko"/>
                          <a:cs typeface="Amiko"/>
                          <a:sym typeface="Amiko"/>
                        </a:rPr>
                        <a:t>V</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US" sz="1400" dirty="0">
                          <a:solidFill>
                            <a:schemeClr val="accent6">
                              <a:lumMod val="25000"/>
                            </a:schemeClr>
                          </a:solidFill>
                          <a:latin typeface="Bahnschrift" panose="020B0502040204020203" pitchFamily="34" charset="0"/>
                          <a:ea typeface="Amiko"/>
                          <a:cs typeface="Amiko"/>
                          <a:sym typeface="Amiko"/>
                        </a:rPr>
                        <a:t>+16.2V / +5V</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98923">
                <a:tc>
                  <a:txBody>
                    <a:bodyPr/>
                    <a:lstStyle/>
                    <a:p>
                      <a:pPr marL="0" lvl="0" indent="0" algn="ctr" rtl="0">
                        <a:spcBef>
                          <a:spcPts val="0"/>
                        </a:spcBef>
                        <a:spcAft>
                          <a:spcPts val="0"/>
                        </a:spcAft>
                        <a:buNone/>
                      </a:pPr>
                      <a:r>
                        <a:rPr lang="ru-RU" sz="1400" dirty="0">
                          <a:solidFill>
                            <a:schemeClr val="lt1"/>
                          </a:solidFill>
                          <a:latin typeface="Bahnschrift" panose="020B0502040204020203" pitchFamily="34" charset="0"/>
                          <a:ea typeface="BioRhyme"/>
                          <a:cs typeface="BioRhyme"/>
                          <a:sym typeface="BioRhyme"/>
                        </a:rPr>
                        <a:t>частота вращения</a:t>
                      </a:r>
                      <a:endParaRPr sz="1400" dirty="0">
                        <a:solidFill>
                          <a:schemeClr val="lt1"/>
                        </a:solidFill>
                        <a:latin typeface="Bahnschrift" panose="020B0502040204020203" pitchFamily="34" charset="0"/>
                        <a:ea typeface="BioRhyme"/>
                        <a:cs typeface="BioRhyme"/>
                        <a:sym typeface="BioRhyme"/>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ru-RU" sz="1400" dirty="0">
                          <a:solidFill>
                            <a:schemeClr val="accent6">
                              <a:lumMod val="25000"/>
                            </a:schemeClr>
                          </a:solidFill>
                          <a:latin typeface="Bahnschrift" panose="020B0502040204020203" pitchFamily="34" charset="0"/>
                          <a:ea typeface="Amiko"/>
                          <a:cs typeface="Amiko"/>
                          <a:sym typeface="Amiko"/>
                        </a:rPr>
                        <a:t>100 об</a:t>
                      </a:r>
                      <a:r>
                        <a:rPr lang="en-US" sz="1400" dirty="0">
                          <a:solidFill>
                            <a:schemeClr val="accent6">
                              <a:lumMod val="25000"/>
                            </a:schemeClr>
                          </a:solidFill>
                          <a:latin typeface="Bahnschrift" panose="020B0502040204020203" pitchFamily="34" charset="0"/>
                          <a:ea typeface="Amiko"/>
                          <a:cs typeface="Amiko"/>
                          <a:sym typeface="Amiko"/>
                        </a:rPr>
                        <a:t>/</a:t>
                      </a:r>
                      <a:r>
                        <a:rPr lang="ru-RU" sz="1400" dirty="0">
                          <a:solidFill>
                            <a:schemeClr val="accent6">
                              <a:lumMod val="25000"/>
                            </a:schemeClr>
                          </a:solidFill>
                          <a:latin typeface="Bahnschrift" panose="020B0502040204020203" pitchFamily="34" charset="0"/>
                          <a:ea typeface="Amiko"/>
                          <a:cs typeface="Amiko"/>
                          <a:sym typeface="Amiko"/>
                        </a:rPr>
                        <a:t>мин</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ru-RU" sz="1400" dirty="0">
                          <a:solidFill>
                            <a:schemeClr val="accent6">
                              <a:lumMod val="25000"/>
                            </a:schemeClr>
                          </a:solidFill>
                          <a:latin typeface="Bahnschrift" panose="020B0502040204020203" pitchFamily="34" charset="0"/>
                          <a:ea typeface="Amiko"/>
                          <a:cs typeface="Amiko"/>
                          <a:sym typeface="Amiko"/>
                        </a:rPr>
                        <a:t>110 000 об</a:t>
                      </a:r>
                      <a:r>
                        <a:rPr lang="en-US" sz="1400" dirty="0">
                          <a:solidFill>
                            <a:schemeClr val="accent6">
                              <a:lumMod val="25000"/>
                            </a:schemeClr>
                          </a:solidFill>
                          <a:latin typeface="Bahnschrift" panose="020B0502040204020203" pitchFamily="34" charset="0"/>
                          <a:ea typeface="Amiko"/>
                          <a:cs typeface="Amiko"/>
                          <a:sym typeface="Amiko"/>
                        </a:rPr>
                        <a:t>/</a:t>
                      </a:r>
                      <a:r>
                        <a:rPr lang="ru-RU" sz="1400" dirty="0">
                          <a:solidFill>
                            <a:schemeClr val="accent6">
                              <a:lumMod val="25000"/>
                            </a:schemeClr>
                          </a:solidFill>
                          <a:latin typeface="Bahnschrift" panose="020B0502040204020203" pitchFamily="34" charset="0"/>
                          <a:ea typeface="Amiko"/>
                          <a:cs typeface="Amiko"/>
                          <a:sym typeface="Amiko"/>
                        </a:rPr>
                        <a:t>мин</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98923">
                <a:tc>
                  <a:txBody>
                    <a:bodyPr/>
                    <a:lstStyle/>
                    <a:p>
                      <a:pPr marL="0" lvl="0" indent="0" algn="ctr" rtl="0">
                        <a:spcBef>
                          <a:spcPts val="0"/>
                        </a:spcBef>
                        <a:spcAft>
                          <a:spcPts val="0"/>
                        </a:spcAft>
                        <a:buNone/>
                      </a:pPr>
                      <a:r>
                        <a:rPr lang="ru-RU" sz="1400" dirty="0">
                          <a:solidFill>
                            <a:schemeClr val="lt1"/>
                          </a:solidFill>
                          <a:latin typeface="Bahnschrift" panose="020B0502040204020203" pitchFamily="34" charset="0"/>
                          <a:ea typeface="BioRhyme"/>
                          <a:cs typeface="BioRhyme"/>
                          <a:sym typeface="BioRhyme"/>
                        </a:rPr>
                        <a:t>крутящий момент</a:t>
                      </a:r>
                      <a:endParaRPr sz="1400" dirty="0">
                        <a:solidFill>
                          <a:schemeClr val="lt1"/>
                        </a:solidFill>
                        <a:latin typeface="Bahnschrift" panose="020B0502040204020203" pitchFamily="34" charset="0"/>
                        <a:ea typeface="BioRhyme"/>
                        <a:cs typeface="BioRhyme"/>
                        <a:sym typeface="BioRhyme"/>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ru-RU" sz="1400" dirty="0">
                          <a:solidFill>
                            <a:schemeClr val="accent6">
                              <a:lumMod val="25000"/>
                            </a:schemeClr>
                          </a:solidFill>
                          <a:latin typeface="Bahnschrift" panose="020B0502040204020203" pitchFamily="34" charset="0"/>
                          <a:ea typeface="Amiko"/>
                          <a:cs typeface="Amiko"/>
                          <a:sym typeface="Amiko"/>
                        </a:rPr>
                        <a:t>4,9 </a:t>
                      </a:r>
                      <a:r>
                        <a:rPr lang="en-US" sz="1400" dirty="0">
                          <a:solidFill>
                            <a:schemeClr val="accent6">
                              <a:lumMod val="25000"/>
                            </a:schemeClr>
                          </a:solidFill>
                          <a:latin typeface="Bahnschrift" panose="020B0502040204020203" pitchFamily="34" charset="0"/>
                          <a:ea typeface="Amiko"/>
                          <a:cs typeface="Amiko"/>
                          <a:sym typeface="Amiko"/>
                        </a:rPr>
                        <a:t>H</a:t>
                      </a:r>
                      <a:r>
                        <a:rPr lang="ru-RU" sz="1400" dirty="0">
                          <a:solidFill>
                            <a:schemeClr val="accent6">
                              <a:lumMod val="25000"/>
                            </a:schemeClr>
                          </a:solidFill>
                          <a:latin typeface="Bahnschrift" panose="020B0502040204020203" pitchFamily="34" charset="0"/>
                          <a:ea typeface="Amiko"/>
                          <a:cs typeface="Amiko"/>
                          <a:sym typeface="Amiko"/>
                        </a:rPr>
                        <a:t>м</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ru-RU" sz="1400" dirty="0">
                          <a:solidFill>
                            <a:schemeClr val="accent6">
                              <a:lumMod val="25000"/>
                            </a:schemeClr>
                          </a:solidFill>
                          <a:latin typeface="Bahnschrift" panose="020B0502040204020203" pitchFamily="34" charset="0"/>
                          <a:ea typeface="Amiko"/>
                          <a:cs typeface="Amiko"/>
                          <a:sym typeface="Amiko"/>
                        </a:rPr>
                        <a:t>6 </a:t>
                      </a:r>
                      <a:r>
                        <a:rPr lang="ru-RU" sz="1400" dirty="0" err="1">
                          <a:solidFill>
                            <a:schemeClr val="accent6">
                              <a:lumMod val="25000"/>
                            </a:schemeClr>
                          </a:solidFill>
                          <a:latin typeface="Bahnschrift" panose="020B0502040204020203" pitchFamily="34" charset="0"/>
                          <a:ea typeface="Amiko"/>
                          <a:cs typeface="Amiko"/>
                          <a:sym typeface="Amiko"/>
                        </a:rPr>
                        <a:t>Нм</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193" name="Google Shape;2193;p71"/>
          <p:cNvGrpSpPr/>
          <p:nvPr/>
        </p:nvGrpSpPr>
        <p:grpSpPr>
          <a:xfrm>
            <a:off x="8430750" y="3508931"/>
            <a:ext cx="717900" cy="1314625"/>
            <a:chOff x="4083975" y="1246375"/>
            <a:chExt cx="717900" cy="1314625"/>
          </a:xfrm>
        </p:grpSpPr>
        <p:sp>
          <p:nvSpPr>
            <p:cNvPr id="2194" name="Google Shape;2194;p71"/>
            <p:cNvSpPr/>
            <p:nvPr/>
          </p:nvSpPr>
          <p:spPr>
            <a:xfrm>
              <a:off x="4301250" y="1311675"/>
              <a:ext cx="282775" cy="394500"/>
            </a:xfrm>
            <a:custGeom>
              <a:avLst/>
              <a:gdLst/>
              <a:ahLst/>
              <a:cxnLst/>
              <a:rect l="l" t="t" r="r" b="b"/>
              <a:pathLst>
                <a:path w="11311" h="15780" extrusionOk="0">
                  <a:moveTo>
                    <a:pt x="10586" y="1"/>
                  </a:moveTo>
                  <a:cubicBezTo>
                    <a:pt x="10523" y="1"/>
                    <a:pt x="10459" y="24"/>
                    <a:pt x="10406" y="76"/>
                  </a:cubicBezTo>
                  <a:cubicBezTo>
                    <a:pt x="8969" y="1444"/>
                    <a:pt x="6165" y="3367"/>
                    <a:pt x="5609" y="3738"/>
                  </a:cubicBezTo>
                  <a:cubicBezTo>
                    <a:pt x="5563" y="3784"/>
                    <a:pt x="5516" y="3854"/>
                    <a:pt x="5493" y="3923"/>
                  </a:cubicBezTo>
                  <a:cubicBezTo>
                    <a:pt x="4473" y="10297"/>
                    <a:pt x="1090" y="13680"/>
                    <a:pt x="140" y="14538"/>
                  </a:cubicBezTo>
                  <a:cubicBezTo>
                    <a:pt x="1" y="14653"/>
                    <a:pt x="24" y="14862"/>
                    <a:pt x="163" y="14955"/>
                  </a:cubicBezTo>
                  <a:cubicBezTo>
                    <a:pt x="1155" y="15598"/>
                    <a:pt x="2618" y="15780"/>
                    <a:pt x="3956" y="15780"/>
                  </a:cubicBezTo>
                  <a:cubicBezTo>
                    <a:pt x="5462" y="15780"/>
                    <a:pt x="6807" y="15549"/>
                    <a:pt x="7139" y="15488"/>
                  </a:cubicBezTo>
                  <a:cubicBezTo>
                    <a:pt x="7185" y="15488"/>
                    <a:pt x="7231" y="15465"/>
                    <a:pt x="7278" y="15418"/>
                  </a:cubicBezTo>
                  <a:cubicBezTo>
                    <a:pt x="11310" y="11710"/>
                    <a:pt x="11009" y="2649"/>
                    <a:pt x="10847" y="262"/>
                  </a:cubicBezTo>
                  <a:cubicBezTo>
                    <a:pt x="10847" y="105"/>
                    <a:pt x="10719" y="1"/>
                    <a:pt x="105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71"/>
            <p:cNvSpPr/>
            <p:nvPr/>
          </p:nvSpPr>
          <p:spPr>
            <a:xfrm>
              <a:off x="4125125" y="1359325"/>
              <a:ext cx="93875" cy="107800"/>
            </a:xfrm>
            <a:custGeom>
              <a:avLst/>
              <a:gdLst/>
              <a:ahLst/>
              <a:cxnLst/>
              <a:rect l="l" t="t" r="r" b="b"/>
              <a:pathLst>
                <a:path w="3755" h="4312" extrusionOk="0">
                  <a:moveTo>
                    <a:pt x="2889" y="0"/>
                  </a:moveTo>
                  <a:cubicBezTo>
                    <a:pt x="2884" y="0"/>
                    <a:pt x="2879" y="1"/>
                    <a:pt x="2874" y="1"/>
                  </a:cubicBezTo>
                  <a:cubicBezTo>
                    <a:pt x="2666" y="24"/>
                    <a:pt x="186" y="3547"/>
                    <a:pt x="93" y="3709"/>
                  </a:cubicBezTo>
                  <a:cubicBezTo>
                    <a:pt x="0" y="3871"/>
                    <a:pt x="858" y="4312"/>
                    <a:pt x="858" y="4312"/>
                  </a:cubicBezTo>
                  <a:lnTo>
                    <a:pt x="3755" y="488"/>
                  </a:lnTo>
                  <a:cubicBezTo>
                    <a:pt x="3755" y="488"/>
                    <a:pt x="3112" y="0"/>
                    <a:pt x="2889" y="0"/>
                  </a:cubicBezTo>
                  <a:close/>
                </a:path>
              </a:pathLst>
            </a:custGeom>
            <a:solidFill>
              <a:srgbClr val="001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71"/>
            <p:cNvSpPr/>
            <p:nvPr/>
          </p:nvSpPr>
          <p:spPr>
            <a:xfrm>
              <a:off x="4376575" y="1435825"/>
              <a:ext cx="53325" cy="103075"/>
            </a:xfrm>
            <a:custGeom>
              <a:avLst/>
              <a:gdLst/>
              <a:ahLst/>
              <a:cxnLst/>
              <a:rect l="l" t="t" r="r" b="b"/>
              <a:pathLst>
                <a:path w="2133" h="4123" extrusionOk="0">
                  <a:moveTo>
                    <a:pt x="1182" y="0"/>
                  </a:moveTo>
                  <a:lnTo>
                    <a:pt x="0" y="3940"/>
                  </a:lnTo>
                  <a:cubicBezTo>
                    <a:pt x="0" y="3940"/>
                    <a:pt x="581" y="4123"/>
                    <a:pt x="872" y="4123"/>
                  </a:cubicBezTo>
                  <a:cubicBezTo>
                    <a:pt x="925" y="4123"/>
                    <a:pt x="968" y="4117"/>
                    <a:pt x="997" y="4102"/>
                  </a:cubicBezTo>
                  <a:cubicBezTo>
                    <a:pt x="1182" y="4033"/>
                    <a:pt x="2109" y="464"/>
                    <a:pt x="2109" y="302"/>
                  </a:cubicBezTo>
                  <a:cubicBezTo>
                    <a:pt x="2133" y="139"/>
                    <a:pt x="1182" y="0"/>
                    <a:pt x="1182" y="0"/>
                  </a:cubicBezTo>
                  <a:close/>
                </a:path>
              </a:pathLst>
            </a:custGeom>
            <a:solidFill>
              <a:srgbClr val="001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71"/>
            <p:cNvSpPr/>
            <p:nvPr/>
          </p:nvSpPr>
          <p:spPr>
            <a:xfrm>
              <a:off x="4136700" y="1366050"/>
              <a:ext cx="275825" cy="184750"/>
            </a:xfrm>
            <a:custGeom>
              <a:avLst/>
              <a:gdLst/>
              <a:ahLst/>
              <a:cxnLst/>
              <a:rect l="l" t="t" r="r" b="b"/>
              <a:pathLst>
                <a:path w="11033" h="7390" extrusionOk="0">
                  <a:moveTo>
                    <a:pt x="3244" y="0"/>
                  </a:moveTo>
                  <a:cubicBezTo>
                    <a:pt x="3124" y="0"/>
                    <a:pt x="2998" y="67"/>
                    <a:pt x="2898" y="196"/>
                  </a:cubicBezTo>
                  <a:cubicBezTo>
                    <a:pt x="2295" y="1007"/>
                    <a:pt x="789" y="2954"/>
                    <a:pt x="163" y="3718"/>
                  </a:cubicBezTo>
                  <a:cubicBezTo>
                    <a:pt x="24" y="3881"/>
                    <a:pt x="1" y="4089"/>
                    <a:pt x="117" y="4228"/>
                  </a:cubicBezTo>
                  <a:cubicBezTo>
                    <a:pt x="821" y="4987"/>
                    <a:pt x="3300" y="7390"/>
                    <a:pt x="6811" y="7390"/>
                  </a:cubicBezTo>
                  <a:cubicBezTo>
                    <a:pt x="7693" y="7390"/>
                    <a:pt x="8641" y="7238"/>
                    <a:pt x="9642" y="6870"/>
                  </a:cubicBezTo>
                  <a:cubicBezTo>
                    <a:pt x="9781" y="6801"/>
                    <a:pt x="9897" y="6685"/>
                    <a:pt x="9966" y="6546"/>
                  </a:cubicBezTo>
                  <a:cubicBezTo>
                    <a:pt x="10175" y="5920"/>
                    <a:pt x="10777" y="4135"/>
                    <a:pt x="10986" y="3046"/>
                  </a:cubicBezTo>
                  <a:cubicBezTo>
                    <a:pt x="11032" y="2838"/>
                    <a:pt x="10916" y="2675"/>
                    <a:pt x="10708" y="2675"/>
                  </a:cubicBezTo>
                  <a:lnTo>
                    <a:pt x="6420" y="2583"/>
                  </a:lnTo>
                  <a:cubicBezTo>
                    <a:pt x="6351" y="2583"/>
                    <a:pt x="6281" y="2560"/>
                    <a:pt x="6235" y="2513"/>
                  </a:cubicBezTo>
                  <a:lnTo>
                    <a:pt x="3454" y="80"/>
                  </a:lnTo>
                  <a:cubicBezTo>
                    <a:pt x="3392" y="26"/>
                    <a:pt x="3319" y="0"/>
                    <a:pt x="3244" y="0"/>
                  </a:cubicBezTo>
                  <a:close/>
                </a:path>
              </a:pathLst>
            </a:custGeom>
            <a:solidFill>
              <a:srgbClr val="FFA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71"/>
            <p:cNvSpPr/>
            <p:nvPr/>
          </p:nvSpPr>
          <p:spPr>
            <a:xfrm>
              <a:off x="4101375" y="1419125"/>
              <a:ext cx="47525" cy="26000"/>
            </a:xfrm>
            <a:custGeom>
              <a:avLst/>
              <a:gdLst/>
              <a:ahLst/>
              <a:cxnLst/>
              <a:rect l="l" t="t" r="r" b="b"/>
              <a:pathLst>
                <a:path w="1901" h="1040" extrusionOk="0">
                  <a:moveTo>
                    <a:pt x="414" y="0"/>
                  </a:moveTo>
                  <a:cubicBezTo>
                    <a:pt x="261" y="0"/>
                    <a:pt x="148" y="25"/>
                    <a:pt x="116" y="89"/>
                  </a:cubicBezTo>
                  <a:cubicBezTo>
                    <a:pt x="0" y="367"/>
                    <a:pt x="649" y="1016"/>
                    <a:pt x="811" y="1039"/>
                  </a:cubicBezTo>
                  <a:cubicBezTo>
                    <a:pt x="814" y="1040"/>
                    <a:pt x="818" y="1040"/>
                    <a:pt x="822" y="1040"/>
                  </a:cubicBezTo>
                  <a:cubicBezTo>
                    <a:pt x="988" y="1040"/>
                    <a:pt x="1808" y="552"/>
                    <a:pt x="1808" y="552"/>
                  </a:cubicBezTo>
                  <a:lnTo>
                    <a:pt x="1901" y="274"/>
                  </a:lnTo>
                  <a:cubicBezTo>
                    <a:pt x="1901" y="274"/>
                    <a:pt x="927" y="0"/>
                    <a:pt x="414" y="0"/>
                  </a:cubicBezTo>
                  <a:close/>
                </a:path>
              </a:pathLst>
            </a:custGeom>
            <a:solidFill>
              <a:srgbClr val="0014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71"/>
            <p:cNvSpPr/>
            <p:nvPr/>
          </p:nvSpPr>
          <p:spPr>
            <a:xfrm>
              <a:off x="4539950" y="1284025"/>
              <a:ext cx="261925" cy="384675"/>
            </a:xfrm>
            <a:custGeom>
              <a:avLst/>
              <a:gdLst/>
              <a:ahLst/>
              <a:cxnLst/>
              <a:rect l="l" t="t" r="r" b="b"/>
              <a:pathLst>
                <a:path w="10477" h="15387" extrusionOk="0">
                  <a:moveTo>
                    <a:pt x="7880" y="0"/>
                  </a:moveTo>
                  <a:lnTo>
                    <a:pt x="7834" y="70"/>
                  </a:lnTo>
                  <a:cubicBezTo>
                    <a:pt x="7510" y="140"/>
                    <a:pt x="5540" y="441"/>
                    <a:pt x="5424" y="603"/>
                  </a:cubicBezTo>
                  <a:cubicBezTo>
                    <a:pt x="5308" y="812"/>
                    <a:pt x="4149" y="2897"/>
                    <a:pt x="4126" y="3268"/>
                  </a:cubicBezTo>
                  <a:cubicBezTo>
                    <a:pt x="4126" y="3523"/>
                    <a:pt x="4172" y="4311"/>
                    <a:pt x="4196" y="4821"/>
                  </a:cubicBezTo>
                  <a:cubicBezTo>
                    <a:pt x="4196" y="5053"/>
                    <a:pt x="4080" y="5284"/>
                    <a:pt x="3871" y="5423"/>
                  </a:cubicBezTo>
                  <a:cubicBezTo>
                    <a:pt x="3547" y="5632"/>
                    <a:pt x="3083" y="5956"/>
                    <a:pt x="2944" y="6072"/>
                  </a:cubicBezTo>
                  <a:cubicBezTo>
                    <a:pt x="2759" y="6258"/>
                    <a:pt x="766" y="11264"/>
                    <a:pt x="117" y="12909"/>
                  </a:cubicBezTo>
                  <a:cubicBezTo>
                    <a:pt x="1" y="13187"/>
                    <a:pt x="140" y="13511"/>
                    <a:pt x="441" y="13651"/>
                  </a:cubicBezTo>
                  <a:lnTo>
                    <a:pt x="2388" y="14485"/>
                  </a:lnTo>
                  <a:lnTo>
                    <a:pt x="4311" y="15319"/>
                  </a:lnTo>
                  <a:lnTo>
                    <a:pt x="4335" y="15342"/>
                  </a:lnTo>
                  <a:cubicBezTo>
                    <a:pt x="4407" y="15372"/>
                    <a:pt x="4484" y="15387"/>
                    <a:pt x="4560" y="15387"/>
                  </a:cubicBezTo>
                  <a:cubicBezTo>
                    <a:pt x="4778" y="15387"/>
                    <a:pt x="4990" y="15270"/>
                    <a:pt x="5076" y="15064"/>
                  </a:cubicBezTo>
                  <a:cubicBezTo>
                    <a:pt x="5841" y="13465"/>
                    <a:pt x="8135" y="8575"/>
                    <a:pt x="8135" y="8320"/>
                  </a:cubicBezTo>
                  <a:cubicBezTo>
                    <a:pt x="8135" y="8135"/>
                    <a:pt x="8043" y="7579"/>
                    <a:pt x="7973" y="7208"/>
                  </a:cubicBezTo>
                  <a:cubicBezTo>
                    <a:pt x="7950" y="6976"/>
                    <a:pt x="8019" y="6721"/>
                    <a:pt x="8205" y="6559"/>
                  </a:cubicBezTo>
                  <a:cubicBezTo>
                    <a:pt x="8599" y="6235"/>
                    <a:pt x="9178" y="5725"/>
                    <a:pt x="9364" y="5539"/>
                  </a:cubicBezTo>
                  <a:cubicBezTo>
                    <a:pt x="9642" y="5261"/>
                    <a:pt x="10360" y="3013"/>
                    <a:pt x="10430" y="2781"/>
                  </a:cubicBezTo>
                  <a:cubicBezTo>
                    <a:pt x="10476" y="2573"/>
                    <a:pt x="9364" y="927"/>
                    <a:pt x="9155" y="649"/>
                  </a:cubicBezTo>
                  <a:lnTo>
                    <a:pt x="9201" y="580"/>
                  </a:lnTo>
                  <a:lnTo>
                    <a:pt x="8529" y="325"/>
                  </a:lnTo>
                  <a:lnTo>
                    <a:pt x="7996" y="70"/>
                  </a:lnTo>
                  <a:lnTo>
                    <a:pt x="7880" y="0"/>
                  </a:lnTo>
                  <a:close/>
                </a:path>
              </a:pathLst>
            </a:custGeom>
            <a:solidFill>
              <a:srgbClr val="00BE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71"/>
            <p:cNvSpPr/>
            <p:nvPr/>
          </p:nvSpPr>
          <p:spPr>
            <a:xfrm>
              <a:off x="4539950" y="1284025"/>
              <a:ext cx="217300" cy="383000"/>
            </a:xfrm>
            <a:custGeom>
              <a:avLst/>
              <a:gdLst/>
              <a:ahLst/>
              <a:cxnLst/>
              <a:rect l="l" t="t" r="r" b="b"/>
              <a:pathLst>
                <a:path w="8692" h="15320" extrusionOk="0">
                  <a:moveTo>
                    <a:pt x="7880" y="0"/>
                  </a:moveTo>
                  <a:lnTo>
                    <a:pt x="7834" y="70"/>
                  </a:lnTo>
                  <a:cubicBezTo>
                    <a:pt x="7510" y="140"/>
                    <a:pt x="5540" y="441"/>
                    <a:pt x="5424" y="603"/>
                  </a:cubicBezTo>
                  <a:cubicBezTo>
                    <a:pt x="5308" y="812"/>
                    <a:pt x="4149" y="2897"/>
                    <a:pt x="4126" y="3268"/>
                  </a:cubicBezTo>
                  <a:cubicBezTo>
                    <a:pt x="4126" y="3523"/>
                    <a:pt x="4172" y="4311"/>
                    <a:pt x="4196" y="4821"/>
                  </a:cubicBezTo>
                  <a:cubicBezTo>
                    <a:pt x="4196" y="5053"/>
                    <a:pt x="4080" y="5284"/>
                    <a:pt x="3871" y="5423"/>
                  </a:cubicBezTo>
                  <a:cubicBezTo>
                    <a:pt x="3547" y="5632"/>
                    <a:pt x="3083" y="5956"/>
                    <a:pt x="2944" y="6072"/>
                  </a:cubicBezTo>
                  <a:cubicBezTo>
                    <a:pt x="2759" y="6258"/>
                    <a:pt x="766" y="11264"/>
                    <a:pt x="117" y="12909"/>
                  </a:cubicBezTo>
                  <a:cubicBezTo>
                    <a:pt x="1" y="13187"/>
                    <a:pt x="140" y="13511"/>
                    <a:pt x="441" y="13651"/>
                  </a:cubicBezTo>
                  <a:lnTo>
                    <a:pt x="2388" y="14485"/>
                  </a:lnTo>
                  <a:lnTo>
                    <a:pt x="4311" y="15319"/>
                  </a:lnTo>
                  <a:cubicBezTo>
                    <a:pt x="4196" y="14786"/>
                    <a:pt x="3848" y="14323"/>
                    <a:pt x="3361" y="14068"/>
                  </a:cubicBezTo>
                  <a:cubicBezTo>
                    <a:pt x="2736" y="13720"/>
                    <a:pt x="1878" y="13743"/>
                    <a:pt x="1415" y="13187"/>
                  </a:cubicBezTo>
                  <a:cubicBezTo>
                    <a:pt x="1136" y="12839"/>
                    <a:pt x="1090" y="12353"/>
                    <a:pt x="1183" y="11912"/>
                  </a:cubicBezTo>
                  <a:cubicBezTo>
                    <a:pt x="1275" y="11495"/>
                    <a:pt x="1484" y="11078"/>
                    <a:pt x="1669" y="10684"/>
                  </a:cubicBezTo>
                  <a:cubicBezTo>
                    <a:pt x="1994" y="10058"/>
                    <a:pt x="2272" y="9410"/>
                    <a:pt x="2550" y="8737"/>
                  </a:cubicBezTo>
                  <a:cubicBezTo>
                    <a:pt x="2921" y="7718"/>
                    <a:pt x="3547" y="6837"/>
                    <a:pt x="4265" y="6049"/>
                  </a:cubicBezTo>
                  <a:cubicBezTo>
                    <a:pt x="4358" y="5933"/>
                    <a:pt x="4450" y="5817"/>
                    <a:pt x="4520" y="5678"/>
                  </a:cubicBezTo>
                  <a:cubicBezTo>
                    <a:pt x="4821" y="5168"/>
                    <a:pt x="4844" y="4520"/>
                    <a:pt x="4914" y="3917"/>
                  </a:cubicBezTo>
                  <a:cubicBezTo>
                    <a:pt x="5007" y="3338"/>
                    <a:pt x="5169" y="2689"/>
                    <a:pt x="5679" y="2341"/>
                  </a:cubicBezTo>
                  <a:cubicBezTo>
                    <a:pt x="5950" y="2153"/>
                    <a:pt x="6277" y="2060"/>
                    <a:pt x="6610" y="2060"/>
                  </a:cubicBezTo>
                  <a:cubicBezTo>
                    <a:pt x="6647" y="2060"/>
                    <a:pt x="6685" y="2061"/>
                    <a:pt x="6722" y="2063"/>
                  </a:cubicBezTo>
                  <a:cubicBezTo>
                    <a:pt x="7092" y="2086"/>
                    <a:pt x="7440" y="2202"/>
                    <a:pt x="7788" y="2341"/>
                  </a:cubicBezTo>
                  <a:cubicBezTo>
                    <a:pt x="7927" y="2387"/>
                    <a:pt x="8089" y="2434"/>
                    <a:pt x="8251" y="2434"/>
                  </a:cubicBezTo>
                  <a:cubicBezTo>
                    <a:pt x="8390" y="2434"/>
                    <a:pt x="8692" y="2364"/>
                    <a:pt x="8622" y="2202"/>
                  </a:cubicBezTo>
                  <a:cubicBezTo>
                    <a:pt x="8274" y="1437"/>
                    <a:pt x="7069" y="1600"/>
                    <a:pt x="6281" y="1298"/>
                  </a:cubicBezTo>
                  <a:cubicBezTo>
                    <a:pt x="6165" y="1252"/>
                    <a:pt x="6003" y="1159"/>
                    <a:pt x="6050" y="1020"/>
                  </a:cubicBezTo>
                  <a:cubicBezTo>
                    <a:pt x="6073" y="927"/>
                    <a:pt x="6142" y="904"/>
                    <a:pt x="6235" y="858"/>
                  </a:cubicBezTo>
                  <a:cubicBezTo>
                    <a:pt x="6814" y="603"/>
                    <a:pt x="7417" y="348"/>
                    <a:pt x="7996" y="70"/>
                  </a:cubicBezTo>
                  <a:lnTo>
                    <a:pt x="7880" y="0"/>
                  </a:lnTo>
                  <a:close/>
                </a:path>
              </a:pathLst>
            </a:custGeom>
            <a:solidFill>
              <a:srgbClr val="00BE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71"/>
            <p:cNvSpPr/>
            <p:nvPr/>
          </p:nvSpPr>
          <p:spPr>
            <a:xfrm>
              <a:off x="4730575" y="1246375"/>
              <a:ext cx="60275" cy="54475"/>
            </a:xfrm>
            <a:custGeom>
              <a:avLst/>
              <a:gdLst/>
              <a:ahLst/>
              <a:cxnLst/>
              <a:rect l="l" t="t" r="r" b="b"/>
              <a:pathLst>
                <a:path w="2411" h="2179" extrusionOk="0">
                  <a:moveTo>
                    <a:pt x="719" y="0"/>
                  </a:moveTo>
                  <a:cubicBezTo>
                    <a:pt x="649" y="23"/>
                    <a:pt x="603" y="46"/>
                    <a:pt x="580" y="93"/>
                  </a:cubicBezTo>
                  <a:lnTo>
                    <a:pt x="0" y="1391"/>
                  </a:lnTo>
                  <a:lnTo>
                    <a:pt x="279" y="1622"/>
                  </a:lnTo>
                  <a:lnTo>
                    <a:pt x="1484" y="2132"/>
                  </a:lnTo>
                  <a:lnTo>
                    <a:pt x="1831" y="2179"/>
                  </a:lnTo>
                  <a:lnTo>
                    <a:pt x="2388" y="881"/>
                  </a:lnTo>
                  <a:cubicBezTo>
                    <a:pt x="2411" y="834"/>
                    <a:pt x="2388" y="765"/>
                    <a:pt x="2364" y="719"/>
                  </a:cubicBezTo>
                  <a:lnTo>
                    <a:pt x="2341" y="719"/>
                  </a:lnTo>
                  <a:cubicBezTo>
                    <a:pt x="2341" y="695"/>
                    <a:pt x="2341" y="695"/>
                    <a:pt x="2318" y="672"/>
                  </a:cubicBezTo>
                  <a:cubicBezTo>
                    <a:pt x="2225" y="626"/>
                    <a:pt x="2086" y="533"/>
                    <a:pt x="1924" y="464"/>
                  </a:cubicBezTo>
                  <a:cubicBezTo>
                    <a:pt x="1901" y="440"/>
                    <a:pt x="1878" y="440"/>
                    <a:pt x="1854" y="417"/>
                  </a:cubicBezTo>
                  <a:cubicBezTo>
                    <a:pt x="1762" y="371"/>
                    <a:pt x="1669" y="348"/>
                    <a:pt x="1553" y="301"/>
                  </a:cubicBezTo>
                  <a:cubicBezTo>
                    <a:pt x="1461" y="255"/>
                    <a:pt x="1368" y="209"/>
                    <a:pt x="1275" y="185"/>
                  </a:cubicBezTo>
                  <a:cubicBezTo>
                    <a:pt x="1252" y="162"/>
                    <a:pt x="1229" y="162"/>
                    <a:pt x="1206" y="139"/>
                  </a:cubicBezTo>
                  <a:cubicBezTo>
                    <a:pt x="1020" y="93"/>
                    <a:pt x="858" y="23"/>
                    <a:pt x="765" y="0"/>
                  </a:cubicBezTo>
                  <a:close/>
                </a:path>
              </a:pathLst>
            </a:custGeom>
            <a:solidFill>
              <a:srgbClr val="FF68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71"/>
            <p:cNvSpPr/>
            <p:nvPr/>
          </p:nvSpPr>
          <p:spPr>
            <a:xfrm>
              <a:off x="4092100" y="1563275"/>
              <a:ext cx="672100" cy="997725"/>
            </a:xfrm>
            <a:custGeom>
              <a:avLst/>
              <a:gdLst/>
              <a:ahLst/>
              <a:cxnLst/>
              <a:rect l="l" t="t" r="r" b="b"/>
              <a:pathLst>
                <a:path w="26884" h="39909" extrusionOk="0">
                  <a:moveTo>
                    <a:pt x="348" y="1"/>
                  </a:moveTo>
                  <a:cubicBezTo>
                    <a:pt x="348" y="1"/>
                    <a:pt x="0" y="23477"/>
                    <a:pt x="1391" y="38054"/>
                  </a:cubicBezTo>
                  <a:cubicBezTo>
                    <a:pt x="1484" y="39097"/>
                    <a:pt x="2387" y="39908"/>
                    <a:pt x="3430" y="39908"/>
                  </a:cubicBezTo>
                  <a:lnTo>
                    <a:pt x="23500" y="39908"/>
                  </a:lnTo>
                  <a:cubicBezTo>
                    <a:pt x="24589" y="39908"/>
                    <a:pt x="25493" y="39074"/>
                    <a:pt x="25563" y="37985"/>
                  </a:cubicBezTo>
                  <a:cubicBezTo>
                    <a:pt x="25887" y="32701"/>
                    <a:pt x="26814" y="17660"/>
                    <a:pt x="26860" y="7394"/>
                  </a:cubicBezTo>
                  <a:cubicBezTo>
                    <a:pt x="26884" y="6467"/>
                    <a:pt x="26860" y="5563"/>
                    <a:pt x="26860" y="4729"/>
                  </a:cubicBezTo>
                  <a:cubicBezTo>
                    <a:pt x="26837" y="3570"/>
                    <a:pt x="26814" y="2504"/>
                    <a:pt x="26768" y="1554"/>
                  </a:cubicBezTo>
                  <a:cubicBezTo>
                    <a:pt x="26745" y="997"/>
                    <a:pt x="26698" y="464"/>
                    <a:pt x="26675" y="1"/>
                  </a:cubicBez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71"/>
            <p:cNvSpPr/>
            <p:nvPr/>
          </p:nvSpPr>
          <p:spPr>
            <a:xfrm>
              <a:off x="4083975" y="1497225"/>
              <a:ext cx="695875" cy="111275"/>
            </a:xfrm>
            <a:custGeom>
              <a:avLst/>
              <a:gdLst/>
              <a:ahLst/>
              <a:cxnLst/>
              <a:rect l="l" t="t" r="r" b="b"/>
              <a:pathLst>
                <a:path w="27835" h="4451" extrusionOk="0">
                  <a:moveTo>
                    <a:pt x="1" y="1"/>
                  </a:moveTo>
                  <a:lnTo>
                    <a:pt x="1" y="4450"/>
                  </a:lnTo>
                  <a:lnTo>
                    <a:pt x="27834" y="4450"/>
                  </a:lnTo>
                  <a:lnTo>
                    <a:pt x="27834" y="1"/>
                  </a:lnTo>
                  <a:close/>
                </a:path>
              </a:pathLst>
            </a:custGeom>
            <a:solidFill>
              <a:srgbClr val="38B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71"/>
            <p:cNvSpPr/>
            <p:nvPr/>
          </p:nvSpPr>
          <p:spPr>
            <a:xfrm>
              <a:off x="4329650" y="1879050"/>
              <a:ext cx="100825" cy="117050"/>
            </a:xfrm>
            <a:custGeom>
              <a:avLst/>
              <a:gdLst/>
              <a:ahLst/>
              <a:cxnLst/>
              <a:rect l="l" t="t" r="r" b="b"/>
              <a:pathLst>
                <a:path w="4033" h="4682" extrusionOk="0">
                  <a:moveTo>
                    <a:pt x="2526" y="0"/>
                  </a:moveTo>
                  <a:cubicBezTo>
                    <a:pt x="2086" y="0"/>
                    <a:pt x="1669" y="232"/>
                    <a:pt x="1460" y="603"/>
                  </a:cubicBezTo>
                  <a:lnTo>
                    <a:pt x="0" y="3106"/>
                  </a:lnTo>
                  <a:lnTo>
                    <a:pt x="2735" y="4682"/>
                  </a:lnTo>
                  <a:lnTo>
                    <a:pt x="4033" y="2457"/>
                  </a:lnTo>
                  <a:lnTo>
                    <a:pt x="26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71"/>
            <p:cNvSpPr/>
            <p:nvPr/>
          </p:nvSpPr>
          <p:spPr>
            <a:xfrm>
              <a:off x="4402650" y="1879050"/>
              <a:ext cx="139075" cy="115900"/>
            </a:xfrm>
            <a:custGeom>
              <a:avLst/>
              <a:gdLst/>
              <a:ahLst/>
              <a:cxnLst/>
              <a:rect l="l" t="t" r="r" b="b"/>
              <a:pathLst>
                <a:path w="5563" h="4636" extrusionOk="0">
                  <a:moveTo>
                    <a:pt x="0" y="0"/>
                  </a:moveTo>
                  <a:lnTo>
                    <a:pt x="1205" y="2271"/>
                  </a:lnTo>
                  <a:lnTo>
                    <a:pt x="1229" y="2271"/>
                  </a:lnTo>
                  <a:lnTo>
                    <a:pt x="1878" y="3407"/>
                  </a:lnTo>
                  <a:lnTo>
                    <a:pt x="974" y="3963"/>
                  </a:lnTo>
                  <a:lnTo>
                    <a:pt x="4404" y="4635"/>
                  </a:lnTo>
                  <a:lnTo>
                    <a:pt x="5562" y="1275"/>
                  </a:lnTo>
                  <a:lnTo>
                    <a:pt x="4612" y="1854"/>
                  </a:lnTo>
                  <a:lnTo>
                    <a:pt x="3917" y="649"/>
                  </a:lnTo>
                  <a:cubicBezTo>
                    <a:pt x="3708" y="278"/>
                    <a:pt x="3314" y="47"/>
                    <a:pt x="2897" y="47"/>
                  </a:cubicBez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71"/>
            <p:cNvSpPr/>
            <p:nvPr/>
          </p:nvSpPr>
          <p:spPr>
            <a:xfrm>
              <a:off x="4265325" y="1993175"/>
              <a:ext cx="117650" cy="152975"/>
            </a:xfrm>
            <a:custGeom>
              <a:avLst/>
              <a:gdLst/>
              <a:ahLst/>
              <a:cxnLst/>
              <a:rect l="l" t="t" r="r" b="b"/>
              <a:pathLst>
                <a:path w="4706" h="6119" extrusionOk="0">
                  <a:moveTo>
                    <a:pt x="3454" y="1"/>
                  </a:moveTo>
                  <a:lnTo>
                    <a:pt x="1" y="765"/>
                  </a:lnTo>
                  <a:lnTo>
                    <a:pt x="997" y="1298"/>
                  </a:lnTo>
                  <a:lnTo>
                    <a:pt x="348" y="2504"/>
                  </a:lnTo>
                  <a:cubicBezTo>
                    <a:pt x="140" y="2898"/>
                    <a:pt x="163" y="3338"/>
                    <a:pt x="372" y="3709"/>
                  </a:cubicBezTo>
                  <a:lnTo>
                    <a:pt x="1832" y="6119"/>
                  </a:lnTo>
                  <a:lnTo>
                    <a:pt x="3477" y="3268"/>
                  </a:lnTo>
                  <a:lnTo>
                    <a:pt x="3755" y="2782"/>
                  </a:lnTo>
                  <a:lnTo>
                    <a:pt x="4705" y="3268"/>
                  </a:lnTo>
                  <a:lnTo>
                    <a:pt x="34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71"/>
            <p:cNvSpPr/>
            <p:nvPr/>
          </p:nvSpPr>
          <p:spPr>
            <a:xfrm>
              <a:off x="4314000" y="2089925"/>
              <a:ext cx="102000" cy="81150"/>
            </a:xfrm>
            <a:custGeom>
              <a:avLst/>
              <a:gdLst/>
              <a:ahLst/>
              <a:cxnLst/>
              <a:rect l="l" t="t" r="r" b="b"/>
              <a:pathLst>
                <a:path w="4080" h="3246" extrusionOk="0">
                  <a:moveTo>
                    <a:pt x="3987" y="1"/>
                  </a:moveTo>
                  <a:lnTo>
                    <a:pt x="1368" y="70"/>
                  </a:lnTo>
                  <a:lnTo>
                    <a:pt x="1" y="2434"/>
                  </a:lnTo>
                  <a:lnTo>
                    <a:pt x="116" y="2666"/>
                  </a:lnTo>
                  <a:cubicBezTo>
                    <a:pt x="348" y="3037"/>
                    <a:pt x="742" y="3245"/>
                    <a:pt x="1182" y="3245"/>
                  </a:cubicBezTo>
                  <a:lnTo>
                    <a:pt x="4079" y="3130"/>
                  </a:lnTo>
                  <a:lnTo>
                    <a:pt x="39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71"/>
            <p:cNvSpPr/>
            <p:nvPr/>
          </p:nvSpPr>
          <p:spPr>
            <a:xfrm>
              <a:off x="4432775" y="2066175"/>
              <a:ext cx="122275" cy="133275"/>
            </a:xfrm>
            <a:custGeom>
              <a:avLst/>
              <a:gdLst/>
              <a:ahLst/>
              <a:cxnLst/>
              <a:rect l="l" t="t" r="r" b="b"/>
              <a:pathLst>
                <a:path w="4891" h="5331" extrusionOk="0">
                  <a:moveTo>
                    <a:pt x="2272" y="1"/>
                  </a:moveTo>
                  <a:lnTo>
                    <a:pt x="0" y="2643"/>
                  </a:lnTo>
                  <a:lnTo>
                    <a:pt x="2318" y="5331"/>
                  </a:lnTo>
                  <a:lnTo>
                    <a:pt x="2295" y="4195"/>
                  </a:lnTo>
                  <a:lnTo>
                    <a:pt x="3685" y="4195"/>
                  </a:lnTo>
                  <a:cubicBezTo>
                    <a:pt x="4126" y="4195"/>
                    <a:pt x="4520" y="3964"/>
                    <a:pt x="4728" y="3616"/>
                  </a:cubicBezTo>
                  <a:lnTo>
                    <a:pt x="4890" y="3361"/>
                  </a:lnTo>
                  <a:lnTo>
                    <a:pt x="3477" y="1067"/>
                  </a:lnTo>
                  <a:lnTo>
                    <a:pt x="2318" y="1067"/>
                  </a:lnTo>
                  <a:lnTo>
                    <a:pt x="2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71"/>
            <p:cNvSpPr/>
            <p:nvPr/>
          </p:nvSpPr>
          <p:spPr>
            <a:xfrm>
              <a:off x="4488400" y="1992600"/>
              <a:ext cx="110100" cy="152400"/>
            </a:xfrm>
            <a:custGeom>
              <a:avLst/>
              <a:gdLst/>
              <a:ahLst/>
              <a:cxnLst/>
              <a:rect l="l" t="t" r="r" b="b"/>
              <a:pathLst>
                <a:path w="4404" h="6096" extrusionOk="0">
                  <a:moveTo>
                    <a:pt x="2735" y="1"/>
                  </a:moveTo>
                  <a:lnTo>
                    <a:pt x="0" y="1600"/>
                  </a:lnTo>
                  <a:lnTo>
                    <a:pt x="371" y="2225"/>
                  </a:lnTo>
                  <a:lnTo>
                    <a:pt x="2758" y="6096"/>
                  </a:lnTo>
                  <a:lnTo>
                    <a:pt x="4172" y="3732"/>
                  </a:lnTo>
                  <a:cubicBezTo>
                    <a:pt x="4404" y="3338"/>
                    <a:pt x="4404" y="2874"/>
                    <a:pt x="4195" y="2503"/>
                  </a:cubicBezTo>
                  <a:lnTo>
                    <a:pt x="27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0" name="Google Shape;2210;p71"/>
          <p:cNvGrpSpPr/>
          <p:nvPr/>
        </p:nvGrpSpPr>
        <p:grpSpPr>
          <a:xfrm flipH="1">
            <a:off x="7976135" y="4648240"/>
            <a:ext cx="717902" cy="185289"/>
            <a:chOff x="5002750" y="3501150"/>
            <a:chExt cx="94050" cy="24275"/>
          </a:xfrm>
        </p:grpSpPr>
        <p:sp>
          <p:nvSpPr>
            <p:cNvPr id="2211" name="Google Shape;2211;p71"/>
            <p:cNvSpPr/>
            <p:nvPr/>
          </p:nvSpPr>
          <p:spPr>
            <a:xfrm>
              <a:off x="5002750" y="3502425"/>
              <a:ext cx="94050" cy="22950"/>
            </a:xfrm>
            <a:custGeom>
              <a:avLst/>
              <a:gdLst/>
              <a:ahLst/>
              <a:cxnLst/>
              <a:rect l="l" t="t" r="r" b="b"/>
              <a:pathLst>
                <a:path w="3762" h="918" extrusionOk="0">
                  <a:moveTo>
                    <a:pt x="3761" y="808"/>
                  </a:moveTo>
                  <a:lnTo>
                    <a:pt x="3454" y="817"/>
                  </a:lnTo>
                  <a:lnTo>
                    <a:pt x="3454" y="817"/>
                  </a:lnTo>
                  <a:cubicBezTo>
                    <a:pt x="3491" y="820"/>
                    <a:pt x="3528" y="822"/>
                    <a:pt x="3566" y="822"/>
                  </a:cubicBezTo>
                  <a:cubicBezTo>
                    <a:pt x="3630" y="822"/>
                    <a:pt x="3695" y="817"/>
                    <a:pt x="3761" y="808"/>
                  </a:cubicBezTo>
                  <a:close/>
                  <a:moveTo>
                    <a:pt x="1552" y="0"/>
                  </a:moveTo>
                  <a:cubicBezTo>
                    <a:pt x="1524" y="0"/>
                    <a:pt x="1496" y="2"/>
                    <a:pt x="1468" y="7"/>
                  </a:cubicBezTo>
                  <a:cubicBezTo>
                    <a:pt x="938" y="80"/>
                    <a:pt x="646" y="859"/>
                    <a:pt x="91" y="915"/>
                  </a:cubicBezTo>
                  <a:lnTo>
                    <a:pt x="91" y="915"/>
                  </a:lnTo>
                  <a:lnTo>
                    <a:pt x="3454" y="817"/>
                  </a:lnTo>
                  <a:lnTo>
                    <a:pt x="3454" y="817"/>
                  </a:lnTo>
                  <a:cubicBezTo>
                    <a:pt x="3038" y="783"/>
                    <a:pt x="2687" y="566"/>
                    <a:pt x="2320" y="328"/>
                  </a:cubicBezTo>
                  <a:cubicBezTo>
                    <a:pt x="2105" y="206"/>
                    <a:pt x="1823" y="0"/>
                    <a:pt x="1552" y="0"/>
                  </a:cubicBezTo>
                  <a:close/>
                  <a:moveTo>
                    <a:pt x="91" y="915"/>
                  </a:moveTo>
                  <a:lnTo>
                    <a:pt x="0" y="917"/>
                  </a:lnTo>
                  <a:cubicBezTo>
                    <a:pt x="9" y="917"/>
                    <a:pt x="18" y="918"/>
                    <a:pt x="27" y="918"/>
                  </a:cubicBezTo>
                  <a:cubicBezTo>
                    <a:pt x="49" y="918"/>
                    <a:pt x="70" y="917"/>
                    <a:pt x="91" y="91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71"/>
            <p:cNvSpPr/>
            <p:nvPr/>
          </p:nvSpPr>
          <p:spPr>
            <a:xfrm>
              <a:off x="5002750" y="3501150"/>
              <a:ext cx="94050" cy="24275"/>
            </a:xfrm>
            <a:custGeom>
              <a:avLst/>
              <a:gdLst/>
              <a:ahLst/>
              <a:cxnLst/>
              <a:rect l="l" t="t" r="r" b="b"/>
              <a:pathLst>
                <a:path w="3762" h="971" extrusionOk="0">
                  <a:moveTo>
                    <a:pt x="1564" y="1"/>
                  </a:moveTo>
                  <a:cubicBezTo>
                    <a:pt x="878" y="13"/>
                    <a:pt x="673" y="936"/>
                    <a:pt x="0" y="968"/>
                  </a:cubicBezTo>
                  <a:cubicBezTo>
                    <a:pt x="19" y="970"/>
                    <a:pt x="37" y="970"/>
                    <a:pt x="55" y="970"/>
                  </a:cubicBezTo>
                  <a:cubicBezTo>
                    <a:pt x="682" y="970"/>
                    <a:pt x="947" y="128"/>
                    <a:pt x="1557" y="103"/>
                  </a:cubicBezTo>
                  <a:cubicBezTo>
                    <a:pt x="1820" y="116"/>
                    <a:pt x="2038" y="276"/>
                    <a:pt x="2262" y="404"/>
                  </a:cubicBezTo>
                  <a:cubicBezTo>
                    <a:pt x="2635" y="637"/>
                    <a:pt x="3062" y="887"/>
                    <a:pt x="3510" y="887"/>
                  </a:cubicBezTo>
                  <a:cubicBezTo>
                    <a:pt x="3593" y="887"/>
                    <a:pt x="3677" y="878"/>
                    <a:pt x="3761" y="859"/>
                  </a:cubicBezTo>
                  <a:lnTo>
                    <a:pt x="3761" y="859"/>
                  </a:lnTo>
                  <a:cubicBezTo>
                    <a:pt x="3717" y="864"/>
                    <a:pt x="3673" y="866"/>
                    <a:pt x="3629" y="866"/>
                  </a:cubicBezTo>
                  <a:cubicBezTo>
                    <a:pt x="3136" y="866"/>
                    <a:pt x="2714" y="580"/>
                    <a:pt x="2313" y="315"/>
                  </a:cubicBezTo>
                  <a:cubicBezTo>
                    <a:pt x="2083" y="180"/>
                    <a:pt x="1846" y="1"/>
                    <a:pt x="1564" y="1"/>
                  </a:cubicBezTo>
                  <a:close/>
                </a:path>
              </a:pathLst>
            </a:custGeom>
            <a:solidFill>
              <a:srgbClr val="E3D1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13" name="Google Shape;2213;p71"/>
          <p:cNvSpPr/>
          <p:nvPr/>
        </p:nvSpPr>
        <p:spPr>
          <a:xfrm>
            <a:off x="866099" y="736556"/>
            <a:ext cx="884121" cy="847376"/>
          </a:xfrm>
          <a:custGeom>
            <a:avLst/>
            <a:gdLst/>
            <a:ahLst/>
            <a:cxnLst/>
            <a:rect l="l" t="t" r="r" b="b"/>
            <a:pathLst>
              <a:path w="8638" h="8279" extrusionOk="0">
                <a:moveTo>
                  <a:pt x="4316" y="1"/>
                </a:moveTo>
                <a:cubicBezTo>
                  <a:pt x="2188" y="1"/>
                  <a:pt x="380" y="1625"/>
                  <a:pt x="195" y="3785"/>
                </a:cubicBezTo>
                <a:cubicBezTo>
                  <a:pt x="1" y="6064"/>
                  <a:pt x="1685" y="8069"/>
                  <a:pt x="3964" y="8264"/>
                </a:cubicBezTo>
                <a:cubicBezTo>
                  <a:pt x="4084" y="8274"/>
                  <a:pt x="4203" y="8279"/>
                  <a:pt x="4320" y="8279"/>
                </a:cubicBezTo>
                <a:cubicBezTo>
                  <a:pt x="6449" y="8279"/>
                  <a:pt x="8259" y="6643"/>
                  <a:pt x="8443" y="4483"/>
                </a:cubicBezTo>
                <a:cubicBezTo>
                  <a:pt x="8638" y="2215"/>
                  <a:pt x="6943" y="211"/>
                  <a:pt x="4674" y="16"/>
                </a:cubicBezTo>
                <a:cubicBezTo>
                  <a:pt x="4554" y="6"/>
                  <a:pt x="4435" y="1"/>
                  <a:pt x="4316" y="1"/>
                </a:cubicBezTo>
                <a:close/>
              </a:path>
            </a:pathLst>
          </a:custGeom>
          <a:solidFill>
            <a:srgbClr val="F5E2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71"/>
          <p:cNvSpPr/>
          <p:nvPr/>
        </p:nvSpPr>
        <p:spPr>
          <a:xfrm>
            <a:off x="307490" y="1317570"/>
            <a:ext cx="1200453" cy="213475"/>
          </a:xfrm>
          <a:custGeom>
            <a:avLst/>
            <a:gdLst/>
            <a:ahLst/>
            <a:cxnLst/>
            <a:rect l="l" t="t" r="r" b="b"/>
            <a:pathLst>
              <a:path w="23129" h="4113" extrusionOk="0">
                <a:moveTo>
                  <a:pt x="6999" y="0"/>
                </a:moveTo>
                <a:cubicBezTo>
                  <a:pt x="3551" y="0"/>
                  <a:pt x="0" y="4112"/>
                  <a:pt x="0" y="4112"/>
                </a:cubicBezTo>
                <a:lnTo>
                  <a:pt x="23128" y="4112"/>
                </a:lnTo>
                <a:cubicBezTo>
                  <a:pt x="21925" y="3872"/>
                  <a:pt x="21822" y="2692"/>
                  <a:pt x="20471" y="2692"/>
                </a:cubicBezTo>
                <a:cubicBezTo>
                  <a:pt x="19119" y="2692"/>
                  <a:pt x="18397" y="3162"/>
                  <a:pt x="17149" y="3253"/>
                </a:cubicBezTo>
                <a:cubicBezTo>
                  <a:pt x="17119" y="3255"/>
                  <a:pt x="17089" y="3256"/>
                  <a:pt x="17060" y="3256"/>
                </a:cubicBezTo>
                <a:cubicBezTo>
                  <a:pt x="15895" y="3256"/>
                  <a:pt x="15660" y="1740"/>
                  <a:pt x="14079" y="1740"/>
                </a:cubicBezTo>
                <a:cubicBezTo>
                  <a:pt x="14056" y="1740"/>
                  <a:pt x="14033" y="1741"/>
                  <a:pt x="14010" y="1741"/>
                </a:cubicBezTo>
                <a:cubicBezTo>
                  <a:pt x="12315" y="1787"/>
                  <a:pt x="11925" y="2955"/>
                  <a:pt x="10046" y="3093"/>
                </a:cubicBezTo>
                <a:cubicBezTo>
                  <a:pt x="10004" y="3096"/>
                  <a:pt x="9963" y="3098"/>
                  <a:pt x="9924" y="3098"/>
                </a:cubicBezTo>
                <a:cubicBezTo>
                  <a:pt x="8205" y="3098"/>
                  <a:pt x="9228" y="0"/>
                  <a:pt x="69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71"/>
          <p:cNvSpPr/>
          <p:nvPr/>
        </p:nvSpPr>
        <p:spPr>
          <a:xfrm>
            <a:off x="5105179" y="903132"/>
            <a:ext cx="762402" cy="184749"/>
          </a:xfrm>
          <a:custGeom>
            <a:avLst/>
            <a:gdLst/>
            <a:ahLst/>
            <a:cxnLst/>
            <a:rect l="l" t="t" r="r" b="b"/>
            <a:pathLst>
              <a:path w="12785" h="3098" extrusionOk="0">
                <a:moveTo>
                  <a:pt x="4595" y="0"/>
                </a:moveTo>
                <a:cubicBezTo>
                  <a:pt x="4568" y="0"/>
                  <a:pt x="4541" y="1"/>
                  <a:pt x="4514" y="2"/>
                </a:cubicBezTo>
                <a:cubicBezTo>
                  <a:pt x="2887" y="94"/>
                  <a:pt x="0" y="3072"/>
                  <a:pt x="0" y="3072"/>
                </a:cubicBezTo>
                <a:cubicBezTo>
                  <a:pt x="0" y="3072"/>
                  <a:pt x="5534" y="3098"/>
                  <a:pt x="9248" y="3098"/>
                </a:cubicBezTo>
                <a:cubicBezTo>
                  <a:pt x="11104" y="3098"/>
                  <a:pt x="12505" y="3091"/>
                  <a:pt x="12532" y="3072"/>
                </a:cubicBezTo>
                <a:cubicBezTo>
                  <a:pt x="12624" y="3015"/>
                  <a:pt x="12784" y="1091"/>
                  <a:pt x="11536" y="781"/>
                </a:cubicBezTo>
                <a:cubicBezTo>
                  <a:pt x="11322" y="728"/>
                  <a:pt x="11107" y="705"/>
                  <a:pt x="10892" y="705"/>
                </a:cubicBezTo>
                <a:cubicBezTo>
                  <a:pt x="9256" y="705"/>
                  <a:pt x="7648" y="2074"/>
                  <a:pt x="6828" y="2144"/>
                </a:cubicBezTo>
                <a:cubicBezTo>
                  <a:pt x="6810" y="2146"/>
                  <a:pt x="6792" y="2147"/>
                  <a:pt x="6775" y="2147"/>
                </a:cubicBezTo>
                <a:cubicBezTo>
                  <a:pt x="5923" y="2147"/>
                  <a:pt x="6102" y="0"/>
                  <a:pt x="45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7" name="Google Shape;2192;p71">
            <a:extLst>
              <a:ext uri="{FF2B5EF4-FFF2-40B4-BE49-F238E27FC236}">
                <a16:creationId xmlns:a16="http://schemas.microsoft.com/office/drawing/2014/main" id="{ACECAEC6-A64B-4D4A-B73B-E155A97F27FD}"/>
              </a:ext>
            </a:extLst>
          </p:cNvPr>
          <p:cNvGraphicFramePr/>
          <p:nvPr>
            <p:extLst>
              <p:ext uri="{D42A27DB-BD31-4B8C-83A1-F6EECF244321}">
                <p14:modId xmlns:p14="http://schemas.microsoft.com/office/powerpoint/2010/main" val="1630336165"/>
              </p:ext>
            </p:extLst>
          </p:nvPr>
        </p:nvGraphicFramePr>
        <p:xfrm>
          <a:off x="4876872" y="816709"/>
          <a:ext cx="2825189" cy="3609054"/>
        </p:xfrm>
        <a:graphic>
          <a:graphicData uri="http://schemas.openxmlformats.org/drawingml/2006/table">
            <a:tbl>
              <a:tblPr>
                <a:noFill/>
                <a:tableStyleId>{26DA1BE7-EF47-4163-9FC5-D6A0CC6611B9}</a:tableStyleId>
              </a:tblPr>
              <a:tblGrid>
                <a:gridCol w="1410270">
                  <a:extLst>
                    <a:ext uri="{9D8B030D-6E8A-4147-A177-3AD203B41FA5}">
                      <a16:colId xmlns:a16="http://schemas.microsoft.com/office/drawing/2014/main" val="20000"/>
                    </a:ext>
                  </a:extLst>
                </a:gridCol>
                <a:gridCol w="1414919">
                  <a:extLst>
                    <a:ext uri="{9D8B030D-6E8A-4147-A177-3AD203B41FA5}">
                      <a16:colId xmlns:a16="http://schemas.microsoft.com/office/drawing/2014/main" val="20001"/>
                    </a:ext>
                  </a:extLst>
                </a:gridCol>
              </a:tblGrid>
              <a:tr h="828429">
                <a:tc>
                  <a:txBody>
                    <a:bodyPr/>
                    <a:lstStyle/>
                    <a:p>
                      <a:pPr marL="0" lvl="0" indent="0" algn="l" rtl="0">
                        <a:spcBef>
                          <a:spcPts val="0"/>
                        </a:spcBef>
                        <a:spcAft>
                          <a:spcPts val="0"/>
                        </a:spcAft>
                        <a:buNone/>
                      </a:pPr>
                      <a:endParaRPr dirty="0">
                        <a:latin typeface="Montserrat"/>
                        <a:ea typeface="Montserrat"/>
                        <a:cs typeface="Montserrat"/>
                        <a:sym typeface="Montserrat"/>
                      </a:endParaRPr>
                    </a:p>
                  </a:txBody>
                  <a:tcPr marL="91425" marR="91425" marT="91425" marB="91425">
                    <a:lnL w="9525" cap="flat" cmpd="sng">
                      <a:solidFill>
                        <a:schemeClr val="lt2">
                          <a:alpha val="0"/>
                        </a:scheme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ru-RU" sz="1400" b="1" dirty="0">
                          <a:solidFill>
                            <a:schemeClr val="dk2"/>
                          </a:solidFill>
                          <a:effectLst/>
                          <a:latin typeface="Montserrat" panose="00000500000000000000" pitchFamily="2" charset="-52"/>
                          <a:ea typeface="BioRhyme"/>
                          <a:cs typeface="BioRhyme"/>
                          <a:sym typeface="BioRhyme"/>
                        </a:rPr>
                        <a:t>Робот</a:t>
                      </a:r>
                      <a:endParaRPr sz="1400" b="1" dirty="0">
                        <a:solidFill>
                          <a:schemeClr val="dk2"/>
                        </a:solidFill>
                        <a:effectLst/>
                        <a:latin typeface="Montserrat" panose="00000500000000000000" pitchFamily="2" charset="-52"/>
                        <a:ea typeface="BioRhyme"/>
                        <a:cs typeface="BioRhyme"/>
                        <a:sym typeface="BioRhyme"/>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39858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solidFill>
                            <a:schemeClr val="lt1"/>
                          </a:solidFill>
                          <a:latin typeface="Bahnschrift" panose="020B0502040204020203" pitchFamily="34" charset="0"/>
                          <a:ea typeface="BioRhyme"/>
                          <a:cs typeface="BioRhyme"/>
                          <a:sym typeface="BioRhyme"/>
                        </a:rPr>
                        <a:t>Время роботы</a:t>
                      </a:r>
                    </a:p>
                  </a:txBody>
                  <a:tcPr marL="91425" marR="91425" marT="91425" marB="91425">
                    <a:lnL w="9525" cap="flat" cmpd="sng">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solidFill>
                            <a:schemeClr val="accent6">
                              <a:lumMod val="25000"/>
                            </a:schemeClr>
                          </a:solidFill>
                          <a:latin typeface="Bahnschrift" panose="020B0502040204020203" pitchFamily="34" charset="0"/>
                          <a:ea typeface="Amiko"/>
                          <a:cs typeface="Amiko"/>
                          <a:sym typeface="Amiko"/>
                        </a:rPr>
                        <a:t>5 часов</a:t>
                      </a:r>
                      <a:endParaRPr lang="en-US"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123577194"/>
                  </a:ext>
                </a:extLst>
              </a:tr>
              <a:tr h="549333">
                <a:tc>
                  <a:txBody>
                    <a:bodyPr/>
                    <a:lstStyle/>
                    <a:p>
                      <a:pPr marL="0" lvl="0" indent="0" algn="ctr" rtl="0">
                        <a:spcBef>
                          <a:spcPts val="0"/>
                        </a:spcBef>
                        <a:spcAft>
                          <a:spcPts val="0"/>
                        </a:spcAft>
                        <a:buNone/>
                      </a:pPr>
                      <a:r>
                        <a:rPr lang="ru-RU" sz="1400" b="0" dirty="0">
                          <a:solidFill>
                            <a:schemeClr val="lt1"/>
                          </a:solidFill>
                          <a:latin typeface="Bahnschrift" panose="020B0502040204020203" pitchFamily="34" charset="0"/>
                          <a:ea typeface="BioRhyme"/>
                          <a:cs typeface="BioRhyme"/>
                          <a:sym typeface="BioRhyme"/>
                        </a:rPr>
                        <a:t>габариты</a:t>
                      </a:r>
                      <a:endParaRPr sz="1400" b="0" dirty="0">
                        <a:solidFill>
                          <a:schemeClr val="lt1"/>
                        </a:solidFill>
                        <a:latin typeface="Bahnschrift" panose="020B0502040204020203" pitchFamily="34" charset="0"/>
                        <a:ea typeface="BioRhyme"/>
                        <a:cs typeface="BioRhyme"/>
                        <a:sym typeface="BioRhyme"/>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solidFill>
                            <a:schemeClr val="accent6">
                              <a:lumMod val="25000"/>
                            </a:schemeClr>
                          </a:solidFill>
                          <a:latin typeface="Bahnschrift" panose="020B0502040204020203" pitchFamily="34" charset="0"/>
                          <a:ea typeface="Amiko"/>
                          <a:cs typeface="Amiko"/>
                          <a:sym typeface="Amiko"/>
                        </a:rPr>
                        <a:t>480 мм </a:t>
                      </a:r>
                      <a:r>
                        <a:rPr lang="en-US" sz="1400" dirty="0">
                          <a:solidFill>
                            <a:schemeClr val="accent6">
                              <a:lumMod val="25000"/>
                            </a:schemeClr>
                          </a:solidFill>
                          <a:latin typeface="Bahnschrift" panose="020B0502040204020203" pitchFamily="34" charset="0"/>
                          <a:ea typeface="Amiko"/>
                          <a:cs typeface="Amiko"/>
                          <a:sym typeface="Amiko"/>
                        </a:rPr>
                        <a:t>/</a:t>
                      </a:r>
                      <a:endParaRPr lang="ru-RU" sz="1400" dirty="0">
                        <a:solidFill>
                          <a:schemeClr val="accent6">
                            <a:lumMod val="25000"/>
                          </a:schemeClr>
                        </a:solidFill>
                        <a:latin typeface="Bahnschrift" panose="020B0502040204020203" pitchFamily="34" charset="0"/>
                        <a:ea typeface="Amiko"/>
                        <a:cs typeface="Amiko"/>
                        <a:sym typeface="Amiko"/>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solidFill>
                            <a:schemeClr val="accent6">
                              <a:lumMod val="25000"/>
                            </a:schemeClr>
                          </a:solidFill>
                          <a:latin typeface="Bahnschrift" panose="020B0502040204020203" pitchFamily="34" charset="0"/>
                          <a:ea typeface="Amiko"/>
                          <a:cs typeface="Amiko"/>
                          <a:sym typeface="Amiko"/>
                        </a:rPr>
                        <a:t>580 мм</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72749">
                <a:tc>
                  <a:txBody>
                    <a:bodyPr/>
                    <a:lstStyle/>
                    <a:p>
                      <a:pPr marL="0" lvl="0" indent="0" algn="ctr" rtl="0">
                        <a:spcBef>
                          <a:spcPts val="0"/>
                        </a:spcBef>
                        <a:spcAft>
                          <a:spcPts val="0"/>
                        </a:spcAft>
                        <a:buNone/>
                      </a:pPr>
                      <a:r>
                        <a:rPr lang="ru-RU" sz="1400" dirty="0">
                          <a:solidFill>
                            <a:schemeClr val="lt1"/>
                          </a:solidFill>
                          <a:latin typeface="Bahnschrift" panose="020B0502040204020203" pitchFamily="34" charset="0"/>
                          <a:ea typeface="BioRhyme"/>
                          <a:cs typeface="BioRhyme"/>
                          <a:sym typeface="BioRhyme"/>
                        </a:rPr>
                        <a:t>Максимальная скорость</a:t>
                      </a:r>
                      <a:endParaRPr sz="1400" dirty="0">
                        <a:solidFill>
                          <a:schemeClr val="lt1"/>
                        </a:solidFill>
                        <a:latin typeface="Bahnschrift" panose="020B0502040204020203" pitchFamily="34" charset="0"/>
                        <a:ea typeface="BioRhyme"/>
                        <a:cs typeface="BioRhyme"/>
                        <a:sym typeface="BioRhyme"/>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ru-RU" sz="1400" dirty="0">
                          <a:solidFill>
                            <a:schemeClr val="accent6">
                              <a:lumMod val="25000"/>
                            </a:schemeClr>
                          </a:solidFill>
                          <a:latin typeface="Bahnschrift" panose="020B0502040204020203" pitchFamily="34" charset="0"/>
                          <a:ea typeface="Amiko"/>
                          <a:cs typeface="Amiko"/>
                          <a:sym typeface="Amiko"/>
                        </a:rPr>
                        <a:t>3 км</a:t>
                      </a:r>
                      <a:r>
                        <a:rPr lang="en-US" sz="1400" dirty="0">
                          <a:solidFill>
                            <a:schemeClr val="accent6">
                              <a:lumMod val="25000"/>
                            </a:schemeClr>
                          </a:solidFill>
                          <a:latin typeface="Bahnschrift" panose="020B0502040204020203" pitchFamily="34" charset="0"/>
                          <a:ea typeface="Amiko"/>
                          <a:cs typeface="Amiko"/>
                          <a:sym typeface="Amiko"/>
                        </a:rPr>
                        <a:t>/</a:t>
                      </a:r>
                      <a:r>
                        <a:rPr lang="ru-RU" sz="1400" dirty="0">
                          <a:solidFill>
                            <a:schemeClr val="accent6">
                              <a:lumMod val="25000"/>
                            </a:schemeClr>
                          </a:solidFill>
                          <a:latin typeface="Bahnschrift" panose="020B0502040204020203" pitchFamily="34" charset="0"/>
                          <a:ea typeface="Amiko"/>
                          <a:cs typeface="Amiko"/>
                          <a:sym typeface="Amiko"/>
                        </a:rPr>
                        <a:t>ч</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72749">
                <a:tc>
                  <a:txBody>
                    <a:bodyPr/>
                    <a:lstStyle/>
                    <a:p>
                      <a:pPr marL="0" lvl="0" indent="0" algn="ctr" rtl="0">
                        <a:spcBef>
                          <a:spcPts val="0"/>
                        </a:spcBef>
                        <a:spcAft>
                          <a:spcPts val="0"/>
                        </a:spcAft>
                        <a:buNone/>
                      </a:pPr>
                      <a:r>
                        <a:rPr lang="ru-RU" sz="1400" dirty="0">
                          <a:solidFill>
                            <a:schemeClr val="lt1"/>
                          </a:solidFill>
                          <a:latin typeface="Bahnschrift" panose="020B0502040204020203" pitchFamily="34" charset="0"/>
                          <a:ea typeface="BioRhyme"/>
                          <a:cs typeface="BioRhyme"/>
                          <a:sym typeface="BioRhyme"/>
                        </a:rPr>
                        <a:t>Объём отсека с мусором</a:t>
                      </a:r>
                      <a:endParaRPr sz="1400" dirty="0">
                        <a:solidFill>
                          <a:schemeClr val="lt1"/>
                        </a:solidFill>
                        <a:latin typeface="Bahnschrift" panose="020B0502040204020203" pitchFamily="34" charset="0"/>
                        <a:ea typeface="BioRhyme"/>
                        <a:cs typeface="BioRhyme"/>
                        <a:sym typeface="BioRhyme"/>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ru-RU" sz="1400" dirty="0">
                          <a:solidFill>
                            <a:schemeClr val="accent6">
                              <a:lumMod val="25000"/>
                            </a:schemeClr>
                          </a:solidFill>
                          <a:latin typeface="Bahnschrift" panose="020B0502040204020203" pitchFamily="34" charset="0"/>
                          <a:ea typeface="Amiko"/>
                          <a:cs typeface="Amiko"/>
                          <a:sym typeface="Amiko"/>
                        </a:rPr>
                        <a:t>1.7 литра</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53330">
                <a:tc>
                  <a:txBody>
                    <a:bodyPr/>
                    <a:lstStyle/>
                    <a:p>
                      <a:pPr marL="0" lvl="0" indent="0" algn="ctr" rtl="0">
                        <a:spcBef>
                          <a:spcPts val="0"/>
                        </a:spcBef>
                        <a:spcAft>
                          <a:spcPts val="0"/>
                        </a:spcAft>
                        <a:buNone/>
                      </a:pPr>
                      <a:r>
                        <a:rPr lang="ru-RU" sz="1400" dirty="0">
                          <a:solidFill>
                            <a:schemeClr val="lt1"/>
                          </a:solidFill>
                          <a:latin typeface="Bahnschrift" panose="020B0502040204020203" pitchFamily="34" charset="0"/>
                          <a:ea typeface="BioRhyme"/>
                          <a:cs typeface="BioRhyme"/>
                          <a:sym typeface="BioRhyme"/>
                        </a:rPr>
                        <a:t>масса</a:t>
                      </a:r>
                      <a:endParaRPr sz="1400" dirty="0">
                        <a:solidFill>
                          <a:schemeClr val="lt1"/>
                        </a:solidFill>
                        <a:latin typeface="Bahnschrift" panose="020B0502040204020203" pitchFamily="34" charset="0"/>
                        <a:ea typeface="BioRhyme"/>
                        <a:cs typeface="BioRhyme"/>
                        <a:sym typeface="BioRhyme"/>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ru-RU" sz="1400">
                          <a:solidFill>
                            <a:schemeClr val="accent6">
                              <a:lumMod val="25000"/>
                            </a:schemeClr>
                          </a:solidFill>
                          <a:latin typeface="Bahnschrift" panose="020B0502040204020203" pitchFamily="34" charset="0"/>
                          <a:ea typeface="Amiko"/>
                          <a:cs typeface="Amiko"/>
                          <a:sym typeface="Amiko"/>
                        </a:rPr>
                        <a:t>8 кг</a:t>
                      </a:r>
                      <a:endParaRPr sz="1400" dirty="0">
                        <a:solidFill>
                          <a:schemeClr val="accent6">
                            <a:lumMod val="25000"/>
                          </a:schemeClr>
                        </a:solidFill>
                        <a:latin typeface="Bahnschrift" panose="020B0502040204020203" pitchFamily="34" charset="0"/>
                        <a:ea typeface="Amiko"/>
                        <a:cs typeface="Amiko"/>
                        <a:sym typeface="Amiko"/>
                      </a:endParaRPr>
                    </a:p>
                  </a:txBody>
                  <a:tcPr marL="91425" marR="91425" marT="91425" marB="91425">
                    <a:lnL w="9525" cap="flat" cmpd="sng" algn="ctr">
                      <a:solidFill>
                        <a:schemeClr val="lt2"/>
                      </a:solidFill>
                      <a:prstDash val="solid"/>
                      <a:round/>
                      <a:headEnd type="none" w="sm" len="sm"/>
                      <a:tailEnd type="none" w="sm" len="sm"/>
                    </a:lnL>
                    <a:lnR w="9525" cap="flat" cmpd="sng" algn="ctr">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Clean Beaches: Anti-littering Campaign by Slidesgo">
  <a:themeElements>
    <a:clrScheme name="Simple Light">
      <a:dk1>
        <a:srgbClr val="000000"/>
      </a:dk1>
      <a:lt1>
        <a:srgbClr val="E9F3F6"/>
      </a:lt1>
      <a:dk2>
        <a:srgbClr val="FF9900"/>
      </a:dk2>
      <a:lt2>
        <a:srgbClr val="9FD9DB"/>
      </a:lt2>
      <a:accent1>
        <a:srgbClr val="01A99A"/>
      </a:accent1>
      <a:accent2>
        <a:srgbClr val="F7EDC9"/>
      </a:accent2>
      <a:accent3>
        <a:srgbClr val="FE4204"/>
      </a:accent3>
      <a:accent4>
        <a:srgbClr val="38B0BC"/>
      </a:accent4>
      <a:accent5>
        <a:srgbClr val="F4B5B2"/>
      </a:accent5>
      <a:accent6>
        <a:srgbClr val="CCF6F6"/>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4126</TotalTime>
  <Words>1049</Words>
  <Application>Microsoft Office PowerPoint</Application>
  <PresentationFormat>Экран (16:9)</PresentationFormat>
  <Paragraphs>116</Paragraphs>
  <Slides>16</Slides>
  <Notes>16</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16</vt:i4>
      </vt:variant>
    </vt:vector>
  </HeadingPairs>
  <TitlesOfParts>
    <vt:vector size="24" baseType="lpstr">
      <vt:lpstr>BioRhyme</vt:lpstr>
      <vt:lpstr>Londrina Solid</vt:lpstr>
      <vt:lpstr>Arial</vt:lpstr>
      <vt:lpstr>Amiko</vt:lpstr>
      <vt:lpstr>Bahnschrift</vt:lpstr>
      <vt:lpstr>Montserrat</vt:lpstr>
      <vt:lpstr>Montserrat SemiBold</vt:lpstr>
      <vt:lpstr>Clean Beaches: Anti-littering Campaign by Slidesgo</vt:lpstr>
      <vt:lpstr>SandBot</vt:lpstr>
      <vt:lpstr>Актуальность</vt:lpstr>
      <vt:lpstr>Цель</vt:lpstr>
      <vt:lpstr>Аналоги</vt:lpstr>
      <vt:lpstr>Техническое задание</vt:lpstr>
      <vt:lpstr>Принцип работы</vt:lpstr>
      <vt:lpstr>Презентация PowerPoint</vt:lpstr>
      <vt:lpstr>Итоговое шасси</vt:lpstr>
      <vt:lpstr>Итоговое шасси</vt:lpstr>
      <vt:lpstr>Механизм очистки “Барабанного типа”</vt:lpstr>
      <vt:lpstr>Механизм очистки “Барабанного типа”</vt:lpstr>
      <vt:lpstr>Электроника</vt:lpstr>
      <vt:lpstr>Навигация</vt:lpstr>
      <vt:lpstr>Итоги реализации</vt:lpstr>
      <vt:lpstr>Спасибо за внимание!</vt:lpstr>
      <vt:lpstr>Характеристики робота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SandBot</dc:title>
  <dc:creator>Даниил Девятериков</dc:creator>
  <cp:lastModifiedBy>Даниил Девятериков</cp:lastModifiedBy>
  <cp:revision>81</cp:revision>
  <dcterms:modified xsi:type="dcterms:W3CDTF">2025-02-16T12:47:56Z</dcterms:modified>
</cp:coreProperties>
</file>